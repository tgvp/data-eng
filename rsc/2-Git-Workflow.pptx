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2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5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6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3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31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32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33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34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35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36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37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38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39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40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358" r:id="rId3"/>
    <p:sldId id="308" r:id="rId4"/>
    <p:sldId id="349" r:id="rId5"/>
    <p:sldId id="306" r:id="rId6"/>
    <p:sldId id="315" r:id="rId7"/>
    <p:sldId id="346" r:id="rId8"/>
    <p:sldId id="347" r:id="rId9"/>
    <p:sldId id="316" r:id="rId10"/>
    <p:sldId id="318" r:id="rId11"/>
    <p:sldId id="310" r:id="rId12"/>
    <p:sldId id="311" r:id="rId13"/>
    <p:sldId id="312" r:id="rId14"/>
    <p:sldId id="353" r:id="rId15"/>
    <p:sldId id="355" r:id="rId16"/>
    <p:sldId id="356" r:id="rId17"/>
    <p:sldId id="357" r:id="rId18"/>
    <p:sldId id="350" r:id="rId19"/>
    <p:sldId id="307" r:id="rId20"/>
    <p:sldId id="313" r:id="rId21"/>
    <p:sldId id="319" r:id="rId22"/>
    <p:sldId id="299" r:id="rId23"/>
    <p:sldId id="298" r:id="rId24"/>
    <p:sldId id="300" r:id="rId25"/>
    <p:sldId id="351" r:id="rId26"/>
    <p:sldId id="324" r:id="rId27"/>
    <p:sldId id="297" r:id="rId28"/>
    <p:sldId id="301" r:id="rId29"/>
    <p:sldId id="296" r:id="rId30"/>
    <p:sldId id="359" r:id="rId31"/>
    <p:sldId id="326" r:id="rId32"/>
    <p:sldId id="327" r:id="rId33"/>
    <p:sldId id="328" r:id="rId34"/>
    <p:sldId id="329" r:id="rId35"/>
    <p:sldId id="338" r:id="rId36"/>
    <p:sldId id="348" r:id="rId37"/>
    <p:sldId id="362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63" r:id="rId46"/>
    <p:sldId id="364" r:id="rId47"/>
    <p:sldId id="365" r:id="rId48"/>
    <p:sldId id="366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gnup" TargetMode="External"/><Relationship Id="rId1" Type="http://schemas.openxmlformats.org/officeDocument/2006/relationships/hyperlink" Target="https://git-scm.com/install/" TargetMode="Externa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mailto:seuemail@email.com" TargetMode="Externa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ata15.xml.rels><?xml version="1.0" encoding="UTF-8" standalone="yes"?>
<Relationships xmlns="http://schemas.openxmlformats.org/package/2006/relationships"><Relationship Id="rId1" Type="http://schemas.openxmlformats.org/officeDocument/2006/relationships/hyperlink" Target="http://git-school.github.io/visualizing-git/" TargetMode="External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gitimmersion.com/lab_01.html" TargetMode="External"/><Relationship Id="rId1" Type="http://schemas.openxmlformats.org/officeDocument/2006/relationships/hyperlink" Target="https://learngitbranching.js.org/" TargetMode="Externa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gnup" TargetMode="External"/><Relationship Id="rId1" Type="http://schemas.openxmlformats.org/officeDocument/2006/relationships/hyperlink" Target="https://git-scm.com/install/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mailto:seuemail@email.com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15.xml.rels><?xml version="1.0" encoding="UTF-8" standalone="yes"?>
<Relationships xmlns="http://schemas.openxmlformats.org/package/2006/relationships"><Relationship Id="rId1" Type="http://schemas.openxmlformats.org/officeDocument/2006/relationships/hyperlink" Target="http://git-school.github.io/visualizing-git/" TargetMode="External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gitbranching.js.org/" TargetMode="External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hyperlink" Target="https://gitimmersion.com/lab_01.html" TargetMode="Externa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ABB1B9-2926-4783-92C1-A12031FFB9D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3B64614-6100-4EC4-8EF6-81D02DA131C6}">
      <dgm:prSet/>
      <dgm:spPr/>
      <dgm:t>
        <a:bodyPr/>
        <a:lstStyle/>
        <a:p>
          <a:r>
            <a:rPr lang="pt-PT" dirty="0" err="1"/>
            <a:t>Install</a:t>
          </a:r>
          <a:r>
            <a:rPr lang="pt-PT" dirty="0"/>
            <a:t>: </a:t>
          </a:r>
          <a:r>
            <a:rPr lang="pt-BR" dirty="0" err="1">
              <a:hlinkClick xmlns:r="http://schemas.openxmlformats.org/officeDocument/2006/relationships" r:id="rId1"/>
            </a:rPr>
            <a:t>Git-Install</a:t>
          </a:r>
          <a:endParaRPr lang="en-US" dirty="0"/>
        </a:p>
      </dgm:t>
    </dgm:pt>
    <dgm:pt modelId="{5554BF29-195E-4AC1-92A2-AB525FF2EDD1}" type="parTrans" cxnId="{06AF3A9B-A67C-4B84-991B-B9A22F8798CD}">
      <dgm:prSet/>
      <dgm:spPr/>
      <dgm:t>
        <a:bodyPr/>
        <a:lstStyle/>
        <a:p>
          <a:endParaRPr lang="en-US"/>
        </a:p>
      </dgm:t>
    </dgm:pt>
    <dgm:pt modelId="{BB96B363-3793-48C0-8533-F2D691C43210}" type="sibTrans" cxnId="{06AF3A9B-A67C-4B84-991B-B9A22F8798CD}">
      <dgm:prSet/>
      <dgm:spPr/>
      <dgm:t>
        <a:bodyPr/>
        <a:lstStyle/>
        <a:p>
          <a:endParaRPr lang="en-US"/>
        </a:p>
      </dgm:t>
    </dgm:pt>
    <dgm:pt modelId="{42484977-2DF5-4A29-92EF-19CAE8AB5BBD}">
      <dgm:prSet/>
      <dgm:spPr/>
      <dgm:t>
        <a:bodyPr/>
        <a:lstStyle/>
        <a:p>
          <a:r>
            <a:rPr lang="pt-PT" dirty="0"/>
            <a:t>GitHub: </a:t>
          </a:r>
          <a:r>
            <a:rPr lang="pt-BR" dirty="0" err="1">
              <a:hlinkClick xmlns:r="http://schemas.openxmlformats.org/officeDocument/2006/relationships" r:id="rId2"/>
            </a:rPr>
            <a:t>Signup</a:t>
          </a:r>
          <a:endParaRPr lang="en-US" dirty="0"/>
        </a:p>
      </dgm:t>
    </dgm:pt>
    <dgm:pt modelId="{FDAA4DD3-56A7-4366-938B-BDE4C6B673BF}" type="parTrans" cxnId="{E52C54E3-A706-4122-9276-A96D395A82F0}">
      <dgm:prSet/>
      <dgm:spPr/>
      <dgm:t>
        <a:bodyPr/>
        <a:lstStyle/>
        <a:p>
          <a:endParaRPr lang="pt-BR"/>
        </a:p>
      </dgm:t>
    </dgm:pt>
    <dgm:pt modelId="{8B059130-F041-4C64-91D4-BE4896153C5F}" type="sibTrans" cxnId="{E52C54E3-A706-4122-9276-A96D395A82F0}">
      <dgm:prSet/>
      <dgm:spPr/>
      <dgm:t>
        <a:bodyPr/>
        <a:lstStyle/>
        <a:p>
          <a:endParaRPr lang="pt-BR"/>
        </a:p>
      </dgm:t>
    </dgm:pt>
    <dgm:pt modelId="{6B53C975-06B9-4EF4-A522-78DA96F71D39}" type="pres">
      <dgm:prSet presAssocID="{E9ABB1B9-2926-4783-92C1-A12031FFB9DD}" presName="outerComposite" presStyleCnt="0">
        <dgm:presLayoutVars>
          <dgm:chMax val="5"/>
          <dgm:dir/>
          <dgm:resizeHandles val="exact"/>
        </dgm:presLayoutVars>
      </dgm:prSet>
      <dgm:spPr/>
    </dgm:pt>
    <dgm:pt modelId="{A5A72C0B-9F56-427B-AE93-51631758E39F}" type="pres">
      <dgm:prSet presAssocID="{E9ABB1B9-2926-4783-92C1-A12031FFB9DD}" presName="dummyMaxCanvas" presStyleCnt="0">
        <dgm:presLayoutVars/>
      </dgm:prSet>
      <dgm:spPr/>
    </dgm:pt>
    <dgm:pt modelId="{3B9C6AF9-DAEB-4D01-94A8-821F62217172}" type="pres">
      <dgm:prSet presAssocID="{E9ABB1B9-2926-4783-92C1-A12031FFB9DD}" presName="TwoNodes_1" presStyleLbl="node1" presStyleIdx="0" presStyleCnt="2">
        <dgm:presLayoutVars>
          <dgm:bulletEnabled val="1"/>
        </dgm:presLayoutVars>
      </dgm:prSet>
      <dgm:spPr/>
    </dgm:pt>
    <dgm:pt modelId="{3CF18F51-E21B-4205-B398-8AEA49429AA9}" type="pres">
      <dgm:prSet presAssocID="{E9ABB1B9-2926-4783-92C1-A12031FFB9DD}" presName="TwoNodes_2" presStyleLbl="node1" presStyleIdx="1" presStyleCnt="2">
        <dgm:presLayoutVars>
          <dgm:bulletEnabled val="1"/>
        </dgm:presLayoutVars>
      </dgm:prSet>
      <dgm:spPr/>
    </dgm:pt>
    <dgm:pt modelId="{91C0CBE2-4F39-4983-BA45-3806CE09A93D}" type="pres">
      <dgm:prSet presAssocID="{E9ABB1B9-2926-4783-92C1-A12031FFB9DD}" presName="TwoConn_1-2" presStyleLbl="fgAccFollowNode1" presStyleIdx="0" presStyleCnt="1">
        <dgm:presLayoutVars>
          <dgm:bulletEnabled val="1"/>
        </dgm:presLayoutVars>
      </dgm:prSet>
      <dgm:spPr/>
    </dgm:pt>
    <dgm:pt modelId="{41C40377-09A5-4852-9199-80F82C6FB20D}" type="pres">
      <dgm:prSet presAssocID="{E9ABB1B9-2926-4783-92C1-A12031FFB9DD}" presName="TwoNodes_1_text" presStyleLbl="node1" presStyleIdx="1" presStyleCnt="2">
        <dgm:presLayoutVars>
          <dgm:bulletEnabled val="1"/>
        </dgm:presLayoutVars>
      </dgm:prSet>
      <dgm:spPr/>
    </dgm:pt>
    <dgm:pt modelId="{B6AAB819-BABA-497A-BC85-2E57868E7DA8}" type="pres">
      <dgm:prSet presAssocID="{E9ABB1B9-2926-4783-92C1-A12031FFB9DD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F068B63E-C755-4B6A-BE3F-0419A6B7EF8B}" type="presOf" srcId="{42484977-2DF5-4A29-92EF-19CAE8AB5BBD}" destId="{B6AAB819-BABA-497A-BC85-2E57868E7DA8}" srcOrd="1" destOrd="0" presId="urn:microsoft.com/office/officeart/2005/8/layout/vProcess5"/>
    <dgm:cxn modelId="{C59C0F3F-65A6-4210-AA96-9A42C47E31C4}" type="presOf" srcId="{F3B64614-6100-4EC4-8EF6-81D02DA131C6}" destId="{41C40377-09A5-4852-9199-80F82C6FB20D}" srcOrd="1" destOrd="0" presId="urn:microsoft.com/office/officeart/2005/8/layout/vProcess5"/>
    <dgm:cxn modelId="{C6F6B94F-5C62-401C-99FD-A294E946C5D0}" type="presOf" srcId="{42484977-2DF5-4A29-92EF-19CAE8AB5BBD}" destId="{3CF18F51-E21B-4205-B398-8AEA49429AA9}" srcOrd="0" destOrd="0" presId="urn:microsoft.com/office/officeart/2005/8/layout/vProcess5"/>
    <dgm:cxn modelId="{B7249174-9927-41AF-A137-04AF3AA05794}" type="presOf" srcId="{BB96B363-3793-48C0-8533-F2D691C43210}" destId="{91C0CBE2-4F39-4983-BA45-3806CE09A93D}" srcOrd="0" destOrd="0" presId="urn:microsoft.com/office/officeart/2005/8/layout/vProcess5"/>
    <dgm:cxn modelId="{06AF3A9B-A67C-4B84-991B-B9A22F8798CD}" srcId="{E9ABB1B9-2926-4783-92C1-A12031FFB9DD}" destId="{F3B64614-6100-4EC4-8EF6-81D02DA131C6}" srcOrd="0" destOrd="0" parTransId="{5554BF29-195E-4AC1-92A2-AB525FF2EDD1}" sibTransId="{BB96B363-3793-48C0-8533-F2D691C43210}"/>
    <dgm:cxn modelId="{E52C54E3-A706-4122-9276-A96D395A82F0}" srcId="{E9ABB1B9-2926-4783-92C1-A12031FFB9DD}" destId="{42484977-2DF5-4A29-92EF-19CAE8AB5BBD}" srcOrd="1" destOrd="0" parTransId="{FDAA4DD3-56A7-4366-938B-BDE4C6B673BF}" sibTransId="{8B059130-F041-4C64-91D4-BE4896153C5F}"/>
    <dgm:cxn modelId="{E63E8EF9-3B53-4862-A8D5-6BD31655FEA5}" type="presOf" srcId="{F3B64614-6100-4EC4-8EF6-81D02DA131C6}" destId="{3B9C6AF9-DAEB-4D01-94A8-821F62217172}" srcOrd="0" destOrd="0" presId="urn:microsoft.com/office/officeart/2005/8/layout/vProcess5"/>
    <dgm:cxn modelId="{6218D2FE-F7CE-4DB3-B698-DCD2A7B78245}" type="presOf" srcId="{E9ABB1B9-2926-4783-92C1-A12031FFB9DD}" destId="{6B53C975-06B9-4EF4-A522-78DA96F71D39}" srcOrd="0" destOrd="0" presId="urn:microsoft.com/office/officeart/2005/8/layout/vProcess5"/>
    <dgm:cxn modelId="{D314C01C-8F83-44E7-9CEB-91AF3F61B8C5}" type="presParOf" srcId="{6B53C975-06B9-4EF4-A522-78DA96F71D39}" destId="{A5A72C0B-9F56-427B-AE93-51631758E39F}" srcOrd="0" destOrd="0" presId="urn:microsoft.com/office/officeart/2005/8/layout/vProcess5"/>
    <dgm:cxn modelId="{A3749660-7485-4D12-8EDA-B97B7E3AF5DC}" type="presParOf" srcId="{6B53C975-06B9-4EF4-A522-78DA96F71D39}" destId="{3B9C6AF9-DAEB-4D01-94A8-821F62217172}" srcOrd="1" destOrd="0" presId="urn:microsoft.com/office/officeart/2005/8/layout/vProcess5"/>
    <dgm:cxn modelId="{5EF71285-3240-4602-9557-426857A870E2}" type="presParOf" srcId="{6B53C975-06B9-4EF4-A522-78DA96F71D39}" destId="{3CF18F51-E21B-4205-B398-8AEA49429AA9}" srcOrd="2" destOrd="0" presId="urn:microsoft.com/office/officeart/2005/8/layout/vProcess5"/>
    <dgm:cxn modelId="{E368DFEC-0D33-43B2-BD9B-9459E70A5B42}" type="presParOf" srcId="{6B53C975-06B9-4EF4-A522-78DA96F71D39}" destId="{91C0CBE2-4F39-4983-BA45-3806CE09A93D}" srcOrd="3" destOrd="0" presId="urn:microsoft.com/office/officeart/2005/8/layout/vProcess5"/>
    <dgm:cxn modelId="{B4008744-8F64-4B62-B48B-EB3AB3CCED9B}" type="presParOf" srcId="{6B53C975-06B9-4EF4-A522-78DA96F71D39}" destId="{41C40377-09A5-4852-9199-80F82C6FB20D}" srcOrd="4" destOrd="0" presId="urn:microsoft.com/office/officeart/2005/8/layout/vProcess5"/>
    <dgm:cxn modelId="{6F21C945-497A-4907-8576-487322F3F38F}" type="presParOf" srcId="{6B53C975-06B9-4EF4-A522-78DA96F71D39}" destId="{B6AAB819-BABA-497A-BC85-2E57868E7DA8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ABB1B9-2926-4783-92C1-A12031FFB9D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3B64614-6100-4EC4-8EF6-81D02DA131C6}">
      <dgm:prSet/>
      <dgm:spPr/>
      <dgm:t>
        <a:bodyPr/>
        <a:lstStyle/>
        <a:p>
          <a:r>
            <a:rPr lang="pt-PT"/>
            <a:t>&gt; git config  --list</a:t>
          </a:r>
          <a:endParaRPr lang="en-US"/>
        </a:p>
      </dgm:t>
    </dgm:pt>
    <dgm:pt modelId="{5554BF29-195E-4AC1-92A2-AB525FF2EDD1}" type="parTrans" cxnId="{06AF3A9B-A67C-4B84-991B-B9A22F8798CD}">
      <dgm:prSet/>
      <dgm:spPr/>
      <dgm:t>
        <a:bodyPr/>
        <a:lstStyle/>
        <a:p>
          <a:endParaRPr lang="en-US"/>
        </a:p>
      </dgm:t>
    </dgm:pt>
    <dgm:pt modelId="{BB96B363-3793-48C0-8533-F2D691C43210}" type="sibTrans" cxnId="{06AF3A9B-A67C-4B84-991B-B9A22F8798CD}">
      <dgm:prSet/>
      <dgm:spPr/>
      <dgm:t>
        <a:bodyPr/>
        <a:lstStyle/>
        <a:p>
          <a:endParaRPr lang="en-US"/>
        </a:p>
      </dgm:t>
    </dgm:pt>
    <dgm:pt modelId="{79ED888A-2738-454C-B1CF-F70A4CE7A2D6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</a:t>
          </a:r>
          <a:r>
            <a:rPr lang="pt-PT" dirty="0" err="1"/>
            <a:t>config</a:t>
          </a:r>
          <a:r>
            <a:rPr lang="pt-PT" dirty="0"/>
            <a:t> –global user.name “</a:t>
          </a:r>
          <a:r>
            <a:rPr lang="pt-PT" dirty="0" err="1"/>
            <a:t>your</a:t>
          </a:r>
          <a:r>
            <a:rPr lang="pt-PT" dirty="0"/>
            <a:t> </a:t>
          </a:r>
          <a:r>
            <a:rPr lang="pt-PT" dirty="0" err="1"/>
            <a:t>name</a:t>
          </a:r>
          <a:r>
            <a:rPr lang="pt-PT" dirty="0"/>
            <a:t>"</a:t>
          </a:r>
          <a:endParaRPr lang="en-US" dirty="0"/>
        </a:p>
      </dgm:t>
    </dgm:pt>
    <dgm:pt modelId="{359CB1A6-A9C4-481E-87B2-A8BF1A4F8DBF}" type="parTrans" cxnId="{B66F1502-9C5C-4ED6-AED5-143F7120BD1F}">
      <dgm:prSet/>
      <dgm:spPr/>
      <dgm:t>
        <a:bodyPr/>
        <a:lstStyle/>
        <a:p>
          <a:endParaRPr lang="en-US"/>
        </a:p>
      </dgm:t>
    </dgm:pt>
    <dgm:pt modelId="{3A6C3D6E-B5C6-44C4-B007-20F390A4E8E2}" type="sibTrans" cxnId="{B66F1502-9C5C-4ED6-AED5-143F7120BD1F}">
      <dgm:prSet/>
      <dgm:spPr/>
      <dgm:t>
        <a:bodyPr/>
        <a:lstStyle/>
        <a:p>
          <a:endParaRPr lang="en-US"/>
        </a:p>
      </dgm:t>
    </dgm:pt>
    <dgm:pt modelId="{224C3A30-7ECB-414D-AB36-B077180B0626}">
      <dgm:prSet custT="1"/>
      <dgm:spPr/>
      <dgm:t>
        <a:bodyPr/>
        <a:lstStyle/>
        <a:p>
          <a:r>
            <a:rPr lang="pt-PT" sz="2000" dirty="0"/>
            <a:t>&gt; </a:t>
          </a:r>
          <a:r>
            <a:rPr lang="pt-PT" sz="2000" dirty="0" err="1"/>
            <a:t>git</a:t>
          </a:r>
          <a:r>
            <a:rPr lang="pt-PT" sz="2000" dirty="0"/>
            <a:t> </a:t>
          </a:r>
          <a:r>
            <a:rPr lang="pt-PT" sz="2000" dirty="0" err="1"/>
            <a:t>config</a:t>
          </a:r>
          <a:r>
            <a:rPr lang="pt-PT" sz="2000" dirty="0"/>
            <a:t> –global </a:t>
          </a:r>
          <a:r>
            <a:rPr lang="pt-PT" sz="2000" dirty="0" err="1"/>
            <a:t>user.email</a:t>
          </a:r>
          <a:r>
            <a:rPr lang="pt-PT" sz="2000" dirty="0"/>
            <a:t> </a:t>
          </a:r>
          <a:r>
            <a:rPr lang="pt-PT" sz="2000" dirty="0">
              <a:hlinkClick xmlns:r="http://schemas.openxmlformats.org/officeDocument/2006/relationships" r:id="rId1"/>
            </a:rPr>
            <a:t>“</a:t>
          </a:r>
          <a:r>
            <a:rPr lang="pt-PT" sz="2000" u="sng" dirty="0">
              <a:hlinkClick xmlns:r="http://schemas.openxmlformats.org/officeDocument/2006/relationships" r:id="rId1"/>
            </a:rPr>
            <a:t>your_email@email.com</a:t>
          </a:r>
          <a:r>
            <a:rPr lang="pt-PT" sz="2000" u="sng" dirty="0"/>
            <a:t>”</a:t>
          </a:r>
          <a:endParaRPr lang="en-US" sz="2000" dirty="0"/>
        </a:p>
      </dgm:t>
    </dgm:pt>
    <dgm:pt modelId="{D02AEA5C-C2AD-4B20-809F-388ED5440807}" type="parTrans" cxnId="{70408AF0-7849-453C-BA9A-FB131B2A6448}">
      <dgm:prSet/>
      <dgm:spPr/>
      <dgm:t>
        <a:bodyPr/>
        <a:lstStyle/>
        <a:p>
          <a:endParaRPr lang="en-US"/>
        </a:p>
      </dgm:t>
    </dgm:pt>
    <dgm:pt modelId="{31C835FE-61C8-46EA-9FC0-0E22040F41DD}" type="sibTrans" cxnId="{70408AF0-7849-453C-BA9A-FB131B2A6448}">
      <dgm:prSet/>
      <dgm:spPr/>
      <dgm:t>
        <a:bodyPr/>
        <a:lstStyle/>
        <a:p>
          <a:endParaRPr lang="en-US"/>
        </a:p>
      </dgm:t>
    </dgm:pt>
    <dgm:pt modelId="{986BBA8B-B8DE-4C8A-90FE-C69B68EC0B89}">
      <dgm:prSet/>
      <dgm:spPr/>
      <dgm:t>
        <a:bodyPr/>
        <a:lstStyle/>
        <a:p>
          <a:r>
            <a:rPr lang="en-US" dirty="0"/>
            <a:t>&gt; git config --global </a:t>
          </a:r>
          <a:r>
            <a:rPr lang="en-US" dirty="0" err="1"/>
            <a:t>init.</a:t>
          </a:r>
          <a:r>
            <a:rPr lang="en-US" err="1"/>
            <a:t>defaultBranch</a:t>
          </a:r>
          <a:r>
            <a:rPr lang="en-US"/>
            <a:t> main</a:t>
          </a:r>
          <a:endParaRPr lang="en-US" dirty="0"/>
        </a:p>
      </dgm:t>
    </dgm:pt>
    <dgm:pt modelId="{A0BED403-8995-4AF7-BCC8-B654295F1A22}" type="parTrans" cxnId="{A8EC74AB-0C38-427B-97A8-D0255F5E69F6}">
      <dgm:prSet/>
      <dgm:spPr/>
      <dgm:t>
        <a:bodyPr/>
        <a:lstStyle/>
        <a:p>
          <a:endParaRPr lang="en-US"/>
        </a:p>
      </dgm:t>
    </dgm:pt>
    <dgm:pt modelId="{55E85DAB-C123-4D46-A289-FF21C533C59C}" type="sibTrans" cxnId="{A8EC74AB-0C38-427B-97A8-D0255F5E69F6}">
      <dgm:prSet/>
      <dgm:spPr/>
      <dgm:t>
        <a:bodyPr/>
        <a:lstStyle/>
        <a:p>
          <a:endParaRPr lang="en-US"/>
        </a:p>
      </dgm:t>
    </dgm:pt>
    <dgm:pt modelId="{6B53C975-06B9-4EF4-A522-78DA96F71D39}" type="pres">
      <dgm:prSet presAssocID="{E9ABB1B9-2926-4783-92C1-A12031FFB9DD}" presName="outerComposite" presStyleCnt="0">
        <dgm:presLayoutVars>
          <dgm:chMax val="5"/>
          <dgm:dir/>
          <dgm:resizeHandles val="exact"/>
        </dgm:presLayoutVars>
      </dgm:prSet>
      <dgm:spPr/>
    </dgm:pt>
    <dgm:pt modelId="{A5A72C0B-9F56-427B-AE93-51631758E39F}" type="pres">
      <dgm:prSet presAssocID="{E9ABB1B9-2926-4783-92C1-A12031FFB9DD}" presName="dummyMaxCanvas" presStyleCnt="0">
        <dgm:presLayoutVars/>
      </dgm:prSet>
      <dgm:spPr/>
    </dgm:pt>
    <dgm:pt modelId="{1546A283-9517-47FD-B0AC-B56E31C750D8}" type="pres">
      <dgm:prSet presAssocID="{E9ABB1B9-2926-4783-92C1-A12031FFB9DD}" presName="FourNodes_1" presStyleLbl="node1" presStyleIdx="0" presStyleCnt="4">
        <dgm:presLayoutVars>
          <dgm:bulletEnabled val="1"/>
        </dgm:presLayoutVars>
      </dgm:prSet>
      <dgm:spPr/>
    </dgm:pt>
    <dgm:pt modelId="{B34347F9-C90A-49B2-9211-DA9AE52B04EE}" type="pres">
      <dgm:prSet presAssocID="{E9ABB1B9-2926-4783-92C1-A12031FFB9DD}" presName="FourNodes_2" presStyleLbl="node1" presStyleIdx="1" presStyleCnt="4">
        <dgm:presLayoutVars>
          <dgm:bulletEnabled val="1"/>
        </dgm:presLayoutVars>
      </dgm:prSet>
      <dgm:spPr/>
    </dgm:pt>
    <dgm:pt modelId="{198E50B4-50F7-40FA-9A3E-3921C22A7F4F}" type="pres">
      <dgm:prSet presAssocID="{E9ABB1B9-2926-4783-92C1-A12031FFB9DD}" presName="FourNodes_3" presStyleLbl="node1" presStyleIdx="2" presStyleCnt="4">
        <dgm:presLayoutVars>
          <dgm:bulletEnabled val="1"/>
        </dgm:presLayoutVars>
      </dgm:prSet>
      <dgm:spPr/>
    </dgm:pt>
    <dgm:pt modelId="{FE18E341-02CD-404A-A7AE-89D8D888A750}" type="pres">
      <dgm:prSet presAssocID="{E9ABB1B9-2926-4783-92C1-A12031FFB9DD}" presName="FourNodes_4" presStyleLbl="node1" presStyleIdx="3" presStyleCnt="4">
        <dgm:presLayoutVars>
          <dgm:bulletEnabled val="1"/>
        </dgm:presLayoutVars>
      </dgm:prSet>
      <dgm:spPr/>
    </dgm:pt>
    <dgm:pt modelId="{5CFB1DDD-60F7-4D3B-B012-4298AFCB41C9}" type="pres">
      <dgm:prSet presAssocID="{E9ABB1B9-2926-4783-92C1-A12031FFB9DD}" presName="FourConn_1-2" presStyleLbl="fgAccFollowNode1" presStyleIdx="0" presStyleCnt="3">
        <dgm:presLayoutVars>
          <dgm:bulletEnabled val="1"/>
        </dgm:presLayoutVars>
      </dgm:prSet>
      <dgm:spPr/>
    </dgm:pt>
    <dgm:pt modelId="{761297E4-5604-488B-BF7D-E6EBB2679329}" type="pres">
      <dgm:prSet presAssocID="{E9ABB1B9-2926-4783-92C1-A12031FFB9DD}" presName="FourConn_2-3" presStyleLbl="fgAccFollowNode1" presStyleIdx="1" presStyleCnt="3">
        <dgm:presLayoutVars>
          <dgm:bulletEnabled val="1"/>
        </dgm:presLayoutVars>
      </dgm:prSet>
      <dgm:spPr/>
    </dgm:pt>
    <dgm:pt modelId="{AFDE5A30-6994-4F5F-BA2A-E901357D6879}" type="pres">
      <dgm:prSet presAssocID="{E9ABB1B9-2926-4783-92C1-A12031FFB9DD}" presName="FourConn_3-4" presStyleLbl="fgAccFollowNode1" presStyleIdx="2" presStyleCnt="3">
        <dgm:presLayoutVars>
          <dgm:bulletEnabled val="1"/>
        </dgm:presLayoutVars>
      </dgm:prSet>
      <dgm:spPr/>
    </dgm:pt>
    <dgm:pt modelId="{18E7393E-91C0-4D9F-991A-EF2FCE6CC450}" type="pres">
      <dgm:prSet presAssocID="{E9ABB1B9-2926-4783-92C1-A12031FFB9DD}" presName="FourNodes_1_text" presStyleLbl="node1" presStyleIdx="3" presStyleCnt="4">
        <dgm:presLayoutVars>
          <dgm:bulletEnabled val="1"/>
        </dgm:presLayoutVars>
      </dgm:prSet>
      <dgm:spPr/>
    </dgm:pt>
    <dgm:pt modelId="{582AC4B1-5255-4F61-811E-B8B67132DC65}" type="pres">
      <dgm:prSet presAssocID="{E9ABB1B9-2926-4783-92C1-A12031FFB9DD}" presName="FourNodes_2_text" presStyleLbl="node1" presStyleIdx="3" presStyleCnt="4">
        <dgm:presLayoutVars>
          <dgm:bulletEnabled val="1"/>
        </dgm:presLayoutVars>
      </dgm:prSet>
      <dgm:spPr/>
    </dgm:pt>
    <dgm:pt modelId="{303551B5-1652-42B3-A352-A6E7FC19F379}" type="pres">
      <dgm:prSet presAssocID="{E9ABB1B9-2926-4783-92C1-A12031FFB9DD}" presName="FourNodes_3_text" presStyleLbl="node1" presStyleIdx="3" presStyleCnt="4">
        <dgm:presLayoutVars>
          <dgm:bulletEnabled val="1"/>
        </dgm:presLayoutVars>
      </dgm:prSet>
      <dgm:spPr/>
    </dgm:pt>
    <dgm:pt modelId="{6CA25BE0-A620-4A5B-9871-AC4037D34450}" type="pres">
      <dgm:prSet presAssocID="{E9ABB1B9-2926-4783-92C1-A12031FFB9D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66F1502-9C5C-4ED6-AED5-143F7120BD1F}" srcId="{E9ABB1B9-2926-4783-92C1-A12031FFB9DD}" destId="{79ED888A-2738-454C-B1CF-F70A4CE7A2D6}" srcOrd="1" destOrd="0" parTransId="{359CB1A6-A9C4-481E-87B2-A8BF1A4F8DBF}" sibTransId="{3A6C3D6E-B5C6-44C4-B007-20F390A4E8E2}"/>
    <dgm:cxn modelId="{E2E4DD16-F128-4292-BB21-A95530CAE9E1}" type="presOf" srcId="{224C3A30-7ECB-414D-AB36-B077180B0626}" destId="{303551B5-1652-42B3-A352-A6E7FC19F379}" srcOrd="1" destOrd="0" presId="urn:microsoft.com/office/officeart/2005/8/layout/vProcess5"/>
    <dgm:cxn modelId="{F6C58D17-9D2C-4B94-9A9F-5AA1EF209173}" type="presOf" srcId="{31C835FE-61C8-46EA-9FC0-0E22040F41DD}" destId="{AFDE5A30-6994-4F5F-BA2A-E901357D6879}" srcOrd="0" destOrd="0" presId="urn:microsoft.com/office/officeart/2005/8/layout/vProcess5"/>
    <dgm:cxn modelId="{C9487621-CEC2-4053-9134-86AAEAD0170F}" type="presOf" srcId="{F3B64614-6100-4EC4-8EF6-81D02DA131C6}" destId="{1546A283-9517-47FD-B0AC-B56E31C750D8}" srcOrd="0" destOrd="0" presId="urn:microsoft.com/office/officeart/2005/8/layout/vProcess5"/>
    <dgm:cxn modelId="{27A49B3A-60F8-471F-BD90-1EDDBCBA0FF8}" type="presOf" srcId="{BB96B363-3793-48C0-8533-F2D691C43210}" destId="{5CFB1DDD-60F7-4D3B-B012-4298AFCB41C9}" srcOrd="0" destOrd="0" presId="urn:microsoft.com/office/officeart/2005/8/layout/vProcess5"/>
    <dgm:cxn modelId="{7DD9FE67-BD08-4A2B-9B02-B1BB49428E63}" type="presOf" srcId="{F3B64614-6100-4EC4-8EF6-81D02DA131C6}" destId="{18E7393E-91C0-4D9F-991A-EF2FCE6CC450}" srcOrd="1" destOrd="0" presId="urn:microsoft.com/office/officeart/2005/8/layout/vProcess5"/>
    <dgm:cxn modelId="{948E3E68-D327-4408-8CCD-CDBC07EE53F1}" type="presOf" srcId="{986BBA8B-B8DE-4C8A-90FE-C69B68EC0B89}" destId="{6CA25BE0-A620-4A5B-9871-AC4037D34450}" srcOrd="1" destOrd="0" presId="urn:microsoft.com/office/officeart/2005/8/layout/vProcess5"/>
    <dgm:cxn modelId="{6D82474F-F878-4AA3-A384-478469F0F654}" type="presOf" srcId="{224C3A30-7ECB-414D-AB36-B077180B0626}" destId="{198E50B4-50F7-40FA-9A3E-3921C22A7F4F}" srcOrd="0" destOrd="0" presId="urn:microsoft.com/office/officeart/2005/8/layout/vProcess5"/>
    <dgm:cxn modelId="{027AFE97-F1C3-4A69-A9C8-EC2383750D63}" type="presOf" srcId="{3A6C3D6E-B5C6-44C4-B007-20F390A4E8E2}" destId="{761297E4-5604-488B-BF7D-E6EBB2679329}" srcOrd="0" destOrd="0" presId="urn:microsoft.com/office/officeart/2005/8/layout/vProcess5"/>
    <dgm:cxn modelId="{06AF3A9B-A67C-4B84-991B-B9A22F8798CD}" srcId="{E9ABB1B9-2926-4783-92C1-A12031FFB9DD}" destId="{F3B64614-6100-4EC4-8EF6-81D02DA131C6}" srcOrd="0" destOrd="0" parTransId="{5554BF29-195E-4AC1-92A2-AB525FF2EDD1}" sibTransId="{BB96B363-3793-48C0-8533-F2D691C43210}"/>
    <dgm:cxn modelId="{B45B73A3-A482-4CD0-8EE4-DF27FF760765}" type="presOf" srcId="{79ED888A-2738-454C-B1CF-F70A4CE7A2D6}" destId="{B34347F9-C90A-49B2-9211-DA9AE52B04EE}" srcOrd="0" destOrd="0" presId="urn:microsoft.com/office/officeart/2005/8/layout/vProcess5"/>
    <dgm:cxn modelId="{A8EC74AB-0C38-427B-97A8-D0255F5E69F6}" srcId="{E9ABB1B9-2926-4783-92C1-A12031FFB9DD}" destId="{986BBA8B-B8DE-4C8A-90FE-C69B68EC0B89}" srcOrd="3" destOrd="0" parTransId="{A0BED403-8995-4AF7-BCC8-B654295F1A22}" sibTransId="{55E85DAB-C123-4D46-A289-FF21C533C59C}"/>
    <dgm:cxn modelId="{3A08BFBD-200E-4778-8461-892132398E7B}" type="presOf" srcId="{986BBA8B-B8DE-4C8A-90FE-C69B68EC0B89}" destId="{FE18E341-02CD-404A-A7AE-89D8D888A750}" srcOrd="0" destOrd="0" presId="urn:microsoft.com/office/officeart/2005/8/layout/vProcess5"/>
    <dgm:cxn modelId="{D00BEEC9-9C53-4588-AB5E-B3C5D4677E31}" type="presOf" srcId="{79ED888A-2738-454C-B1CF-F70A4CE7A2D6}" destId="{582AC4B1-5255-4F61-811E-B8B67132DC65}" srcOrd="1" destOrd="0" presId="urn:microsoft.com/office/officeart/2005/8/layout/vProcess5"/>
    <dgm:cxn modelId="{70408AF0-7849-453C-BA9A-FB131B2A6448}" srcId="{E9ABB1B9-2926-4783-92C1-A12031FFB9DD}" destId="{224C3A30-7ECB-414D-AB36-B077180B0626}" srcOrd="2" destOrd="0" parTransId="{D02AEA5C-C2AD-4B20-809F-388ED5440807}" sibTransId="{31C835FE-61C8-46EA-9FC0-0E22040F41DD}"/>
    <dgm:cxn modelId="{6218D2FE-F7CE-4DB3-B698-DCD2A7B78245}" type="presOf" srcId="{E9ABB1B9-2926-4783-92C1-A12031FFB9DD}" destId="{6B53C975-06B9-4EF4-A522-78DA96F71D39}" srcOrd="0" destOrd="0" presId="urn:microsoft.com/office/officeart/2005/8/layout/vProcess5"/>
    <dgm:cxn modelId="{D314C01C-8F83-44E7-9CEB-91AF3F61B8C5}" type="presParOf" srcId="{6B53C975-06B9-4EF4-A522-78DA96F71D39}" destId="{A5A72C0B-9F56-427B-AE93-51631758E39F}" srcOrd="0" destOrd="0" presId="urn:microsoft.com/office/officeart/2005/8/layout/vProcess5"/>
    <dgm:cxn modelId="{9695B563-ED66-4594-B5A8-FF27A28C0E99}" type="presParOf" srcId="{6B53C975-06B9-4EF4-A522-78DA96F71D39}" destId="{1546A283-9517-47FD-B0AC-B56E31C750D8}" srcOrd="1" destOrd="0" presId="urn:microsoft.com/office/officeart/2005/8/layout/vProcess5"/>
    <dgm:cxn modelId="{A32F300C-BAE2-415D-80B5-58FEA1F27D4A}" type="presParOf" srcId="{6B53C975-06B9-4EF4-A522-78DA96F71D39}" destId="{B34347F9-C90A-49B2-9211-DA9AE52B04EE}" srcOrd="2" destOrd="0" presId="urn:microsoft.com/office/officeart/2005/8/layout/vProcess5"/>
    <dgm:cxn modelId="{B9373E7C-E50B-4C3F-B057-81776415EBA0}" type="presParOf" srcId="{6B53C975-06B9-4EF4-A522-78DA96F71D39}" destId="{198E50B4-50F7-40FA-9A3E-3921C22A7F4F}" srcOrd="3" destOrd="0" presId="urn:microsoft.com/office/officeart/2005/8/layout/vProcess5"/>
    <dgm:cxn modelId="{7C915E31-A350-40A6-B4F2-752AF9212F11}" type="presParOf" srcId="{6B53C975-06B9-4EF4-A522-78DA96F71D39}" destId="{FE18E341-02CD-404A-A7AE-89D8D888A750}" srcOrd="4" destOrd="0" presId="urn:microsoft.com/office/officeart/2005/8/layout/vProcess5"/>
    <dgm:cxn modelId="{2C98D380-C661-47AF-99C6-BF393952A253}" type="presParOf" srcId="{6B53C975-06B9-4EF4-A522-78DA96F71D39}" destId="{5CFB1DDD-60F7-4D3B-B012-4298AFCB41C9}" srcOrd="5" destOrd="0" presId="urn:microsoft.com/office/officeart/2005/8/layout/vProcess5"/>
    <dgm:cxn modelId="{58E758FA-40B2-49BB-9A42-555AA81A5645}" type="presParOf" srcId="{6B53C975-06B9-4EF4-A522-78DA96F71D39}" destId="{761297E4-5604-488B-BF7D-E6EBB2679329}" srcOrd="6" destOrd="0" presId="urn:microsoft.com/office/officeart/2005/8/layout/vProcess5"/>
    <dgm:cxn modelId="{CB9409EC-CEE7-4058-BFD8-167737C96335}" type="presParOf" srcId="{6B53C975-06B9-4EF4-A522-78DA96F71D39}" destId="{AFDE5A30-6994-4F5F-BA2A-E901357D6879}" srcOrd="7" destOrd="0" presId="urn:microsoft.com/office/officeart/2005/8/layout/vProcess5"/>
    <dgm:cxn modelId="{E4E2B945-2627-477A-8106-199DE3CBFE99}" type="presParOf" srcId="{6B53C975-06B9-4EF4-A522-78DA96F71D39}" destId="{18E7393E-91C0-4D9F-991A-EF2FCE6CC450}" srcOrd="8" destOrd="0" presId="urn:microsoft.com/office/officeart/2005/8/layout/vProcess5"/>
    <dgm:cxn modelId="{97D2D9F8-4BBD-4E8C-BB41-A1898DE5175D}" type="presParOf" srcId="{6B53C975-06B9-4EF4-A522-78DA96F71D39}" destId="{582AC4B1-5255-4F61-811E-B8B67132DC65}" srcOrd="9" destOrd="0" presId="urn:microsoft.com/office/officeart/2005/8/layout/vProcess5"/>
    <dgm:cxn modelId="{745871E3-E7D8-47BC-BB8A-6F988B3E28CD}" type="presParOf" srcId="{6B53C975-06B9-4EF4-A522-78DA96F71D39}" destId="{303551B5-1652-42B3-A352-A6E7FC19F379}" srcOrd="10" destOrd="0" presId="urn:microsoft.com/office/officeart/2005/8/layout/vProcess5"/>
    <dgm:cxn modelId="{7EEE88F5-F4F9-4CAF-9EB8-DDA37C7E4262}" type="presParOf" srcId="{6B53C975-06B9-4EF4-A522-78DA96F71D39}" destId="{6CA25BE0-A620-4A5B-9871-AC4037D3445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FA3253-DFF4-4061-93B7-68D8E52FAF7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D19DDCF-9114-41EA-B741-2F067A6C1C0C}">
      <dgm:prSet/>
      <dgm:spPr/>
      <dgm:t>
        <a:bodyPr/>
        <a:lstStyle/>
        <a:p>
          <a:pPr>
            <a:defRPr b="1"/>
          </a:pPr>
          <a:r>
            <a:rPr lang="pt-PT"/>
            <a:t>Working directory</a:t>
          </a:r>
          <a:endParaRPr lang="en-US"/>
        </a:p>
      </dgm:t>
    </dgm:pt>
    <dgm:pt modelId="{B0D19920-BDA0-4DCC-9F2F-1ED323200CEE}" type="parTrans" cxnId="{EC35F94E-9C6E-4FC4-BFCB-09D208666C1A}">
      <dgm:prSet/>
      <dgm:spPr/>
      <dgm:t>
        <a:bodyPr/>
        <a:lstStyle/>
        <a:p>
          <a:endParaRPr lang="en-US"/>
        </a:p>
      </dgm:t>
    </dgm:pt>
    <dgm:pt modelId="{21ADDC3E-59FA-488F-BBF0-E31193482983}" type="sibTrans" cxnId="{EC35F94E-9C6E-4FC4-BFCB-09D208666C1A}">
      <dgm:prSet/>
      <dgm:spPr/>
      <dgm:t>
        <a:bodyPr/>
        <a:lstStyle/>
        <a:p>
          <a:endParaRPr lang="en-US"/>
        </a:p>
      </dgm:t>
    </dgm:pt>
    <dgm:pt modelId="{4A9F1A9E-82C9-40EB-9F6B-33CBB0C90523}">
      <dgm:prSet/>
      <dgm:spPr/>
      <dgm:t>
        <a:bodyPr/>
        <a:lstStyle/>
        <a:p>
          <a:r>
            <a:rPr lang="pt-PT"/>
            <a:t>podemos fazer alterações em arquivos e diretórios para que possam ser acompanhadas pelo git</a:t>
          </a:r>
          <a:endParaRPr lang="en-US"/>
        </a:p>
      </dgm:t>
    </dgm:pt>
    <dgm:pt modelId="{028CBB6E-2672-4E4A-8536-799F800C3FFF}" type="parTrans" cxnId="{5BE74038-F77C-4250-A00B-C8B96F8A1246}">
      <dgm:prSet/>
      <dgm:spPr/>
      <dgm:t>
        <a:bodyPr/>
        <a:lstStyle/>
        <a:p>
          <a:endParaRPr lang="en-US"/>
        </a:p>
      </dgm:t>
    </dgm:pt>
    <dgm:pt modelId="{2C0AAAA8-F497-4738-824F-44E6AF546433}" type="sibTrans" cxnId="{5BE74038-F77C-4250-A00B-C8B96F8A1246}">
      <dgm:prSet/>
      <dgm:spPr/>
      <dgm:t>
        <a:bodyPr/>
        <a:lstStyle/>
        <a:p>
          <a:endParaRPr lang="en-US"/>
        </a:p>
      </dgm:t>
    </dgm:pt>
    <dgm:pt modelId="{A4F771F8-3A61-443C-9EB6-9F8B5B2704DE}">
      <dgm:prSet/>
      <dgm:spPr/>
      <dgm:t>
        <a:bodyPr/>
        <a:lstStyle/>
        <a:p>
          <a:pPr>
            <a:defRPr b="1"/>
          </a:pPr>
          <a:r>
            <a:rPr lang="pt-PT"/>
            <a:t>Staging area</a:t>
          </a:r>
          <a:endParaRPr lang="en-US"/>
        </a:p>
      </dgm:t>
    </dgm:pt>
    <dgm:pt modelId="{A8CCA652-D601-475F-9DE2-DFF1B25E0FC3}" type="parTrans" cxnId="{6BEBF2D9-99A5-405E-B233-29E3D6B55BB1}">
      <dgm:prSet/>
      <dgm:spPr/>
      <dgm:t>
        <a:bodyPr/>
        <a:lstStyle/>
        <a:p>
          <a:endParaRPr lang="en-US"/>
        </a:p>
      </dgm:t>
    </dgm:pt>
    <dgm:pt modelId="{0D30EBEA-27DE-498B-91FA-A40FFD7E116E}" type="sibTrans" cxnId="{6BEBF2D9-99A5-405E-B233-29E3D6B55BB1}">
      <dgm:prSet/>
      <dgm:spPr/>
      <dgm:t>
        <a:bodyPr/>
        <a:lstStyle/>
        <a:p>
          <a:endParaRPr lang="en-US"/>
        </a:p>
      </dgm:t>
    </dgm:pt>
    <dgm:pt modelId="{D4F3F60F-7C0D-4967-B61C-995C1EE4D3F3}">
      <dgm:prSet/>
      <dgm:spPr/>
      <dgm:t>
        <a:bodyPr/>
        <a:lstStyle/>
        <a:p>
          <a:r>
            <a:rPr lang="pt-PT"/>
            <a:t>informamos o que queremos adicionar para que o git mantenha o acompanhamento dos arquivos</a:t>
          </a:r>
          <a:endParaRPr lang="en-US"/>
        </a:p>
      </dgm:t>
    </dgm:pt>
    <dgm:pt modelId="{F4BB2241-8F2F-4DAA-B276-F12C4D81F7E7}" type="parTrans" cxnId="{5DB8DE98-BEEE-49C3-9FE5-41104AD76BD8}">
      <dgm:prSet/>
      <dgm:spPr/>
      <dgm:t>
        <a:bodyPr/>
        <a:lstStyle/>
        <a:p>
          <a:endParaRPr lang="en-US"/>
        </a:p>
      </dgm:t>
    </dgm:pt>
    <dgm:pt modelId="{92FE2353-203A-492A-817E-EA749F95CE34}" type="sibTrans" cxnId="{5DB8DE98-BEEE-49C3-9FE5-41104AD76BD8}">
      <dgm:prSet/>
      <dgm:spPr/>
      <dgm:t>
        <a:bodyPr/>
        <a:lstStyle/>
        <a:p>
          <a:endParaRPr lang="en-US"/>
        </a:p>
      </dgm:t>
    </dgm:pt>
    <dgm:pt modelId="{C483510E-D069-49E5-AA00-881D74073874}">
      <dgm:prSet/>
      <dgm:spPr/>
      <dgm:t>
        <a:bodyPr/>
        <a:lstStyle/>
        <a:p>
          <a:pPr>
            <a:defRPr b="1"/>
          </a:pPr>
          <a:r>
            <a:rPr lang="pt-PT"/>
            <a:t>Local repository</a:t>
          </a:r>
          <a:endParaRPr lang="en-US"/>
        </a:p>
      </dgm:t>
    </dgm:pt>
    <dgm:pt modelId="{2D4E03DD-83A1-4B1F-8589-82A416D882C3}" type="parTrans" cxnId="{F57702F7-2FCB-4EFC-BD3C-56F311AED91F}">
      <dgm:prSet/>
      <dgm:spPr/>
      <dgm:t>
        <a:bodyPr/>
        <a:lstStyle/>
        <a:p>
          <a:endParaRPr lang="en-US"/>
        </a:p>
      </dgm:t>
    </dgm:pt>
    <dgm:pt modelId="{802A82CF-28E6-431A-A00F-4743CFE56328}" type="sibTrans" cxnId="{F57702F7-2FCB-4EFC-BD3C-56F311AED91F}">
      <dgm:prSet/>
      <dgm:spPr/>
      <dgm:t>
        <a:bodyPr/>
        <a:lstStyle/>
        <a:p>
          <a:endParaRPr lang="en-US"/>
        </a:p>
      </dgm:t>
    </dgm:pt>
    <dgm:pt modelId="{FD86F9F4-7D0E-4B9E-93E1-9B1F1748F06F}">
      <dgm:prSet/>
      <dgm:spPr/>
      <dgm:t>
        <a:bodyPr/>
        <a:lstStyle/>
        <a:p>
          <a:r>
            <a:rPr lang="pt-PT"/>
            <a:t>representa onde os nossos snapshots estão guardados como um histórico do nosso projeto</a:t>
          </a:r>
          <a:endParaRPr lang="en-US"/>
        </a:p>
      </dgm:t>
    </dgm:pt>
    <dgm:pt modelId="{354C1F90-9850-423A-BD88-008AD60C3D6B}" type="parTrans" cxnId="{6FC844E8-32E9-48E7-AE6E-B90F628FC2C3}">
      <dgm:prSet/>
      <dgm:spPr/>
      <dgm:t>
        <a:bodyPr/>
        <a:lstStyle/>
        <a:p>
          <a:endParaRPr lang="en-US"/>
        </a:p>
      </dgm:t>
    </dgm:pt>
    <dgm:pt modelId="{2CC24D42-F788-44E9-BD61-2B65BA389D1A}" type="sibTrans" cxnId="{6FC844E8-32E9-48E7-AE6E-B90F628FC2C3}">
      <dgm:prSet/>
      <dgm:spPr/>
      <dgm:t>
        <a:bodyPr/>
        <a:lstStyle/>
        <a:p>
          <a:endParaRPr lang="en-US"/>
        </a:p>
      </dgm:t>
    </dgm:pt>
    <dgm:pt modelId="{CB946202-98F1-4C82-81E0-B402067539A0}" type="pres">
      <dgm:prSet presAssocID="{10FA3253-DFF4-4061-93B7-68D8E52FAF7B}" presName="root" presStyleCnt="0">
        <dgm:presLayoutVars>
          <dgm:dir/>
          <dgm:resizeHandles val="exact"/>
        </dgm:presLayoutVars>
      </dgm:prSet>
      <dgm:spPr/>
    </dgm:pt>
    <dgm:pt modelId="{455A09B9-DA0E-47FD-8E61-FFF8138B1C6D}" type="pres">
      <dgm:prSet presAssocID="{4D19DDCF-9114-41EA-B741-2F067A6C1C0C}" presName="compNode" presStyleCnt="0"/>
      <dgm:spPr/>
    </dgm:pt>
    <dgm:pt modelId="{8A422FFA-336F-4408-8A91-C61648819466}" type="pres">
      <dgm:prSet presAssocID="{4D19DDCF-9114-41EA-B741-2F067A6C1C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4D59AD1-FD46-472C-9850-66FF6A1FF724}" type="pres">
      <dgm:prSet presAssocID="{4D19DDCF-9114-41EA-B741-2F067A6C1C0C}" presName="iconSpace" presStyleCnt="0"/>
      <dgm:spPr/>
    </dgm:pt>
    <dgm:pt modelId="{8CBF2EBC-0B64-4271-9CC0-75033A2D34B7}" type="pres">
      <dgm:prSet presAssocID="{4D19DDCF-9114-41EA-B741-2F067A6C1C0C}" presName="parTx" presStyleLbl="revTx" presStyleIdx="0" presStyleCnt="6">
        <dgm:presLayoutVars>
          <dgm:chMax val="0"/>
          <dgm:chPref val="0"/>
        </dgm:presLayoutVars>
      </dgm:prSet>
      <dgm:spPr/>
    </dgm:pt>
    <dgm:pt modelId="{CFD40A16-A128-48C3-B351-5A2FB9FAB651}" type="pres">
      <dgm:prSet presAssocID="{4D19DDCF-9114-41EA-B741-2F067A6C1C0C}" presName="txSpace" presStyleCnt="0"/>
      <dgm:spPr/>
    </dgm:pt>
    <dgm:pt modelId="{E08039F4-9FC8-43DF-BE70-F78D29A7E282}" type="pres">
      <dgm:prSet presAssocID="{4D19DDCF-9114-41EA-B741-2F067A6C1C0C}" presName="desTx" presStyleLbl="revTx" presStyleIdx="1" presStyleCnt="6">
        <dgm:presLayoutVars/>
      </dgm:prSet>
      <dgm:spPr/>
    </dgm:pt>
    <dgm:pt modelId="{CC2E1A6E-26F9-4870-AD0B-1B7D9BA9018A}" type="pres">
      <dgm:prSet presAssocID="{21ADDC3E-59FA-488F-BBF0-E31193482983}" presName="sibTrans" presStyleCnt="0"/>
      <dgm:spPr/>
    </dgm:pt>
    <dgm:pt modelId="{390FA3E0-0986-4B99-90CD-27C28B399A77}" type="pres">
      <dgm:prSet presAssocID="{A4F771F8-3A61-443C-9EB6-9F8B5B2704DE}" presName="compNode" presStyleCnt="0"/>
      <dgm:spPr/>
    </dgm:pt>
    <dgm:pt modelId="{7FA0B21C-FD7B-434E-8D9F-74BE5819DBF4}" type="pres">
      <dgm:prSet presAssocID="{A4F771F8-3A61-443C-9EB6-9F8B5B2704D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AE81D453-ED3F-4777-947F-D81FB413366F}" type="pres">
      <dgm:prSet presAssocID="{A4F771F8-3A61-443C-9EB6-9F8B5B2704DE}" presName="iconSpace" presStyleCnt="0"/>
      <dgm:spPr/>
    </dgm:pt>
    <dgm:pt modelId="{B5D11426-0092-4DE8-94E3-7C988FE84F4F}" type="pres">
      <dgm:prSet presAssocID="{A4F771F8-3A61-443C-9EB6-9F8B5B2704DE}" presName="parTx" presStyleLbl="revTx" presStyleIdx="2" presStyleCnt="6">
        <dgm:presLayoutVars>
          <dgm:chMax val="0"/>
          <dgm:chPref val="0"/>
        </dgm:presLayoutVars>
      </dgm:prSet>
      <dgm:spPr/>
    </dgm:pt>
    <dgm:pt modelId="{F9947E3C-D27A-46A5-B32D-2DE91244D194}" type="pres">
      <dgm:prSet presAssocID="{A4F771F8-3A61-443C-9EB6-9F8B5B2704DE}" presName="txSpace" presStyleCnt="0"/>
      <dgm:spPr/>
    </dgm:pt>
    <dgm:pt modelId="{775D1060-C157-4AC5-8D9B-0CE9BA0FA6A8}" type="pres">
      <dgm:prSet presAssocID="{A4F771F8-3A61-443C-9EB6-9F8B5B2704DE}" presName="desTx" presStyleLbl="revTx" presStyleIdx="3" presStyleCnt="6">
        <dgm:presLayoutVars/>
      </dgm:prSet>
      <dgm:spPr/>
    </dgm:pt>
    <dgm:pt modelId="{95FB9253-6CF9-4385-A3A4-85CC302477D1}" type="pres">
      <dgm:prSet presAssocID="{0D30EBEA-27DE-498B-91FA-A40FFD7E116E}" presName="sibTrans" presStyleCnt="0"/>
      <dgm:spPr/>
    </dgm:pt>
    <dgm:pt modelId="{684C18EA-43F2-4BB4-A61B-439040FC0C38}" type="pres">
      <dgm:prSet presAssocID="{C483510E-D069-49E5-AA00-881D74073874}" presName="compNode" presStyleCnt="0"/>
      <dgm:spPr/>
    </dgm:pt>
    <dgm:pt modelId="{B5E6ED62-90D1-460C-8820-AE7D67B2BEB4}" type="pres">
      <dgm:prSet presAssocID="{C483510E-D069-49E5-AA00-881D740738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79D66DCD-F80D-4544-BDFF-DDF528789F5F}" type="pres">
      <dgm:prSet presAssocID="{C483510E-D069-49E5-AA00-881D74073874}" presName="iconSpace" presStyleCnt="0"/>
      <dgm:spPr/>
    </dgm:pt>
    <dgm:pt modelId="{BA036F7A-3DD2-423A-B127-E0C5443340A6}" type="pres">
      <dgm:prSet presAssocID="{C483510E-D069-49E5-AA00-881D74073874}" presName="parTx" presStyleLbl="revTx" presStyleIdx="4" presStyleCnt="6">
        <dgm:presLayoutVars>
          <dgm:chMax val="0"/>
          <dgm:chPref val="0"/>
        </dgm:presLayoutVars>
      </dgm:prSet>
      <dgm:spPr/>
    </dgm:pt>
    <dgm:pt modelId="{59C8ED34-4B38-477F-90E1-99D8DD2BDF0A}" type="pres">
      <dgm:prSet presAssocID="{C483510E-D069-49E5-AA00-881D74073874}" presName="txSpace" presStyleCnt="0"/>
      <dgm:spPr/>
    </dgm:pt>
    <dgm:pt modelId="{DE4A93CD-931D-4908-BB95-E7753E6B9820}" type="pres">
      <dgm:prSet presAssocID="{C483510E-D069-49E5-AA00-881D74073874}" presName="desTx" presStyleLbl="revTx" presStyleIdx="5" presStyleCnt="6">
        <dgm:presLayoutVars/>
      </dgm:prSet>
      <dgm:spPr/>
    </dgm:pt>
  </dgm:ptLst>
  <dgm:cxnLst>
    <dgm:cxn modelId="{52BD241C-DB48-4253-A155-CFAA69CF21D8}" type="presOf" srcId="{4A9F1A9E-82C9-40EB-9F6B-33CBB0C90523}" destId="{E08039F4-9FC8-43DF-BE70-F78D29A7E282}" srcOrd="0" destOrd="0" presId="urn:microsoft.com/office/officeart/2018/2/layout/IconLabelDescriptionList"/>
    <dgm:cxn modelId="{5BE74038-F77C-4250-A00B-C8B96F8A1246}" srcId="{4D19DDCF-9114-41EA-B741-2F067A6C1C0C}" destId="{4A9F1A9E-82C9-40EB-9F6B-33CBB0C90523}" srcOrd="0" destOrd="0" parTransId="{028CBB6E-2672-4E4A-8536-799F800C3FFF}" sibTransId="{2C0AAAA8-F497-4738-824F-44E6AF546433}"/>
    <dgm:cxn modelId="{77F92A47-4FC5-4320-B1BC-62A9AD8C4EB2}" type="presOf" srcId="{A4F771F8-3A61-443C-9EB6-9F8B5B2704DE}" destId="{B5D11426-0092-4DE8-94E3-7C988FE84F4F}" srcOrd="0" destOrd="0" presId="urn:microsoft.com/office/officeart/2018/2/layout/IconLabelDescriptionList"/>
    <dgm:cxn modelId="{EC35F94E-9C6E-4FC4-BFCB-09D208666C1A}" srcId="{10FA3253-DFF4-4061-93B7-68D8E52FAF7B}" destId="{4D19DDCF-9114-41EA-B741-2F067A6C1C0C}" srcOrd="0" destOrd="0" parTransId="{B0D19920-BDA0-4DCC-9F2F-1ED323200CEE}" sibTransId="{21ADDC3E-59FA-488F-BBF0-E31193482983}"/>
    <dgm:cxn modelId="{37F76E73-7AEF-4CB6-815F-DF8B3CE88E4F}" type="presOf" srcId="{10FA3253-DFF4-4061-93B7-68D8E52FAF7B}" destId="{CB946202-98F1-4C82-81E0-B402067539A0}" srcOrd="0" destOrd="0" presId="urn:microsoft.com/office/officeart/2018/2/layout/IconLabelDescriptionList"/>
    <dgm:cxn modelId="{5DB8DE98-BEEE-49C3-9FE5-41104AD76BD8}" srcId="{A4F771F8-3A61-443C-9EB6-9F8B5B2704DE}" destId="{D4F3F60F-7C0D-4967-B61C-995C1EE4D3F3}" srcOrd="0" destOrd="0" parTransId="{F4BB2241-8F2F-4DAA-B276-F12C4D81F7E7}" sibTransId="{92FE2353-203A-492A-817E-EA749F95CE34}"/>
    <dgm:cxn modelId="{E915B99E-3745-466F-B970-B792CACDB406}" type="presOf" srcId="{C483510E-D069-49E5-AA00-881D74073874}" destId="{BA036F7A-3DD2-423A-B127-E0C5443340A6}" srcOrd="0" destOrd="0" presId="urn:microsoft.com/office/officeart/2018/2/layout/IconLabelDescriptionList"/>
    <dgm:cxn modelId="{AE0CE4B6-1907-4CDC-A06F-A5EBBFAF6BCA}" type="presOf" srcId="{4D19DDCF-9114-41EA-B741-2F067A6C1C0C}" destId="{8CBF2EBC-0B64-4271-9CC0-75033A2D34B7}" srcOrd="0" destOrd="0" presId="urn:microsoft.com/office/officeart/2018/2/layout/IconLabelDescriptionList"/>
    <dgm:cxn modelId="{6BEBF2D9-99A5-405E-B233-29E3D6B55BB1}" srcId="{10FA3253-DFF4-4061-93B7-68D8E52FAF7B}" destId="{A4F771F8-3A61-443C-9EB6-9F8B5B2704DE}" srcOrd="1" destOrd="0" parTransId="{A8CCA652-D601-475F-9DE2-DFF1B25E0FC3}" sibTransId="{0D30EBEA-27DE-498B-91FA-A40FFD7E116E}"/>
    <dgm:cxn modelId="{AEC72BE2-FD44-4073-A9E1-3CD8476AE3DF}" type="presOf" srcId="{FD86F9F4-7D0E-4B9E-93E1-9B1F1748F06F}" destId="{DE4A93CD-931D-4908-BB95-E7753E6B9820}" srcOrd="0" destOrd="0" presId="urn:microsoft.com/office/officeart/2018/2/layout/IconLabelDescriptionList"/>
    <dgm:cxn modelId="{757630E6-5933-4C12-ADD9-428DF51C9283}" type="presOf" srcId="{D4F3F60F-7C0D-4967-B61C-995C1EE4D3F3}" destId="{775D1060-C157-4AC5-8D9B-0CE9BA0FA6A8}" srcOrd="0" destOrd="0" presId="urn:microsoft.com/office/officeart/2018/2/layout/IconLabelDescriptionList"/>
    <dgm:cxn modelId="{6FC844E8-32E9-48E7-AE6E-B90F628FC2C3}" srcId="{C483510E-D069-49E5-AA00-881D74073874}" destId="{FD86F9F4-7D0E-4B9E-93E1-9B1F1748F06F}" srcOrd="0" destOrd="0" parTransId="{354C1F90-9850-423A-BD88-008AD60C3D6B}" sibTransId="{2CC24D42-F788-44E9-BD61-2B65BA389D1A}"/>
    <dgm:cxn modelId="{F57702F7-2FCB-4EFC-BD3C-56F311AED91F}" srcId="{10FA3253-DFF4-4061-93B7-68D8E52FAF7B}" destId="{C483510E-D069-49E5-AA00-881D74073874}" srcOrd="2" destOrd="0" parTransId="{2D4E03DD-83A1-4B1F-8589-82A416D882C3}" sibTransId="{802A82CF-28E6-431A-A00F-4743CFE56328}"/>
    <dgm:cxn modelId="{B32E5689-A7AA-48F2-AC65-6ECCDC214C13}" type="presParOf" srcId="{CB946202-98F1-4C82-81E0-B402067539A0}" destId="{455A09B9-DA0E-47FD-8E61-FFF8138B1C6D}" srcOrd="0" destOrd="0" presId="urn:microsoft.com/office/officeart/2018/2/layout/IconLabelDescriptionList"/>
    <dgm:cxn modelId="{E3034571-EBBB-4269-B09B-414F28F0E604}" type="presParOf" srcId="{455A09B9-DA0E-47FD-8E61-FFF8138B1C6D}" destId="{8A422FFA-336F-4408-8A91-C61648819466}" srcOrd="0" destOrd="0" presId="urn:microsoft.com/office/officeart/2018/2/layout/IconLabelDescriptionList"/>
    <dgm:cxn modelId="{13DDD6BA-295D-47E1-A83D-45246C15A9BE}" type="presParOf" srcId="{455A09B9-DA0E-47FD-8E61-FFF8138B1C6D}" destId="{B4D59AD1-FD46-472C-9850-66FF6A1FF724}" srcOrd="1" destOrd="0" presId="urn:microsoft.com/office/officeart/2018/2/layout/IconLabelDescriptionList"/>
    <dgm:cxn modelId="{1DD9CCB4-CA57-4875-8E8A-A9501C34652C}" type="presParOf" srcId="{455A09B9-DA0E-47FD-8E61-FFF8138B1C6D}" destId="{8CBF2EBC-0B64-4271-9CC0-75033A2D34B7}" srcOrd="2" destOrd="0" presId="urn:microsoft.com/office/officeart/2018/2/layout/IconLabelDescriptionList"/>
    <dgm:cxn modelId="{9CC48412-7B0B-4395-BF64-E08ACF31D34A}" type="presParOf" srcId="{455A09B9-DA0E-47FD-8E61-FFF8138B1C6D}" destId="{CFD40A16-A128-48C3-B351-5A2FB9FAB651}" srcOrd="3" destOrd="0" presId="urn:microsoft.com/office/officeart/2018/2/layout/IconLabelDescriptionList"/>
    <dgm:cxn modelId="{D8937D75-86F8-4AFA-A0F7-03168BD9442F}" type="presParOf" srcId="{455A09B9-DA0E-47FD-8E61-FFF8138B1C6D}" destId="{E08039F4-9FC8-43DF-BE70-F78D29A7E282}" srcOrd="4" destOrd="0" presId="urn:microsoft.com/office/officeart/2018/2/layout/IconLabelDescriptionList"/>
    <dgm:cxn modelId="{86A70875-9500-491A-A270-F957940B9C04}" type="presParOf" srcId="{CB946202-98F1-4C82-81E0-B402067539A0}" destId="{CC2E1A6E-26F9-4870-AD0B-1B7D9BA9018A}" srcOrd="1" destOrd="0" presId="urn:microsoft.com/office/officeart/2018/2/layout/IconLabelDescriptionList"/>
    <dgm:cxn modelId="{A66445F4-ED69-4080-8C1D-575871432054}" type="presParOf" srcId="{CB946202-98F1-4C82-81E0-B402067539A0}" destId="{390FA3E0-0986-4B99-90CD-27C28B399A77}" srcOrd="2" destOrd="0" presId="urn:microsoft.com/office/officeart/2018/2/layout/IconLabelDescriptionList"/>
    <dgm:cxn modelId="{CD4F1D59-A4FA-4328-8F79-F9E7803DAA02}" type="presParOf" srcId="{390FA3E0-0986-4B99-90CD-27C28B399A77}" destId="{7FA0B21C-FD7B-434E-8D9F-74BE5819DBF4}" srcOrd="0" destOrd="0" presId="urn:microsoft.com/office/officeart/2018/2/layout/IconLabelDescriptionList"/>
    <dgm:cxn modelId="{06DD46AE-8445-4C01-8B6C-2D9C8DE516B4}" type="presParOf" srcId="{390FA3E0-0986-4B99-90CD-27C28B399A77}" destId="{AE81D453-ED3F-4777-947F-D81FB413366F}" srcOrd="1" destOrd="0" presId="urn:microsoft.com/office/officeart/2018/2/layout/IconLabelDescriptionList"/>
    <dgm:cxn modelId="{3AECB9F5-CB1E-4531-8989-E49EB2971177}" type="presParOf" srcId="{390FA3E0-0986-4B99-90CD-27C28B399A77}" destId="{B5D11426-0092-4DE8-94E3-7C988FE84F4F}" srcOrd="2" destOrd="0" presId="urn:microsoft.com/office/officeart/2018/2/layout/IconLabelDescriptionList"/>
    <dgm:cxn modelId="{5413E002-88FE-4E28-8BC8-DE57A3175537}" type="presParOf" srcId="{390FA3E0-0986-4B99-90CD-27C28B399A77}" destId="{F9947E3C-D27A-46A5-B32D-2DE91244D194}" srcOrd="3" destOrd="0" presId="urn:microsoft.com/office/officeart/2018/2/layout/IconLabelDescriptionList"/>
    <dgm:cxn modelId="{9259953D-0598-4A86-ACA0-27A4A28E1BCD}" type="presParOf" srcId="{390FA3E0-0986-4B99-90CD-27C28B399A77}" destId="{775D1060-C157-4AC5-8D9B-0CE9BA0FA6A8}" srcOrd="4" destOrd="0" presId="urn:microsoft.com/office/officeart/2018/2/layout/IconLabelDescriptionList"/>
    <dgm:cxn modelId="{08E90CD1-615F-445A-8CF6-4435D0EDADC5}" type="presParOf" srcId="{CB946202-98F1-4C82-81E0-B402067539A0}" destId="{95FB9253-6CF9-4385-A3A4-85CC302477D1}" srcOrd="3" destOrd="0" presId="urn:microsoft.com/office/officeart/2018/2/layout/IconLabelDescriptionList"/>
    <dgm:cxn modelId="{6A109D68-B469-43CE-ADF1-B5F9AB780205}" type="presParOf" srcId="{CB946202-98F1-4C82-81E0-B402067539A0}" destId="{684C18EA-43F2-4BB4-A61B-439040FC0C38}" srcOrd="4" destOrd="0" presId="urn:microsoft.com/office/officeart/2018/2/layout/IconLabelDescriptionList"/>
    <dgm:cxn modelId="{24935AB6-38E6-41DC-9AC6-580BB78C440D}" type="presParOf" srcId="{684C18EA-43F2-4BB4-A61B-439040FC0C38}" destId="{B5E6ED62-90D1-460C-8820-AE7D67B2BEB4}" srcOrd="0" destOrd="0" presId="urn:microsoft.com/office/officeart/2018/2/layout/IconLabelDescriptionList"/>
    <dgm:cxn modelId="{C6465948-0B1A-43A3-9FA5-63E054382CD0}" type="presParOf" srcId="{684C18EA-43F2-4BB4-A61B-439040FC0C38}" destId="{79D66DCD-F80D-4544-BDFF-DDF528789F5F}" srcOrd="1" destOrd="0" presId="urn:microsoft.com/office/officeart/2018/2/layout/IconLabelDescriptionList"/>
    <dgm:cxn modelId="{5B05888F-BA81-4BF9-942B-EB5ABDFC81A5}" type="presParOf" srcId="{684C18EA-43F2-4BB4-A61B-439040FC0C38}" destId="{BA036F7A-3DD2-423A-B127-E0C5443340A6}" srcOrd="2" destOrd="0" presId="urn:microsoft.com/office/officeart/2018/2/layout/IconLabelDescriptionList"/>
    <dgm:cxn modelId="{2FB0FEC4-B1D6-4813-B35E-D1CE554FD654}" type="presParOf" srcId="{684C18EA-43F2-4BB4-A61B-439040FC0C38}" destId="{59C8ED34-4B38-477F-90E1-99D8DD2BDF0A}" srcOrd="3" destOrd="0" presId="urn:microsoft.com/office/officeart/2018/2/layout/IconLabelDescriptionList"/>
    <dgm:cxn modelId="{CFB1F98F-0360-4C3E-A548-B1580C8F11FC}" type="presParOf" srcId="{684C18EA-43F2-4BB4-A61B-439040FC0C38}" destId="{DE4A93CD-931D-4908-BB95-E7753E6B982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A36318-4C50-4486-BC38-6707C482257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4A971F-1452-4CB7-ABED-EFF785FB7AE0}" type="pres">
      <dgm:prSet presAssocID="{20A36318-4C50-4486-BC38-6707C4822578}" presName="root" presStyleCnt="0">
        <dgm:presLayoutVars>
          <dgm:dir/>
          <dgm:resizeHandles val="exact"/>
        </dgm:presLayoutVars>
      </dgm:prSet>
      <dgm:spPr/>
    </dgm:pt>
  </dgm:ptLst>
  <dgm:cxnLst>
    <dgm:cxn modelId="{205D10AC-AEE7-4F68-B5CE-8FD8800D6AE5}" type="presOf" srcId="{20A36318-4C50-4486-BC38-6707C4822578}" destId="{824A971F-1452-4CB7-ABED-EFF785FB7AE0}" srcOrd="0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A36318-4C50-4486-BC38-6707C482257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4A971F-1452-4CB7-ABED-EFF785FB7AE0}" type="pres">
      <dgm:prSet presAssocID="{20A36318-4C50-4486-BC38-6707C4822578}" presName="root" presStyleCnt="0">
        <dgm:presLayoutVars>
          <dgm:dir/>
          <dgm:resizeHandles val="exact"/>
        </dgm:presLayoutVars>
      </dgm:prSet>
      <dgm:spPr/>
    </dgm:pt>
  </dgm:ptLst>
  <dgm:cxnLst>
    <dgm:cxn modelId="{205D10AC-AEE7-4F68-B5CE-8FD8800D6AE5}" type="presOf" srcId="{20A36318-4C50-4486-BC38-6707C4822578}" destId="{824A971F-1452-4CB7-ABED-EFF785FB7AE0}" srcOrd="0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112C54-250E-401F-BA7C-1A8A5C823F1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6E2AD5-74B7-4B1E-8A31-C1FFBDA17AA8}">
      <dgm:prSet/>
      <dgm:spPr/>
      <dgm:t>
        <a:bodyPr/>
        <a:lstStyle/>
        <a:p>
          <a:r>
            <a:rPr lang="pt-PT"/>
            <a:t>&gt; mkdir ListaTFC</a:t>
          </a:r>
          <a:endParaRPr lang="en-US"/>
        </a:p>
      </dgm:t>
    </dgm:pt>
    <dgm:pt modelId="{8AFD7296-9631-4AEB-860B-E276EA59D7AB}" type="parTrans" cxnId="{C62FC3B9-5001-4201-BF24-7C7B0F13625A}">
      <dgm:prSet/>
      <dgm:spPr/>
      <dgm:t>
        <a:bodyPr/>
        <a:lstStyle/>
        <a:p>
          <a:endParaRPr lang="en-US"/>
        </a:p>
      </dgm:t>
    </dgm:pt>
    <dgm:pt modelId="{DD8C964E-2C11-4C29-9A8A-145654037EC6}" type="sibTrans" cxnId="{C62FC3B9-5001-4201-BF24-7C7B0F13625A}">
      <dgm:prSet/>
      <dgm:spPr/>
      <dgm:t>
        <a:bodyPr/>
        <a:lstStyle/>
        <a:p>
          <a:endParaRPr lang="en-US"/>
        </a:p>
      </dgm:t>
    </dgm:pt>
    <dgm:pt modelId="{9B6F3C1A-7BF2-40BC-BA00-A1AAA579C3BA}">
      <dgm:prSet/>
      <dgm:spPr/>
      <dgm:t>
        <a:bodyPr/>
        <a:lstStyle/>
        <a:p>
          <a:r>
            <a:rPr lang="pt-PT"/>
            <a:t>&gt; cd ListaTFC</a:t>
          </a:r>
          <a:endParaRPr lang="en-US"/>
        </a:p>
      </dgm:t>
    </dgm:pt>
    <dgm:pt modelId="{62F0120F-54BC-412A-AAED-E0EA8F89CC59}" type="parTrans" cxnId="{0E39B10F-FBE8-4F36-AF8C-5B3867196F2E}">
      <dgm:prSet/>
      <dgm:spPr/>
      <dgm:t>
        <a:bodyPr/>
        <a:lstStyle/>
        <a:p>
          <a:endParaRPr lang="en-US"/>
        </a:p>
      </dgm:t>
    </dgm:pt>
    <dgm:pt modelId="{D9C8A257-6E31-4589-A44B-68F9C871ABF3}" type="sibTrans" cxnId="{0E39B10F-FBE8-4F36-AF8C-5B3867196F2E}">
      <dgm:prSet/>
      <dgm:spPr/>
      <dgm:t>
        <a:bodyPr/>
        <a:lstStyle/>
        <a:p>
          <a:endParaRPr lang="en-US"/>
        </a:p>
      </dgm:t>
    </dgm:pt>
    <dgm:pt modelId="{17D55B64-E20E-4116-B7A1-0E4F58025217}">
      <dgm:prSet/>
      <dgm:spPr/>
      <dgm:t>
        <a:bodyPr/>
        <a:lstStyle/>
        <a:p>
          <a:r>
            <a:rPr lang="pt-PT"/>
            <a:t>&gt; git init</a:t>
          </a:r>
          <a:endParaRPr lang="en-US"/>
        </a:p>
      </dgm:t>
    </dgm:pt>
    <dgm:pt modelId="{264BD85B-4598-4F86-88F6-ECF99A90DACD}" type="parTrans" cxnId="{B1D5437E-B5E2-464E-BE9C-6C19EA8449CD}">
      <dgm:prSet/>
      <dgm:spPr/>
      <dgm:t>
        <a:bodyPr/>
        <a:lstStyle/>
        <a:p>
          <a:endParaRPr lang="en-US"/>
        </a:p>
      </dgm:t>
    </dgm:pt>
    <dgm:pt modelId="{6E701E34-D3AF-4973-9356-6E67DA462400}" type="sibTrans" cxnId="{B1D5437E-B5E2-464E-BE9C-6C19EA8449CD}">
      <dgm:prSet/>
      <dgm:spPr/>
      <dgm:t>
        <a:bodyPr/>
        <a:lstStyle/>
        <a:p>
          <a:endParaRPr lang="en-US"/>
        </a:p>
      </dgm:t>
    </dgm:pt>
    <dgm:pt modelId="{B0037EA2-6FFE-43E7-963E-19C8167EFCA0}">
      <dgm:prSet/>
      <dgm:spPr/>
      <dgm:t>
        <a:bodyPr/>
        <a:lstStyle/>
        <a:p>
          <a:r>
            <a:rPr lang="pt-PT"/>
            <a:t>&gt; ls -a</a:t>
          </a:r>
          <a:endParaRPr lang="en-US"/>
        </a:p>
      </dgm:t>
    </dgm:pt>
    <dgm:pt modelId="{7C7827DA-563C-4C11-9531-31D8818E3D29}" type="parTrans" cxnId="{6B4B25BF-F259-411E-9C13-DCE9E85A4329}">
      <dgm:prSet/>
      <dgm:spPr/>
      <dgm:t>
        <a:bodyPr/>
        <a:lstStyle/>
        <a:p>
          <a:endParaRPr lang="en-US"/>
        </a:p>
      </dgm:t>
    </dgm:pt>
    <dgm:pt modelId="{6B17F77E-38F4-4A33-96D5-72B0AE7172B1}" type="sibTrans" cxnId="{6B4B25BF-F259-411E-9C13-DCE9E85A4329}">
      <dgm:prSet/>
      <dgm:spPr/>
      <dgm:t>
        <a:bodyPr/>
        <a:lstStyle/>
        <a:p>
          <a:endParaRPr lang="en-US"/>
        </a:p>
      </dgm:t>
    </dgm:pt>
    <dgm:pt modelId="{53331921-1301-447F-B456-55591A336DB3}">
      <dgm:prSet/>
      <dgm:spPr/>
      <dgm:t>
        <a:bodyPr/>
        <a:lstStyle/>
        <a:p>
          <a:r>
            <a:rPr lang="pt-PT"/>
            <a:t>&gt; touch README.md</a:t>
          </a:r>
          <a:endParaRPr lang="en-US"/>
        </a:p>
      </dgm:t>
    </dgm:pt>
    <dgm:pt modelId="{E9A1DB22-570E-499E-8A88-8EE0CC1B37D6}" type="parTrans" cxnId="{ECBD8E02-41EB-4DA2-95E3-7E90C69ABEB1}">
      <dgm:prSet/>
      <dgm:spPr/>
      <dgm:t>
        <a:bodyPr/>
        <a:lstStyle/>
        <a:p>
          <a:endParaRPr lang="en-US"/>
        </a:p>
      </dgm:t>
    </dgm:pt>
    <dgm:pt modelId="{A92F59D3-0E92-49F7-9AFB-F479A72B271F}" type="sibTrans" cxnId="{ECBD8E02-41EB-4DA2-95E3-7E90C69ABEB1}">
      <dgm:prSet/>
      <dgm:spPr/>
      <dgm:t>
        <a:bodyPr/>
        <a:lstStyle/>
        <a:p>
          <a:endParaRPr lang="en-US"/>
        </a:p>
      </dgm:t>
    </dgm:pt>
    <dgm:pt modelId="{EF6528C0-42CD-4746-AC3F-040FF15B3CDA}">
      <dgm:prSet/>
      <dgm:spPr/>
      <dgm:t>
        <a:bodyPr/>
        <a:lstStyle/>
        <a:p>
          <a:r>
            <a:rPr lang="pt-PT"/>
            <a:t>&gt; git status</a:t>
          </a:r>
          <a:endParaRPr lang="en-US"/>
        </a:p>
      </dgm:t>
    </dgm:pt>
    <dgm:pt modelId="{2C541A54-F1F6-4C38-A178-66EA697499CC}" type="parTrans" cxnId="{B5C36790-EA95-43B5-B44A-075A0FA914BC}">
      <dgm:prSet/>
      <dgm:spPr/>
      <dgm:t>
        <a:bodyPr/>
        <a:lstStyle/>
        <a:p>
          <a:endParaRPr lang="en-US"/>
        </a:p>
      </dgm:t>
    </dgm:pt>
    <dgm:pt modelId="{1CF28457-E288-4886-B927-58835A59E18D}" type="sibTrans" cxnId="{B5C36790-EA95-43B5-B44A-075A0FA914BC}">
      <dgm:prSet/>
      <dgm:spPr/>
      <dgm:t>
        <a:bodyPr/>
        <a:lstStyle/>
        <a:p>
          <a:endParaRPr lang="en-US"/>
        </a:p>
      </dgm:t>
    </dgm:pt>
    <dgm:pt modelId="{D440B43D-AA01-4F3A-9AE0-F4BC9B96C9AA}">
      <dgm:prSet/>
      <dgm:spPr/>
      <dgm:t>
        <a:bodyPr/>
        <a:lstStyle/>
        <a:p>
          <a:r>
            <a:rPr lang="pt-PT"/>
            <a:t>&gt; git add README.md</a:t>
          </a:r>
          <a:endParaRPr lang="en-US"/>
        </a:p>
      </dgm:t>
    </dgm:pt>
    <dgm:pt modelId="{0AF0140F-A186-495B-B1CE-EAEC4516C8F4}" type="parTrans" cxnId="{BFA71BE8-4B50-4DDA-A5C9-2D6B0BE250A5}">
      <dgm:prSet/>
      <dgm:spPr/>
      <dgm:t>
        <a:bodyPr/>
        <a:lstStyle/>
        <a:p>
          <a:endParaRPr lang="en-US"/>
        </a:p>
      </dgm:t>
    </dgm:pt>
    <dgm:pt modelId="{0E1A13F9-0FA0-4173-8648-ED4ED2267F24}" type="sibTrans" cxnId="{BFA71BE8-4B50-4DDA-A5C9-2D6B0BE250A5}">
      <dgm:prSet/>
      <dgm:spPr/>
      <dgm:t>
        <a:bodyPr/>
        <a:lstStyle/>
        <a:p>
          <a:endParaRPr lang="en-US"/>
        </a:p>
      </dgm:t>
    </dgm:pt>
    <dgm:pt modelId="{37829EE4-D408-46AB-BB4B-B6EB0633617A}">
      <dgm:prSet/>
      <dgm:spPr/>
      <dgm:t>
        <a:bodyPr/>
        <a:lstStyle/>
        <a:p>
          <a:r>
            <a:rPr lang="pt-PT"/>
            <a:t>&gt; git status</a:t>
          </a:r>
          <a:endParaRPr lang="en-US"/>
        </a:p>
      </dgm:t>
    </dgm:pt>
    <dgm:pt modelId="{70F06841-DF28-44B4-99BE-7CDED53F0B7C}" type="parTrans" cxnId="{743CDB8B-2CD1-46B2-B56E-7BD89EA96EF3}">
      <dgm:prSet/>
      <dgm:spPr/>
      <dgm:t>
        <a:bodyPr/>
        <a:lstStyle/>
        <a:p>
          <a:endParaRPr lang="en-US"/>
        </a:p>
      </dgm:t>
    </dgm:pt>
    <dgm:pt modelId="{3288BD97-EB3F-472D-9756-684F28FE10D5}" type="sibTrans" cxnId="{743CDB8B-2CD1-46B2-B56E-7BD89EA96EF3}">
      <dgm:prSet/>
      <dgm:spPr/>
      <dgm:t>
        <a:bodyPr/>
        <a:lstStyle/>
        <a:p>
          <a:endParaRPr lang="en-US"/>
        </a:p>
      </dgm:t>
    </dgm:pt>
    <dgm:pt modelId="{5FA94961-C4C7-41B0-8A84-4563683A5246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</a:t>
          </a:r>
          <a:r>
            <a:rPr lang="pt-PT" dirty="0" err="1"/>
            <a:t>commit</a:t>
          </a:r>
          <a:r>
            <a:rPr lang="pt-PT" dirty="0"/>
            <a:t> –m "</a:t>
          </a:r>
          <a:r>
            <a:rPr lang="pt-PT" dirty="0" err="1"/>
            <a:t>Add</a:t>
          </a:r>
          <a:r>
            <a:rPr lang="pt-PT" dirty="0"/>
            <a:t> README.md"</a:t>
          </a:r>
          <a:endParaRPr lang="en-US" dirty="0"/>
        </a:p>
      </dgm:t>
    </dgm:pt>
    <dgm:pt modelId="{56EAE42D-F8DF-4BCA-9306-002DE06CF12B}" type="parTrans" cxnId="{4491DCA3-716E-43EC-8678-C3DE7FC7D802}">
      <dgm:prSet/>
      <dgm:spPr/>
      <dgm:t>
        <a:bodyPr/>
        <a:lstStyle/>
        <a:p>
          <a:endParaRPr lang="en-US"/>
        </a:p>
      </dgm:t>
    </dgm:pt>
    <dgm:pt modelId="{AF446132-E23D-47E3-AE90-361D7C4759EA}" type="sibTrans" cxnId="{4491DCA3-716E-43EC-8678-C3DE7FC7D802}">
      <dgm:prSet/>
      <dgm:spPr/>
      <dgm:t>
        <a:bodyPr/>
        <a:lstStyle/>
        <a:p>
          <a:endParaRPr lang="en-US"/>
        </a:p>
      </dgm:t>
    </dgm:pt>
    <dgm:pt modelId="{1E9B8748-4039-44E5-AD69-47DB0E53FC72}">
      <dgm:prSet/>
      <dgm:spPr/>
      <dgm:t>
        <a:bodyPr/>
        <a:lstStyle/>
        <a:p>
          <a:r>
            <a:rPr lang="pt-PT"/>
            <a:t>&gt; git log</a:t>
          </a:r>
          <a:endParaRPr lang="en-US"/>
        </a:p>
      </dgm:t>
    </dgm:pt>
    <dgm:pt modelId="{D067E547-E149-4CD1-97A9-6B7E939415F8}" type="parTrans" cxnId="{3D80070F-4F7C-48B6-9DCB-AE8512202EC3}">
      <dgm:prSet/>
      <dgm:spPr/>
      <dgm:t>
        <a:bodyPr/>
        <a:lstStyle/>
        <a:p>
          <a:endParaRPr lang="en-US"/>
        </a:p>
      </dgm:t>
    </dgm:pt>
    <dgm:pt modelId="{F3E5DBC1-270C-4C22-ADBC-ACBA8801C96C}" type="sibTrans" cxnId="{3D80070F-4F7C-48B6-9DCB-AE8512202EC3}">
      <dgm:prSet/>
      <dgm:spPr/>
      <dgm:t>
        <a:bodyPr/>
        <a:lstStyle/>
        <a:p>
          <a:endParaRPr lang="en-US"/>
        </a:p>
      </dgm:t>
    </dgm:pt>
    <dgm:pt modelId="{C0B5B688-352B-4674-949B-2278FC7C8ACB}" type="pres">
      <dgm:prSet presAssocID="{DC112C54-250E-401F-BA7C-1A8A5C823F18}" presName="diagram" presStyleCnt="0">
        <dgm:presLayoutVars>
          <dgm:dir/>
          <dgm:resizeHandles val="exact"/>
        </dgm:presLayoutVars>
      </dgm:prSet>
      <dgm:spPr/>
    </dgm:pt>
    <dgm:pt modelId="{7A48F5F4-2424-4E63-A3AB-FDDDAE3A7F42}" type="pres">
      <dgm:prSet presAssocID="{756E2AD5-74B7-4B1E-8A31-C1FFBDA17AA8}" presName="node" presStyleLbl="node1" presStyleIdx="0" presStyleCnt="10">
        <dgm:presLayoutVars>
          <dgm:bulletEnabled val="1"/>
        </dgm:presLayoutVars>
      </dgm:prSet>
      <dgm:spPr/>
    </dgm:pt>
    <dgm:pt modelId="{DA00A97D-E3B6-4C55-89BF-274CAD542401}" type="pres">
      <dgm:prSet presAssocID="{DD8C964E-2C11-4C29-9A8A-145654037EC6}" presName="sibTrans" presStyleCnt="0"/>
      <dgm:spPr/>
    </dgm:pt>
    <dgm:pt modelId="{A56E52F4-B125-41BD-8AD2-82BE4ADD4410}" type="pres">
      <dgm:prSet presAssocID="{9B6F3C1A-7BF2-40BC-BA00-A1AAA579C3BA}" presName="node" presStyleLbl="node1" presStyleIdx="1" presStyleCnt="10">
        <dgm:presLayoutVars>
          <dgm:bulletEnabled val="1"/>
        </dgm:presLayoutVars>
      </dgm:prSet>
      <dgm:spPr/>
    </dgm:pt>
    <dgm:pt modelId="{B2D3DBA6-EAC5-4130-8924-4E8AD1F9060B}" type="pres">
      <dgm:prSet presAssocID="{D9C8A257-6E31-4589-A44B-68F9C871ABF3}" presName="sibTrans" presStyleCnt="0"/>
      <dgm:spPr/>
    </dgm:pt>
    <dgm:pt modelId="{49148499-651F-4D79-8C0F-EF39A445EEE2}" type="pres">
      <dgm:prSet presAssocID="{17D55B64-E20E-4116-B7A1-0E4F58025217}" presName="node" presStyleLbl="node1" presStyleIdx="2" presStyleCnt="10">
        <dgm:presLayoutVars>
          <dgm:bulletEnabled val="1"/>
        </dgm:presLayoutVars>
      </dgm:prSet>
      <dgm:spPr/>
    </dgm:pt>
    <dgm:pt modelId="{BD7EA790-3F30-4FA2-BEC5-F6633B3FD1C2}" type="pres">
      <dgm:prSet presAssocID="{6E701E34-D3AF-4973-9356-6E67DA462400}" presName="sibTrans" presStyleCnt="0"/>
      <dgm:spPr/>
    </dgm:pt>
    <dgm:pt modelId="{ED03CEE3-5805-4159-9ABD-9365F9020BC2}" type="pres">
      <dgm:prSet presAssocID="{B0037EA2-6FFE-43E7-963E-19C8167EFCA0}" presName="node" presStyleLbl="node1" presStyleIdx="3" presStyleCnt="10">
        <dgm:presLayoutVars>
          <dgm:bulletEnabled val="1"/>
        </dgm:presLayoutVars>
      </dgm:prSet>
      <dgm:spPr/>
    </dgm:pt>
    <dgm:pt modelId="{F8CD2848-997A-4D94-963A-23E97DBA37E9}" type="pres">
      <dgm:prSet presAssocID="{6B17F77E-38F4-4A33-96D5-72B0AE7172B1}" presName="sibTrans" presStyleCnt="0"/>
      <dgm:spPr/>
    </dgm:pt>
    <dgm:pt modelId="{8C656A03-B7FD-4D71-BE4E-C97742D25A66}" type="pres">
      <dgm:prSet presAssocID="{53331921-1301-447F-B456-55591A336DB3}" presName="node" presStyleLbl="node1" presStyleIdx="4" presStyleCnt="10">
        <dgm:presLayoutVars>
          <dgm:bulletEnabled val="1"/>
        </dgm:presLayoutVars>
      </dgm:prSet>
      <dgm:spPr/>
    </dgm:pt>
    <dgm:pt modelId="{2609E19D-742D-422A-882D-359529B02801}" type="pres">
      <dgm:prSet presAssocID="{A92F59D3-0E92-49F7-9AFB-F479A72B271F}" presName="sibTrans" presStyleCnt="0"/>
      <dgm:spPr/>
    </dgm:pt>
    <dgm:pt modelId="{7461EBE6-B453-4772-AB34-615725F74AAE}" type="pres">
      <dgm:prSet presAssocID="{EF6528C0-42CD-4746-AC3F-040FF15B3CDA}" presName="node" presStyleLbl="node1" presStyleIdx="5" presStyleCnt="10">
        <dgm:presLayoutVars>
          <dgm:bulletEnabled val="1"/>
        </dgm:presLayoutVars>
      </dgm:prSet>
      <dgm:spPr/>
    </dgm:pt>
    <dgm:pt modelId="{10357BA8-C1B1-4BB8-8770-6A1B1381C221}" type="pres">
      <dgm:prSet presAssocID="{1CF28457-E288-4886-B927-58835A59E18D}" presName="sibTrans" presStyleCnt="0"/>
      <dgm:spPr/>
    </dgm:pt>
    <dgm:pt modelId="{5206A6C7-AC16-41B0-AB32-8B71B63582B6}" type="pres">
      <dgm:prSet presAssocID="{D440B43D-AA01-4F3A-9AE0-F4BC9B96C9AA}" presName="node" presStyleLbl="node1" presStyleIdx="6" presStyleCnt="10">
        <dgm:presLayoutVars>
          <dgm:bulletEnabled val="1"/>
        </dgm:presLayoutVars>
      </dgm:prSet>
      <dgm:spPr/>
    </dgm:pt>
    <dgm:pt modelId="{7EDF62E7-84AE-4253-8589-1714AA55DAD8}" type="pres">
      <dgm:prSet presAssocID="{0E1A13F9-0FA0-4173-8648-ED4ED2267F24}" presName="sibTrans" presStyleCnt="0"/>
      <dgm:spPr/>
    </dgm:pt>
    <dgm:pt modelId="{D0CAE001-9516-4CA5-9986-6F31E8D32527}" type="pres">
      <dgm:prSet presAssocID="{37829EE4-D408-46AB-BB4B-B6EB0633617A}" presName="node" presStyleLbl="node1" presStyleIdx="7" presStyleCnt="10">
        <dgm:presLayoutVars>
          <dgm:bulletEnabled val="1"/>
        </dgm:presLayoutVars>
      </dgm:prSet>
      <dgm:spPr/>
    </dgm:pt>
    <dgm:pt modelId="{2DD6C3C7-BC71-46AF-8FF9-480A83D903CD}" type="pres">
      <dgm:prSet presAssocID="{3288BD97-EB3F-472D-9756-684F28FE10D5}" presName="sibTrans" presStyleCnt="0"/>
      <dgm:spPr/>
    </dgm:pt>
    <dgm:pt modelId="{DE00531D-E621-4163-8A72-795D2FD02B1A}" type="pres">
      <dgm:prSet presAssocID="{5FA94961-C4C7-41B0-8A84-4563683A5246}" presName="node" presStyleLbl="node1" presStyleIdx="8" presStyleCnt="10">
        <dgm:presLayoutVars>
          <dgm:bulletEnabled val="1"/>
        </dgm:presLayoutVars>
      </dgm:prSet>
      <dgm:spPr/>
    </dgm:pt>
    <dgm:pt modelId="{FEF604BD-30F3-44C6-83A3-F85428FC5CE5}" type="pres">
      <dgm:prSet presAssocID="{AF446132-E23D-47E3-AE90-361D7C4759EA}" presName="sibTrans" presStyleCnt="0"/>
      <dgm:spPr/>
    </dgm:pt>
    <dgm:pt modelId="{23AA9A27-66BD-4E1F-8A8B-29CC8BE5AAF5}" type="pres">
      <dgm:prSet presAssocID="{1E9B8748-4039-44E5-AD69-47DB0E53FC72}" presName="node" presStyleLbl="node1" presStyleIdx="9" presStyleCnt="10">
        <dgm:presLayoutVars>
          <dgm:bulletEnabled val="1"/>
        </dgm:presLayoutVars>
      </dgm:prSet>
      <dgm:spPr/>
    </dgm:pt>
  </dgm:ptLst>
  <dgm:cxnLst>
    <dgm:cxn modelId="{ECBD8E02-41EB-4DA2-95E3-7E90C69ABEB1}" srcId="{DC112C54-250E-401F-BA7C-1A8A5C823F18}" destId="{53331921-1301-447F-B456-55591A336DB3}" srcOrd="4" destOrd="0" parTransId="{E9A1DB22-570E-499E-8A88-8EE0CC1B37D6}" sibTransId="{A92F59D3-0E92-49F7-9AFB-F479A72B271F}"/>
    <dgm:cxn modelId="{3D80070F-4F7C-48B6-9DCB-AE8512202EC3}" srcId="{DC112C54-250E-401F-BA7C-1A8A5C823F18}" destId="{1E9B8748-4039-44E5-AD69-47DB0E53FC72}" srcOrd="9" destOrd="0" parTransId="{D067E547-E149-4CD1-97A9-6B7E939415F8}" sibTransId="{F3E5DBC1-270C-4C22-ADBC-ACBA8801C96C}"/>
    <dgm:cxn modelId="{0E39B10F-FBE8-4F36-AF8C-5B3867196F2E}" srcId="{DC112C54-250E-401F-BA7C-1A8A5C823F18}" destId="{9B6F3C1A-7BF2-40BC-BA00-A1AAA579C3BA}" srcOrd="1" destOrd="0" parTransId="{62F0120F-54BC-412A-AAED-E0EA8F89CC59}" sibTransId="{D9C8A257-6E31-4589-A44B-68F9C871ABF3}"/>
    <dgm:cxn modelId="{EDB6BE28-C2A2-40CB-8CA3-9816EC7A5FDA}" type="presOf" srcId="{DC112C54-250E-401F-BA7C-1A8A5C823F18}" destId="{C0B5B688-352B-4674-949B-2278FC7C8ACB}" srcOrd="0" destOrd="0" presId="urn:microsoft.com/office/officeart/2005/8/layout/default"/>
    <dgm:cxn modelId="{71367D3F-402E-487E-B6E9-C0B854D0882D}" type="presOf" srcId="{53331921-1301-447F-B456-55591A336DB3}" destId="{8C656A03-B7FD-4D71-BE4E-C97742D25A66}" srcOrd="0" destOrd="0" presId="urn:microsoft.com/office/officeart/2005/8/layout/default"/>
    <dgm:cxn modelId="{76AACD67-AC02-411C-843D-2DDA0610F0DA}" type="presOf" srcId="{5FA94961-C4C7-41B0-8A84-4563683A5246}" destId="{DE00531D-E621-4163-8A72-795D2FD02B1A}" srcOrd="0" destOrd="0" presId="urn:microsoft.com/office/officeart/2005/8/layout/default"/>
    <dgm:cxn modelId="{6005AF6A-B72C-4F11-B05F-3D4B982BCC87}" type="presOf" srcId="{17D55B64-E20E-4116-B7A1-0E4F58025217}" destId="{49148499-651F-4D79-8C0F-EF39A445EEE2}" srcOrd="0" destOrd="0" presId="urn:microsoft.com/office/officeart/2005/8/layout/default"/>
    <dgm:cxn modelId="{87762F71-9996-4D0F-B4C8-DD79F55338F2}" type="presOf" srcId="{EF6528C0-42CD-4746-AC3F-040FF15B3CDA}" destId="{7461EBE6-B453-4772-AB34-615725F74AAE}" srcOrd="0" destOrd="0" presId="urn:microsoft.com/office/officeart/2005/8/layout/default"/>
    <dgm:cxn modelId="{B1D5437E-B5E2-464E-BE9C-6C19EA8449CD}" srcId="{DC112C54-250E-401F-BA7C-1A8A5C823F18}" destId="{17D55B64-E20E-4116-B7A1-0E4F58025217}" srcOrd="2" destOrd="0" parTransId="{264BD85B-4598-4F86-88F6-ECF99A90DACD}" sibTransId="{6E701E34-D3AF-4973-9356-6E67DA462400}"/>
    <dgm:cxn modelId="{743CDB8B-2CD1-46B2-B56E-7BD89EA96EF3}" srcId="{DC112C54-250E-401F-BA7C-1A8A5C823F18}" destId="{37829EE4-D408-46AB-BB4B-B6EB0633617A}" srcOrd="7" destOrd="0" parTransId="{70F06841-DF28-44B4-99BE-7CDED53F0B7C}" sibTransId="{3288BD97-EB3F-472D-9756-684F28FE10D5}"/>
    <dgm:cxn modelId="{B5C36790-EA95-43B5-B44A-075A0FA914BC}" srcId="{DC112C54-250E-401F-BA7C-1A8A5C823F18}" destId="{EF6528C0-42CD-4746-AC3F-040FF15B3CDA}" srcOrd="5" destOrd="0" parTransId="{2C541A54-F1F6-4C38-A178-66EA697499CC}" sibTransId="{1CF28457-E288-4886-B927-58835A59E18D}"/>
    <dgm:cxn modelId="{D629859D-B545-4023-AE17-93908C6A94C4}" type="presOf" srcId="{9B6F3C1A-7BF2-40BC-BA00-A1AAA579C3BA}" destId="{A56E52F4-B125-41BD-8AD2-82BE4ADD4410}" srcOrd="0" destOrd="0" presId="urn:microsoft.com/office/officeart/2005/8/layout/default"/>
    <dgm:cxn modelId="{4491DCA3-716E-43EC-8678-C3DE7FC7D802}" srcId="{DC112C54-250E-401F-BA7C-1A8A5C823F18}" destId="{5FA94961-C4C7-41B0-8A84-4563683A5246}" srcOrd="8" destOrd="0" parTransId="{56EAE42D-F8DF-4BCA-9306-002DE06CF12B}" sibTransId="{AF446132-E23D-47E3-AE90-361D7C4759EA}"/>
    <dgm:cxn modelId="{C62FC3B9-5001-4201-BF24-7C7B0F13625A}" srcId="{DC112C54-250E-401F-BA7C-1A8A5C823F18}" destId="{756E2AD5-74B7-4B1E-8A31-C1FFBDA17AA8}" srcOrd="0" destOrd="0" parTransId="{8AFD7296-9631-4AEB-860B-E276EA59D7AB}" sibTransId="{DD8C964E-2C11-4C29-9A8A-145654037EC6}"/>
    <dgm:cxn modelId="{6B4B25BF-F259-411E-9C13-DCE9E85A4329}" srcId="{DC112C54-250E-401F-BA7C-1A8A5C823F18}" destId="{B0037EA2-6FFE-43E7-963E-19C8167EFCA0}" srcOrd="3" destOrd="0" parTransId="{7C7827DA-563C-4C11-9531-31D8818E3D29}" sibTransId="{6B17F77E-38F4-4A33-96D5-72B0AE7172B1}"/>
    <dgm:cxn modelId="{527EFACA-CB09-460C-A931-E5DD03948FF9}" type="presOf" srcId="{756E2AD5-74B7-4B1E-8A31-C1FFBDA17AA8}" destId="{7A48F5F4-2424-4E63-A3AB-FDDDAE3A7F42}" srcOrd="0" destOrd="0" presId="urn:microsoft.com/office/officeart/2005/8/layout/default"/>
    <dgm:cxn modelId="{1CC896D9-47F1-4E34-832C-9C2CD0FBD231}" type="presOf" srcId="{1E9B8748-4039-44E5-AD69-47DB0E53FC72}" destId="{23AA9A27-66BD-4E1F-8A8B-29CC8BE5AAF5}" srcOrd="0" destOrd="0" presId="urn:microsoft.com/office/officeart/2005/8/layout/default"/>
    <dgm:cxn modelId="{BFA71BE8-4B50-4DDA-A5C9-2D6B0BE250A5}" srcId="{DC112C54-250E-401F-BA7C-1A8A5C823F18}" destId="{D440B43D-AA01-4F3A-9AE0-F4BC9B96C9AA}" srcOrd="6" destOrd="0" parTransId="{0AF0140F-A186-495B-B1CE-EAEC4516C8F4}" sibTransId="{0E1A13F9-0FA0-4173-8648-ED4ED2267F24}"/>
    <dgm:cxn modelId="{82E205F5-0D86-4A3B-A6CF-607D6B2EB2A9}" type="presOf" srcId="{B0037EA2-6FFE-43E7-963E-19C8167EFCA0}" destId="{ED03CEE3-5805-4159-9ABD-9365F9020BC2}" srcOrd="0" destOrd="0" presId="urn:microsoft.com/office/officeart/2005/8/layout/default"/>
    <dgm:cxn modelId="{6F64ABF7-E433-408E-AD1C-404F6906E39E}" type="presOf" srcId="{D440B43D-AA01-4F3A-9AE0-F4BC9B96C9AA}" destId="{5206A6C7-AC16-41B0-AB32-8B71B63582B6}" srcOrd="0" destOrd="0" presId="urn:microsoft.com/office/officeart/2005/8/layout/default"/>
    <dgm:cxn modelId="{EF9CBBFE-2B54-4914-837B-A8516F2C6E83}" type="presOf" srcId="{37829EE4-D408-46AB-BB4B-B6EB0633617A}" destId="{D0CAE001-9516-4CA5-9986-6F31E8D32527}" srcOrd="0" destOrd="0" presId="urn:microsoft.com/office/officeart/2005/8/layout/default"/>
    <dgm:cxn modelId="{7CD172D7-3A39-47D6-8601-004B6D52BCB2}" type="presParOf" srcId="{C0B5B688-352B-4674-949B-2278FC7C8ACB}" destId="{7A48F5F4-2424-4E63-A3AB-FDDDAE3A7F42}" srcOrd="0" destOrd="0" presId="urn:microsoft.com/office/officeart/2005/8/layout/default"/>
    <dgm:cxn modelId="{2E6E0E6C-0841-4F96-B552-7A9D985AEF57}" type="presParOf" srcId="{C0B5B688-352B-4674-949B-2278FC7C8ACB}" destId="{DA00A97D-E3B6-4C55-89BF-274CAD542401}" srcOrd="1" destOrd="0" presId="urn:microsoft.com/office/officeart/2005/8/layout/default"/>
    <dgm:cxn modelId="{A5504021-61AD-464B-9D91-6D8E11C66E69}" type="presParOf" srcId="{C0B5B688-352B-4674-949B-2278FC7C8ACB}" destId="{A56E52F4-B125-41BD-8AD2-82BE4ADD4410}" srcOrd="2" destOrd="0" presId="urn:microsoft.com/office/officeart/2005/8/layout/default"/>
    <dgm:cxn modelId="{F07954E2-740A-42CF-A46E-C8A09EB85798}" type="presParOf" srcId="{C0B5B688-352B-4674-949B-2278FC7C8ACB}" destId="{B2D3DBA6-EAC5-4130-8924-4E8AD1F9060B}" srcOrd="3" destOrd="0" presId="urn:microsoft.com/office/officeart/2005/8/layout/default"/>
    <dgm:cxn modelId="{A0AB1616-C66B-4A66-A2DC-0DB758AFA2FA}" type="presParOf" srcId="{C0B5B688-352B-4674-949B-2278FC7C8ACB}" destId="{49148499-651F-4D79-8C0F-EF39A445EEE2}" srcOrd="4" destOrd="0" presId="urn:microsoft.com/office/officeart/2005/8/layout/default"/>
    <dgm:cxn modelId="{336C9CD5-E9F8-43BE-A7BC-D7AF5A53133D}" type="presParOf" srcId="{C0B5B688-352B-4674-949B-2278FC7C8ACB}" destId="{BD7EA790-3F30-4FA2-BEC5-F6633B3FD1C2}" srcOrd="5" destOrd="0" presId="urn:microsoft.com/office/officeart/2005/8/layout/default"/>
    <dgm:cxn modelId="{F346A0D7-2064-4DC0-A0A3-4E602DF5AA96}" type="presParOf" srcId="{C0B5B688-352B-4674-949B-2278FC7C8ACB}" destId="{ED03CEE3-5805-4159-9ABD-9365F9020BC2}" srcOrd="6" destOrd="0" presId="urn:microsoft.com/office/officeart/2005/8/layout/default"/>
    <dgm:cxn modelId="{1BC11787-E8AC-4D46-8CBB-7CF0267C7E0D}" type="presParOf" srcId="{C0B5B688-352B-4674-949B-2278FC7C8ACB}" destId="{F8CD2848-997A-4D94-963A-23E97DBA37E9}" srcOrd="7" destOrd="0" presId="urn:microsoft.com/office/officeart/2005/8/layout/default"/>
    <dgm:cxn modelId="{3783C172-3DCD-4D48-97E0-7AD0EE0E0A81}" type="presParOf" srcId="{C0B5B688-352B-4674-949B-2278FC7C8ACB}" destId="{8C656A03-B7FD-4D71-BE4E-C97742D25A66}" srcOrd="8" destOrd="0" presId="urn:microsoft.com/office/officeart/2005/8/layout/default"/>
    <dgm:cxn modelId="{24F2D7C0-EF2A-465D-A937-B252C9187602}" type="presParOf" srcId="{C0B5B688-352B-4674-949B-2278FC7C8ACB}" destId="{2609E19D-742D-422A-882D-359529B02801}" srcOrd="9" destOrd="0" presId="urn:microsoft.com/office/officeart/2005/8/layout/default"/>
    <dgm:cxn modelId="{1D030C18-BFD8-41EC-989B-B5D84FBF471B}" type="presParOf" srcId="{C0B5B688-352B-4674-949B-2278FC7C8ACB}" destId="{7461EBE6-B453-4772-AB34-615725F74AAE}" srcOrd="10" destOrd="0" presId="urn:microsoft.com/office/officeart/2005/8/layout/default"/>
    <dgm:cxn modelId="{FBAD4551-52BB-4083-9FA4-0B6CA2C89E52}" type="presParOf" srcId="{C0B5B688-352B-4674-949B-2278FC7C8ACB}" destId="{10357BA8-C1B1-4BB8-8770-6A1B1381C221}" srcOrd="11" destOrd="0" presId="urn:microsoft.com/office/officeart/2005/8/layout/default"/>
    <dgm:cxn modelId="{2B346674-5815-4B2B-90D7-E6C80F325145}" type="presParOf" srcId="{C0B5B688-352B-4674-949B-2278FC7C8ACB}" destId="{5206A6C7-AC16-41B0-AB32-8B71B63582B6}" srcOrd="12" destOrd="0" presId="urn:microsoft.com/office/officeart/2005/8/layout/default"/>
    <dgm:cxn modelId="{337D4D1B-0D47-4CA0-B7A4-3D15829A24F3}" type="presParOf" srcId="{C0B5B688-352B-4674-949B-2278FC7C8ACB}" destId="{7EDF62E7-84AE-4253-8589-1714AA55DAD8}" srcOrd="13" destOrd="0" presId="urn:microsoft.com/office/officeart/2005/8/layout/default"/>
    <dgm:cxn modelId="{63BD2E9B-AD90-4114-88C9-C1AFEA4C6F30}" type="presParOf" srcId="{C0B5B688-352B-4674-949B-2278FC7C8ACB}" destId="{D0CAE001-9516-4CA5-9986-6F31E8D32527}" srcOrd="14" destOrd="0" presId="urn:microsoft.com/office/officeart/2005/8/layout/default"/>
    <dgm:cxn modelId="{47A7F135-7B85-4B35-8C52-F69DEBF24D80}" type="presParOf" srcId="{C0B5B688-352B-4674-949B-2278FC7C8ACB}" destId="{2DD6C3C7-BC71-46AF-8FF9-480A83D903CD}" srcOrd="15" destOrd="0" presId="urn:microsoft.com/office/officeart/2005/8/layout/default"/>
    <dgm:cxn modelId="{03576FCF-A2EC-4CDA-9901-931BEF26C2D8}" type="presParOf" srcId="{C0B5B688-352B-4674-949B-2278FC7C8ACB}" destId="{DE00531D-E621-4163-8A72-795D2FD02B1A}" srcOrd="16" destOrd="0" presId="urn:microsoft.com/office/officeart/2005/8/layout/default"/>
    <dgm:cxn modelId="{244E4476-E326-45BD-A549-6D6D3CAE2BDB}" type="presParOf" srcId="{C0B5B688-352B-4674-949B-2278FC7C8ACB}" destId="{FEF604BD-30F3-44C6-83A3-F85428FC5CE5}" srcOrd="17" destOrd="0" presId="urn:microsoft.com/office/officeart/2005/8/layout/default"/>
    <dgm:cxn modelId="{D47F8AFD-3A6B-4C60-8F08-5DFEBD53F17D}" type="presParOf" srcId="{C0B5B688-352B-4674-949B-2278FC7C8ACB}" destId="{23AA9A27-66BD-4E1F-8A8B-29CC8BE5AAF5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8BE3BA-613D-41BF-80E9-57D8B5A0410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E145AEE-55B6-46D5-B67D-09152C6A22DD}">
      <dgm:prSet/>
      <dgm:spPr/>
      <dgm:t>
        <a:bodyPr/>
        <a:lstStyle/>
        <a:p>
          <a:r>
            <a:rPr lang="en-US" dirty="0"/>
            <a:t>Make small commits, not one large commit</a:t>
          </a:r>
        </a:p>
      </dgm:t>
    </dgm:pt>
    <dgm:pt modelId="{9FB9B6E6-21CA-443E-BDFF-36798732C83D}" type="parTrans" cxnId="{2CF08857-3294-4D4B-91C8-7E5C83184EEA}">
      <dgm:prSet/>
      <dgm:spPr/>
      <dgm:t>
        <a:bodyPr/>
        <a:lstStyle/>
        <a:p>
          <a:endParaRPr lang="en-US"/>
        </a:p>
      </dgm:t>
    </dgm:pt>
    <dgm:pt modelId="{146372D8-679F-4D79-85F4-CEAC917BD7A3}" type="sibTrans" cxnId="{2CF08857-3294-4D4B-91C8-7E5C83184EEA}">
      <dgm:prSet/>
      <dgm:spPr/>
      <dgm:t>
        <a:bodyPr/>
        <a:lstStyle/>
        <a:p>
          <a:endParaRPr lang="en-US"/>
        </a:p>
      </dgm:t>
    </dgm:pt>
    <dgm:pt modelId="{E5F42219-7A61-4B8C-A313-D4C831146E34}">
      <dgm:prSet/>
      <dgm:spPr/>
      <dgm:t>
        <a:bodyPr/>
        <a:lstStyle/>
        <a:p>
          <a:r>
            <a:rPr lang="en-US" dirty="0"/>
            <a:t>Easier to understand, review, merge, and revert</a:t>
          </a:r>
        </a:p>
      </dgm:t>
    </dgm:pt>
    <dgm:pt modelId="{C223135B-5194-45D7-9BB3-E05840DC81D9}" type="parTrans" cxnId="{0E53FF64-C8BE-480F-A31B-30D4EF4B3627}">
      <dgm:prSet/>
      <dgm:spPr/>
      <dgm:t>
        <a:bodyPr/>
        <a:lstStyle/>
        <a:p>
          <a:endParaRPr lang="en-US"/>
        </a:p>
      </dgm:t>
    </dgm:pt>
    <dgm:pt modelId="{94BE3DCC-5096-4C69-818C-24C308F9903D}" type="sibTrans" cxnId="{0E53FF64-C8BE-480F-A31B-30D4EF4B3627}">
      <dgm:prSet/>
      <dgm:spPr/>
      <dgm:t>
        <a:bodyPr/>
        <a:lstStyle/>
        <a:p>
          <a:endParaRPr lang="en-US"/>
        </a:p>
      </dgm:t>
    </dgm:pt>
    <dgm:pt modelId="{D8D3AE21-B893-4993-9315-D73D5EA9DA9B}">
      <dgm:prSet/>
      <dgm:spPr/>
      <dgm:t>
        <a:bodyPr/>
        <a:lstStyle/>
        <a:p>
          <a:pPr>
            <a:buNone/>
          </a:pPr>
          <a:r>
            <a:rPr lang="en-US" dirty="0"/>
            <a:t>How to make small commits:</a:t>
          </a:r>
        </a:p>
      </dgm:t>
    </dgm:pt>
    <dgm:pt modelId="{B14DFAA3-2F59-4A27-AF6B-5506D9CF0913}" type="parTrans" cxnId="{9F90D9F4-8B14-40E2-900F-E4DD500E31E6}">
      <dgm:prSet/>
      <dgm:spPr/>
      <dgm:t>
        <a:bodyPr/>
        <a:lstStyle/>
        <a:p>
          <a:endParaRPr lang="en-US"/>
        </a:p>
      </dgm:t>
    </dgm:pt>
    <dgm:pt modelId="{EA6F0B57-7FA1-40C3-BF31-3FF60F4236FC}" type="sibTrans" cxnId="{9F90D9F4-8B14-40E2-900F-E4DD500E31E6}">
      <dgm:prSet/>
      <dgm:spPr/>
      <dgm:t>
        <a:bodyPr/>
        <a:lstStyle/>
        <a:p>
          <a:endParaRPr lang="en-US"/>
        </a:p>
      </dgm:t>
    </dgm:pt>
    <dgm:pt modelId="{3A948FD6-3D0F-4488-81A1-7BE5243CA13E}">
      <dgm:prSet/>
      <dgm:spPr/>
      <dgm:t>
        <a:bodyPr/>
        <a:lstStyle/>
        <a:p>
          <a:r>
            <a:rPr lang="en-US"/>
            <a:t>Do only one task at a time</a:t>
          </a:r>
          <a:endParaRPr lang="en-US" dirty="0"/>
        </a:p>
      </dgm:t>
    </dgm:pt>
    <dgm:pt modelId="{A0EF2EEC-B101-4399-9377-1D6DBA87340D}" type="parTrans" cxnId="{C761FF92-0ECB-4F73-8E42-826A1A6778C4}">
      <dgm:prSet/>
      <dgm:spPr/>
      <dgm:t>
        <a:bodyPr/>
        <a:lstStyle/>
        <a:p>
          <a:endParaRPr lang="en-US"/>
        </a:p>
      </dgm:t>
    </dgm:pt>
    <dgm:pt modelId="{8AC47C6B-ECAA-4FAC-BD58-16EF4EC92F91}" type="sibTrans" cxnId="{C761FF92-0ECB-4F73-8E42-826A1A6778C4}">
      <dgm:prSet/>
      <dgm:spPr/>
      <dgm:t>
        <a:bodyPr/>
        <a:lstStyle/>
        <a:p>
          <a:endParaRPr lang="en-US"/>
        </a:p>
      </dgm:t>
    </dgm:pt>
    <dgm:pt modelId="{2BDE94C0-CD30-4852-BF5F-E9CD8F139B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Make a commit after each task</a:t>
          </a:r>
        </a:p>
      </dgm:t>
    </dgm:pt>
    <dgm:pt modelId="{00895E95-A974-4F52-B251-17B60AD015C3}" type="parTrans" cxnId="{18C81A23-1101-4DEB-BECF-67F9E0A851BF}">
      <dgm:prSet/>
      <dgm:spPr/>
      <dgm:t>
        <a:bodyPr/>
        <a:lstStyle/>
        <a:p>
          <a:endParaRPr lang="pt-BR"/>
        </a:p>
      </dgm:t>
    </dgm:pt>
    <dgm:pt modelId="{35C7D4F1-7766-491B-BD4A-91D26EA853DE}" type="sibTrans" cxnId="{18C81A23-1101-4DEB-BECF-67F9E0A851BF}">
      <dgm:prSet/>
      <dgm:spPr/>
      <dgm:t>
        <a:bodyPr/>
        <a:lstStyle/>
        <a:p>
          <a:endParaRPr lang="pt-BR"/>
        </a:p>
      </dgm:t>
    </dgm:pt>
    <dgm:pt modelId="{B3FB15FF-2CF3-4BA3-B9D0-292030F7695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If working on multiple tasks in one clone</a:t>
          </a:r>
        </a:p>
      </dgm:t>
    </dgm:pt>
    <dgm:pt modelId="{6B59AB87-5226-4D23-9C3D-82C536AAA9CB}" type="parTrans" cxnId="{0DD677FB-6545-45DE-BE72-16D427FF009E}">
      <dgm:prSet/>
      <dgm:spPr/>
      <dgm:t>
        <a:bodyPr/>
        <a:lstStyle/>
        <a:p>
          <a:endParaRPr lang="pt-BR"/>
        </a:p>
      </dgm:t>
    </dgm:pt>
    <dgm:pt modelId="{1A35D2CE-1E94-4228-AE0F-EC0F51E15EF5}" type="sibTrans" cxnId="{0DD677FB-6545-45DE-BE72-16D427FF009E}">
      <dgm:prSet/>
      <dgm:spPr/>
      <dgm:t>
        <a:bodyPr/>
        <a:lstStyle/>
        <a:p>
          <a:endParaRPr lang="pt-BR"/>
        </a:p>
      </dgm:t>
    </dgm:pt>
    <dgm:pt modelId="{06E2C6A4-50D4-4F81-A9D8-C0A330DE782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Commit only a subset of files</a:t>
          </a:r>
        </a:p>
      </dgm:t>
    </dgm:pt>
    <dgm:pt modelId="{ABC93B2E-C3BF-4025-9282-47225C9F0A99}" type="parTrans" cxnId="{7DC50004-7602-4A2E-8B79-D3D9CB1649A4}">
      <dgm:prSet/>
      <dgm:spPr/>
      <dgm:t>
        <a:bodyPr/>
        <a:lstStyle/>
        <a:p>
          <a:endParaRPr lang="pt-BR"/>
        </a:p>
      </dgm:t>
    </dgm:pt>
    <dgm:pt modelId="{04251B03-ABCB-425A-8FAD-1337E147D8DF}" type="sibTrans" cxnId="{7DC50004-7602-4A2E-8B79-D3D9CB1649A4}">
      <dgm:prSet/>
      <dgm:spPr/>
      <dgm:t>
        <a:bodyPr/>
        <a:lstStyle/>
        <a:p>
          <a:endParaRPr lang="pt-BR"/>
        </a:p>
      </dgm:t>
    </dgm:pt>
    <dgm:pt modelId="{388444E7-E9A3-421A-ABDB-7E1E0CCB91B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Be aware of potential errors</a:t>
          </a:r>
        </a:p>
      </dgm:t>
    </dgm:pt>
    <dgm:pt modelId="{02A3D21F-BFB9-4820-918F-DD3C378C87F4}" type="parTrans" cxnId="{E6AF39BF-13D7-4B01-BB96-C5757BB77D79}">
      <dgm:prSet/>
      <dgm:spPr/>
      <dgm:t>
        <a:bodyPr/>
        <a:lstStyle/>
        <a:p>
          <a:endParaRPr lang="pt-BR"/>
        </a:p>
      </dgm:t>
    </dgm:pt>
    <dgm:pt modelId="{BC9EEAA6-8B6A-43CD-9F41-6C580D3D2431}" type="sibTrans" cxnId="{E6AF39BF-13D7-4B01-BB96-C5757BB77D79}">
      <dgm:prSet/>
      <dgm:spPr/>
      <dgm:t>
        <a:bodyPr/>
        <a:lstStyle/>
        <a:p>
          <a:endParaRPr lang="pt-BR"/>
        </a:p>
      </dgm:t>
    </dgm:pt>
    <dgm:pt modelId="{89289F0C-BFAB-442F-B643-1E7A74B1960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Create a new clone for each simultaneous task</a:t>
          </a:r>
        </a:p>
      </dgm:t>
    </dgm:pt>
    <dgm:pt modelId="{AEABFCE0-FC8A-4782-BDFE-C7FEEC517C54}" type="parTrans" cxnId="{1AB08EA3-D4C9-4FAD-BB79-4C75CB819D5B}">
      <dgm:prSet/>
      <dgm:spPr/>
      <dgm:t>
        <a:bodyPr/>
        <a:lstStyle/>
        <a:p>
          <a:endParaRPr lang="pt-BR"/>
        </a:p>
      </dgm:t>
    </dgm:pt>
    <dgm:pt modelId="{732797F6-BF48-482A-AED6-7F62344F70ED}" type="sibTrans" cxnId="{1AB08EA3-D4C9-4FAD-BB79-4C75CB819D5B}">
      <dgm:prSet/>
      <dgm:spPr/>
      <dgm:t>
        <a:bodyPr/>
        <a:lstStyle/>
        <a:p>
          <a:endParaRPr lang="pt-BR"/>
        </a:p>
      </dgm:t>
    </dgm:pt>
    <dgm:pt modelId="{CD6DD257-4C4E-481C-8FB0-344C2781D29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You can have as many as you want</a:t>
          </a:r>
        </a:p>
      </dgm:t>
    </dgm:pt>
    <dgm:pt modelId="{B96EFF62-7DEB-4292-A655-CC8869AF4BED}" type="parTrans" cxnId="{C7DAB98E-B6AF-4EF1-91B7-485845AA1F35}">
      <dgm:prSet/>
      <dgm:spPr/>
      <dgm:t>
        <a:bodyPr/>
        <a:lstStyle/>
        <a:p>
          <a:endParaRPr lang="pt-BR"/>
        </a:p>
      </dgm:t>
    </dgm:pt>
    <dgm:pt modelId="{64EEE55B-9844-4E90-B202-41FD4819C3C2}" type="sibTrans" cxnId="{C7DAB98E-B6AF-4EF1-91B7-485845AA1F35}">
      <dgm:prSet/>
      <dgm:spPr/>
      <dgm:t>
        <a:bodyPr/>
        <a:lstStyle/>
        <a:p>
          <a:endParaRPr lang="pt-BR"/>
        </a:p>
      </dgm:t>
    </dgm:pt>
    <dgm:pt modelId="{79E89CC5-0E4E-49C0-A1F8-443AB257DCF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Create a branch for each simultaneous task</a:t>
          </a:r>
        </a:p>
      </dgm:t>
    </dgm:pt>
    <dgm:pt modelId="{C4D46D9A-68FF-4379-905B-7F9A5AC3EE75}" type="parTrans" cxnId="{19627CA5-A480-4BA2-9418-BE5DD6543C87}">
      <dgm:prSet/>
      <dgm:spPr/>
      <dgm:t>
        <a:bodyPr/>
        <a:lstStyle/>
        <a:p>
          <a:endParaRPr lang="pt-BR"/>
        </a:p>
      </dgm:t>
    </dgm:pt>
    <dgm:pt modelId="{98DA0F13-84F4-4930-B7FE-E05C96588570}" type="sibTrans" cxnId="{19627CA5-A480-4BA2-9418-BE5DD6543C87}">
      <dgm:prSet/>
      <dgm:spPr/>
      <dgm:t>
        <a:bodyPr/>
        <a:lstStyle/>
        <a:p>
          <a:endParaRPr lang="pt-BR"/>
        </a:p>
      </dgm:t>
    </dgm:pt>
    <dgm:pt modelId="{6AC3C162-2B2C-4CB7-908F-E6F74324176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In many cases, this is more efficient</a:t>
          </a:r>
        </a:p>
      </dgm:t>
    </dgm:pt>
    <dgm:pt modelId="{71B69C7E-19D9-479B-A98A-7319F569A378}" type="parTrans" cxnId="{CEEABD91-9EBA-4337-BA3E-6D0C8E146289}">
      <dgm:prSet/>
      <dgm:spPr/>
      <dgm:t>
        <a:bodyPr/>
        <a:lstStyle/>
        <a:p>
          <a:endParaRPr lang="pt-BR"/>
        </a:p>
      </dgm:t>
    </dgm:pt>
    <dgm:pt modelId="{F57A1D17-62F1-4762-80F0-A25E34566FEE}" type="sibTrans" cxnId="{CEEABD91-9EBA-4337-BA3E-6D0C8E146289}">
      <dgm:prSet/>
      <dgm:spPr/>
      <dgm:t>
        <a:bodyPr/>
        <a:lstStyle/>
        <a:p>
          <a:endParaRPr lang="pt-BR"/>
        </a:p>
      </dgm:t>
    </dgm:pt>
    <dgm:pt modelId="{D8987EEA-3B5A-4CCD-AC77-3B5FD1A774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However, it can also be more complex and more error-prone</a:t>
          </a:r>
        </a:p>
      </dgm:t>
    </dgm:pt>
    <dgm:pt modelId="{E817920A-2628-427A-9627-9E0A00FF96D3}" type="parTrans" cxnId="{A31B7EBE-6943-4FD6-A142-685C98350535}">
      <dgm:prSet/>
      <dgm:spPr/>
      <dgm:t>
        <a:bodyPr/>
        <a:lstStyle/>
        <a:p>
          <a:endParaRPr lang="pt-BR"/>
        </a:p>
      </dgm:t>
    </dgm:pt>
    <dgm:pt modelId="{E9591DB6-E1AE-4F5F-BEB0-89D74CAD2D20}" type="sibTrans" cxnId="{A31B7EBE-6943-4FD6-A142-685C98350535}">
      <dgm:prSet/>
      <dgm:spPr/>
      <dgm:t>
        <a:bodyPr/>
        <a:lstStyle/>
        <a:p>
          <a:endParaRPr lang="pt-BR"/>
        </a:p>
      </dgm:t>
    </dgm:pt>
    <dgm:pt modelId="{73DEDE06-5424-4ACB-B971-7083BA7E66EB}" type="pres">
      <dgm:prSet presAssocID="{DE8BE3BA-613D-41BF-80E9-57D8B5A04102}" presName="linear" presStyleCnt="0">
        <dgm:presLayoutVars>
          <dgm:animLvl val="lvl"/>
          <dgm:resizeHandles val="exact"/>
        </dgm:presLayoutVars>
      </dgm:prSet>
      <dgm:spPr/>
    </dgm:pt>
    <dgm:pt modelId="{D51873DA-DA37-45BF-A854-4383AE1FDAED}" type="pres">
      <dgm:prSet presAssocID="{CE145AEE-55B6-46D5-B67D-09152C6A22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13EA6F-F4C8-4AD2-8910-5B122AD10184}" type="pres">
      <dgm:prSet presAssocID="{146372D8-679F-4D79-85F4-CEAC917BD7A3}" presName="spacer" presStyleCnt="0"/>
      <dgm:spPr/>
    </dgm:pt>
    <dgm:pt modelId="{7F37D7F8-90E4-4550-B2E5-199AE4BFAF06}" type="pres">
      <dgm:prSet presAssocID="{E5F42219-7A61-4B8C-A313-D4C831146E3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F53F904-9808-45AF-A234-141D4628DCCB}" type="pres">
      <dgm:prSet presAssocID="{94BE3DCC-5096-4C69-818C-24C308F9903D}" presName="spacer" presStyleCnt="0"/>
      <dgm:spPr/>
    </dgm:pt>
    <dgm:pt modelId="{D999A295-D5E0-401E-BDAD-8AB974819842}" type="pres">
      <dgm:prSet presAssocID="{D8D3AE21-B893-4993-9315-D73D5EA9DA9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6C3EA6C-AB81-4C02-83D9-AF6A496F0B68}" type="pres">
      <dgm:prSet presAssocID="{D8D3AE21-B893-4993-9315-D73D5EA9DA9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DC50004-7602-4A2E-8B79-D3D9CB1649A4}" srcId="{B3FB15FF-2CF3-4BA3-B9D0-292030F76958}" destId="{06E2C6A4-50D4-4F81-A9D8-C0A330DE7824}" srcOrd="0" destOrd="0" parTransId="{ABC93B2E-C3BF-4025-9282-47225C9F0A99}" sibTransId="{04251B03-ABCB-425A-8FAD-1337E147D8DF}"/>
    <dgm:cxn modelId="{7FB20506-6FC9-4329-927F-A03AFDF627FA}" type="presOf" srcId="{D8D3AE21-B893-4993-9315-D73D5EA9DA9B}" destId="{D999A295-D5E0-401E-BDAD-8AB974819842}" srcOrd="0" destOrd="0" presId="urn:microsoft.com/office/officeart/2005/8/layout/vList2"/>
    <dgm:cxn modelId="{1A171F08-67E1-45E5-8639-A033795F6B10}" type="presOf" srcId="{E5F42219-7A61-4B8C-A313-D4C831146E34}" destId="{7F37D7F8-90E4-4550-B2E5-199AE4BFAF06}" srcOrd="0" destOrd="0" presId="urn:microsoft.com/office/officeart/2005/8/layout/vList2"/>
    <dgm:cxn modelId="{182E6409-39A6-4AAA-A7A2-91E17A47855C}" type="presOf" srcId="{2BDE94C0-CD30-4852-BF5F-E9CD8F139BFB}" destId="{66C3EA6C-AB81-4C02-83D9-AF6A496F0B68}" srcOrd="0" destOrd="1" presId="urn:microsoft.com/office/officeart/2005/8/layout/vList2"/>
    <dgm:cxn modelId="{86BF8911-DE82-4253-9043-881A69788C88}" type="presOf" srcId="{3A948FD6-3D0F-4488-81A1-7BE5243CA13E}" destId="{66C3EA6C-AB81-4C02-83D9-AF6A496F0B68}" srcOrd="0" destOrd="0" presId="urn:microsoft.com/office/officeart/2005/8/layout/vList2"/>
    <dgm:cxn modelId="{0909F119-0E2A-4693-8D61-F67CB5A1EBF9}" type="presOf" srcId="{6AC3C162-2B2C-4CB7-908F-E6F743241767}" destId="{66C3EA6C-AB81-4C02-83D9-AF6A496F0B68}" srcOrd="0" destOrd="8" presId="urn:microsoft.com/office/officeart/2005/8/layout/vList2"/>
    <dgm:cxn modelId="{18C81A23-1101-4DEB-BECF-67F9E0A851BF}" srcId="{3A948FD6-3D0F-4488-81A1-7BE5243CA13E}" destId="{2BDE94C0-CD30-4852-BF5F-E9CD8F139BFB}" srcOrd="0" destOrd="0" parTransId="{00895E95-A974-4F52-B251-17B60AD015C3}" sibTransId="{35C7D4F1-7766-491B-BD4A-91D26EA853DE}"/>
    <dgm:cxn modelId="{EA0C4523-3A0F-4C38-9372-28EB57D229E6}" type="presOf" srcId="{DE8BE3BA-613D-41BF-80E9-57D8B5A04102}" destId="{73DEDE06-5424-4ACB-B971-7083BA7E66EB}" srcOrd="0" destOrd="0" presId="urn:microsoft.com/office/officeart/2005/8/layout/vList2"/>
    <dgm:cxn modelId="{387B2D25-52D8-43F2-8E38-2A97AE3ED866}" type="presOf" srcId="{06E2C6A4-50D4-4F81-A9D8-C0A330DE7824}" destId="{66C3EA6C-AB81-4C02-83D9-AF6A496F0B68}" srcOrd="0" destOrd="3" presId="urn:microsoft.com/office/officeart/2005/8/layout/vList2"/>
    <dgm:cxn modelId="{52A9712D-C0A7-4753-8EB3-E9150EDCDD9B}" type="presOf" srcId="{79E89CC5-0E4E-49C0-A1F8-443AB257DCF0}" destId="{66C3EA6C-AB81-4C02-83D9-AF6A496F0B68}" srcOrd="0" destOrd="7" presId="urn:microsoft.com/office/officeart/2005/8/layout/vList2"/>
    <dgm:cxn modelId="{0E53FF64-C8BE-480F-A31B-30D4EF4B3627}" srcId="{DE8BE3BA-613D-41BF-80E9-57D8B5A04102}" destId="{E5F42219-7A61-4B8C-A313-D4C831146E34}" srcOrd="1" destOrd="0" parTransId="{C223135B-5194-45D7-9BB3-E05840DC81D9}" sibTransId="{94BE3DCC-5096-4C69-818C-24C308F9903D}"/>
    <dgm:cxn modelId="{04B49B54-2E31-4539-B5CE-199369A72B0E}" type="presOf" srcId="{388444E7-E9A3-421A-ABDB-7E1E0CCB91B1}" destId="{66C3EA6C-AB81-4C02-83D9-AF6A496F0B68}" srcOrd="0" destOrd="4" presId="urn:microsoft.com/office/officeart/2005/8/layout/vList2"/>
    <dgm:cxn modelId="{2CF08857-3294-4D4B-91C8-7E5C83184EEA}" srcId="{DE8BE3BA-613D-41BF-80E9-57D8B5A04102}" destId="{CE145AEE-55B6-46D5-B67D-09152C6A22DD}" srcOrd="0" destOrd="0" parTransId="{9FB9B6E6-21CA-443E-BDFF-36798732C83D}" sibTransId="{146372D8-679F-4D79-85F4-CEAC917BD7A3}"/>
    <dgm:cxn modelId="{D9ABAD87-C6B5-4A6B-83CF-F0F534826C32}" type="presOf" srcId="{CE145AEE-55B6-46D5-B67D-09152C6A22DD}" destId="{D51873DA-DA37-45BF-A854-4383AE1FDAED}" srcOrd="0" destOrd="0" presId="urn:microsoft.com/office/officeart/2005/8/layout/vList2"/>
    <dgm:cxn modelId="{C7DAB98E-B6AF-4EF1-91B7-485845AA1F35}" srcId="{89289F0C-BFAB-442F-B643-1E7A74B1960C}" destId="{CD6DD257-4C4E-481C-8FB0-344C2781D295}" srcOrd="0" destOrd="0" parTransId="{B96EFF62-7DEB-4292-A655-CC8869AF4BED}" sibTransId="{64EEE55B-9844-4E90-B202-41FD4819C3C2}"/>
    <dgm:cxn modelId="{CEEABD91-9EBA-4337-BA3E-6D0C8E146289}" srcId="{79E89CC5-0E4E-49C0-A1F8-443AB257DCF0}" destId="{6AC3C162-2B2C-4CB7-908F-E6F743241767}" srcOrd="0" destOrd="0" parTransId="{71B69C7E-19D9-479B-A98A-7319F569A378}" sibTransId="{F57A1D17-62F1-4762-80F0-A25E34566FEE}"/>
    <dgm:cxn modelId="{C761FF92-0ECB-4F73-8E42-826A1A6778C4}" srcId="{D8D3AE21-B893-4993-9315-D73D5EA9DA9B}" destId="{3A948FD6-3D0F-4488-81A1-7BE5243CA13E}" srcOrd="0" destOrd="0" parTransId="{A0EF2EEC-B101-4399-9377-1D6DBA87340D}" sibTransId="{8AC47C6B-ECAA-4FAC-BD58-16EF4EC92F91}"/>
    <dgm:cxn modelId="{1AB08EA3-D4C9-4FAD-BB79-4C75CB819D5B}" srcId="{D8D3AE21-B893-4993-9315-D73D5EA9DA9B}" destId="{89289F0C-BFAB-442F-B643-1E7A74B1960C}" srcOrd="2" destOrd="0" parTransId="{AEABFCE0-FC8A-4782-BDFE-C7FEEC517C54}" sibTransId="{732797F6-BF48-482A-AED6-7F62344F70ED}"/>
    <dgm:cxn modelId="{19627CA5-A480-4BA2-9418-BE5DD6543C87}" srcId="{D8D3AE21-B893-4993-9315-D73D5EA9DA9B}" destId="{79E89CC5-0E4E-49C0-A1F8-443AB257DCF0}" srcOrd="3" destOrd="0" parTransId="{C4D46D9A-68FF-4379-905B-7F9A5AC3EE75}" sibTransId="{98DA0F13-84F4-4930-B7FE-E05C96588570}"/>
    <dgm:cxn modelId="{2B41F0AA-444D-47B5-A1DD-E2F6E854A45F}" type="presOf" srcId="{B3FB15FF-2CF3-4BA3-B9D0-292030F76958}" destId="{66C3EA6C-AB81-4C02-83D9-AF6A496F0B68}" srcOrd="0" destOrd="2" presId="urn:microsoft.com/office/officeart/2005/8/layout/vList2"/>
    <dgm:cxn modelId="{A31B7EBE-6943-4FD6-A142-685C98350535}" srcId="{79E89CC5-0E4E-49C0-A1F8-443AB257DCF0}" destId="{D8987EEA-3B5A-4CCD-AC77-3B5FD1A774B7}" srcOrd="1" destOrd="0" parTransId="{E817920A-2628-427A-9627-9E0A00FF96D3}" sibTransId="{E9591DB6-E1AE-4F5F-BEB0-89D74CAD2D20}"/>
    <dgm:cxn modelId="{E6AF39BF-13D7-4B01-BB96-C5757BB77D79}" srcId="{B3FB15FF-2CF3-4BA3-B9D0-292030F76958}" destId="{388444E7-E9A3-421A-ABDB-7E1E0CCB91B1}" srcOrd="1" destOrd="0" parTransId="{02A3D21F-BFB9-4820-918F-DD3C378C87F4}" sibTransId="{BC9EEAA6-8B6A-43CD-9F41-6C580D3D2431}"/>
    <dgm:cxn modelId="{EE82FACD-C99E-4FE4-8784-55A27D129A51}" type="presOf" srcId="{D8987EEA-3B5A-4CCD-AC77-3B5FD1A774B7}" destId="{66C3EA6C-AB81-4C02-83D9-AF6A496F0B68}" srcOrd="0" destOrd="9" presId="urn:microsoft.com/office/officeart/2005/8/layout/vList2"/>
    <dgm:cxn modelId="{FCCE06F1-6A68-489A-82E6-5387FF5BE96D}" type="presOf" srcId="{89289F0C-BFAB-442F-B643-1E7A74B1960C}" destId="{66C3EA6C-AB81-4C02-83D9-AF6A496F0B68}" srcOrd="0" destOrd="5" presId="urn:microsoft.com/office/officeart/2005/8/layout/vList2"/>
    <dgm:cxn modelId="{BCA655F1-0902-4095-A5C2-FA42B092538A}" type="presOf" srcId="{CD6DD257-4C4E-481C-8FB0-344C2781D295}" destId="{66C3EA6C-AB81-4C02-83D9-AF6A496F0B68}" srcOrd="0" destOrd="6" presId="urn:microsoft.com/office/officeart/2005/8/layout/vList2"/>
    <dgm:cxn modelId="{9F90D9F4-8B14-40E2-900F-E4DD500E31E6}" srcId="{DE8BE3BA-613D-41BF-80E9-57D8B5A04102}" destId="{D8D3AE21-B893-4993-9315-D73D5EA9DA9B}" srcOrd="2" destOrd="0" parTransId="{B14DFAA3-2F59-4A27-AF6B-5506D9CF0913}" sibTransId="{EA6F0B57-7FA1-40C3-BF31-3FF60F4236FC}"/>
    <dgm:cxn modelId="{0DD677FB-6545-45DE-BE72-16D427FF009E}" srcId="{D8D3AE21-B893-4993-9315-D73D5EA9DA9B}" destId="{B3FB15FF-2CF3-4BA3-B9D0-292030F76958}" srcOrd="1" destOrd="0" parTransId="{6B59AB87-5226-4D23-9C3D-82C536AAA9CB}" sibTransId="{1A35D2CE-1E94-4228-AE0F-EC0F51E15EF5}"/>
    <dgm:cxn modelId="{EFBBCD17-5CE5-4493-AD79-D483BECA0D25}" type="presParOf" srcId="{73DEDE06-5424-4ACB-B971-7083BA7E66EB}" destId="{D51873DA-DA37-45BF-A854-4383AE1FDAED}" srcOrd="0" destOrd="0" presId="urn:microsoft.com/office/officeart/2005/8/layout/vList2"/>
    <dgm:cxn modelId="{92210C9B-32F6-44FE-9A0E-EB333D33522E}" type="presParOf" srcId="{73DEDE06-5424-4ACB-B971-7083BA7E66EB}" destId="{4813EA6F-F4C8-4AD2-8910-5B122AD10184}" srcOrd="1" destOrd="0" presId="urn:microsoft.com/office/officeart/2005/8/layout/vList2"/>
    <dgm:cxn modelId="{99EA5263-1511-48CC-AA25-9E1AD34CB851}" type="presParOf" srcId="{73DEDE06-5424-4ACB-B971-7083BA7E66EB}" destId="{7F37D7F8-90E4-4550-B2E5-199AE4BFAF06}" srcOrd="2" destOrd="0" presId="urn:microsoft.com/office/officeart/2005/8/layout/vList2"/>
    <dgm:cxn modelId="{130EB299-7394-428C-8ADD-F97D9CCD1365}" type="presParOf" srcId="{73DEDE06-5424-4ACB-B971-7083BA7E66EB}" destId="{6F53F904-9808-45AF-A234-141D4628DCCB}" srcOrd="3" destOrd="0" presId="urn:microsoft.com/office/officeart/2005/8/layout/vList2"/>
    <dgm:cxn modelId="{1164C0FB-52B4-4E3E-9CF2-D08104E5695C}" type="presParOf" srcId="{73DEDE06-5424-4ACB-B971-7083BA7E66EB}" destId="{D999A295-D5E0-401E-BDAD-8AB974819842}" srcOrd="4" destOrd="0" presId="urn:microsoft.com/office/officeart/2005/8/layout/vList2"/>
    <dgm:cxn modelId="{2195AC8F-EEF7-453B-B6A6-35087C3810AA}" type="presParOf" srcId="{73DEDE06-5424-4ACB-B971-7083BA7E66EB}" destId="{66C3EA6C-AB81-4C02-83D9-AF6A496F0B6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D32FF8B-AA89-467A-ACB0-89F2B1714C0A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D3642BC-8CD2-4569-A785-BA7F34D3778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Git stores changes (diffs) between versions —</a:t>
          </a:r>
          <a:br>
            <a:rPr lang="en-US" dirty="0"/>
          </a:br>
          <a:r>
            <a:rPr lang="en-US" dirty="0"/>
            <a:t>not the entire file every time.</a:t>
          </a:r>
        </a:p>
      </dgm:t>
    </dgm:pt>
    <dgm:pt modelId="{95F4885B-7FF6-45E8-98E9-CAFCA91771E6}" type="parTrans" cxnId="{420AC09B-C7F2-44B0-88FD-B0D1754AE658}">
      <dgm:prSet/>
      <dgm:spPr/>
      <dgm:t>
        <a:bodyPr/>
        <a:lstStyle/>
        <a:p>
          <a:endParaRPr lang="en-US"/>
        </a:p>
      </dgm:t>
    </dgm:pt>
    <dgm:pt modelId="{B53B2D02-787B-48C0-9104-24563278AF29}" type="sibTrans" cxnId="{420AC09B-C7F2-44B0-88FD-B0D1754AE658}">
      <dgm:prSet/>
      <dgm:spPr/>
      <dgm:t>
        <a:bodyPr/>
        <a:lstStyle/>
        <a:p>
          <a:endParaRPr lang="en-US"/>
        </a:p>
      </dgm:t>
    </dgm:pt>
    <dgm:pt modelId="{79637A9E-AB70-4770-9AFE-2A0AB9FF57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Do Not Commit Generated Files</a:t>
          </a:r>
        </a:p>
      </dgm:t>
    </dgm:pt>
    <dgm:pt modelId="{26B53915-E7C5-4717-A73B-5F9DE3BD494D}" type="parTrans" cxnId="{AA314BF8-7385-4E16-8DC1-DD2E1D702F1C}">
      <dgm:prSet/>
      <dgm:spPr/>
      <dgm:t>
        <a:bodyPr/>
        <a:lstStyle/>
        <a:p>
          <a:endParaRPr lang="en-US"/>
        </a:p>
      </dgm:t>
    </dgm:pt>
    <dgm:pt modelId="{B27FD842-3B5F-4058-87E5-5AA9F55F06B6}" type="sibTrans" cxnId="{AA314BF8-7385-4E16-8DC1-DD2E1D702F1C}">
      <dgm:prSet/>
      <dgm:spPr/>
      <dgm:t>
        <a:bodyPr/>
        <a:lstStyle/>
        <a:p>
          <a:endParaRPr lang="en-US"/>
        </a:p>
      </dgm:t>
    </dgm:pt>
    <dgm:pt modelId="{161261C2-2DFF-4385-A6A4-F82AE1E0E39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Compiled files
Build artifacts
Binary files</a:t>
          </a:r>
          <a:r>
            <a:rPr lang="pt-PT" sz="2400" dirty="0"/>
            <a:t>s</a:t>
          </a:r>
          <a:endParaRPr lang="en-US" sz="2400" dirty="0"/>
        </a:p>
      </dgm:t>
    </dgm:pt>
    <dgm:pt modelId="{5A0DAF0A-6EE2-4ADC-928B-5F9D9E6D7962}" type="parTrans" cxnId="{239C8681-D556-4467-828C-CEAA1293E84E}">
      <dgm:prSet/>
      <dgm:spPr/>
      <dgm:t>
        <a:bodyPr/>
        <a:lstStyle/>
        <a:p>
          <a:endParaRPr lang="en-US"/>
        </a:p>
      </dgm:t>
    </dgm:pt>
    <dgm:pt modelId="{996B8EC4-A15C-4C6A-A875-0D68A2668934}" type="sibTrans" cxnId="{239C8681-D556-4467-828C-CEAA1293E84E}">
      <dgm:prSet/>
      <dgm:spPr/>
      <dgm:t>
        <a:bodyPr/>
        <a:lstStyle/>
        <a:p>
          <a:endParaRPr lang="en-US"/>
        </a:p>
      </dgm:t>
    </dgm:pt>
    <dgm:pt modelId="{D22907EB-A8F7-4C1E-9DB2-8C2881E392A7}" type="pres">
      <dgm:prSet presAssocID="{4D32FF8B-AA89-467A-ACB0-89F2B1714C0A}" presName="root" presStyleCnt="0">
        <dgm:presLayoutVars>
          <dgm:dir/>
          <dgm:resizeHandles val="exact"/>
        </dgm:presLayoutVars>
      </dgm:prSet>
      <dgm:spPr/>
    </dgm:pt>
    <dgm:pt modelId="{2BB1120E-9A7A-47CF-9083-BA2ED7FC2C23}" type="pres">
      <dgm:prSet presAssocID="{DD3642BC-8CD2-4569-A785-BA7F34D37786}" presName="compNode" presStyleCnt="0"/>
      <dgm:spPr/>
    </dgm:pt>
    <dgm:pt modelId="{37ECEC07-7F45-4F11-9C60-A8A1E44121B6}" type="pres">
      <dgm:prSet presAssocID="{DD3642BC-8CD2-4569-A785-BA7F34D3778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B989620-6B59-4F52-9F3B-148E7E721521}" type="pres">
      <dgm:prSet presAssocID="{DD3642BC-8CD2-4569-A785-BA7F34D37786}" presName="iconSpace" presStyleCnt="0"/>
      <dgm:spPr/>
    </dgm:pt>
    <dgm:pt modelId="{1B1AC5E3-CEA2-444C-9FE6-CBEEA9030F6E}" type="pres">
      <dgm:prSet presAssocID="{DD3642BC-8CD2-4569-A785-BA7F34D37786}" presName="parTx" presStyleLbl="revTx" presStyleIdx="0" presStyleCnt="4">
        <dgm:presLayoutVars>
          <dgm:chMax val="0"/>
          <dgm:chPref val="0"/>
        </dgm:presLayoutVars>
      </dgm:prSet>
      <dgm:spPr/>
    </dgm:pt>
    <dgm:pt modelId="{CB334D6C-E800-4F45-AE84-6560EFAB50A3}" type="pres">
      <dgm:prSet presAssocID="{DD3642BC-8CD2-4569-A785-BA7F34D37786}" presName="txSpace" presStyleCnt="0"/>
      <dgm:spPr/>
    </dgm:pt>
    <dgm:pt modelId="{9872B6A0-B8FD-46E0-BC0F-2C1846CA5142}" type="pres">
      <dgm:prSet presAssocID="{DD3642BC-8CD2-4569-A785-BA7F34D37786}" presName="desTx" presStyleLbl="revTx" presStyleIdx="1" presStyleCnt="4">
        <dgm:presLayoutVars/>
      </dgm:prSet>
      <dgm:spPr/>
    </dgm:pt>
    <dgm:pt modelId="{94A51927-71CA-4306-9B37-64358A96966A}" type="pres">
      <dgm:prSet presAssocID="{B53B2D02-787B-48C0-9104-24563278AF29}" presName="sibTrans" presStyleCnt="0"/>
      <dgm:spPr/>
    </dgm:pt>
    <dgm:pt modelId="{410ED237-2DE1-4016-B11C-D2CA7DD048B3}" type="pres">
      <dgm:prSet presAssocID="{79637A9E-AB70-4770-9AFE-2A0AB9FF572F}" presName="compNode" presStyleCnt="0"/>
      <dgm:spPr/>
    </dgm:pt>
    <dgm:pt modelId="{504A82B3-CC19-4027-95E9-EFE84436785F}" type="pres">
      <dgm:prSet presAssocID="{79637A9E-AB70-4770-9AFE-2A0AB9FF572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152B8941-7BFB-41E5-B59A-4435244240F7}" type="pres">
      <dgm:prSet presAssocID="{79637A9E-AB70-4770-9AFE-2A0AB9FF572F}" presName="iconSpace" presStyleCnt="0"/>
      <dgm:spPr/>
    </dgm:pt>
    <dgm:pt modelId="{D33A0466-4F74-4A82-9D13-C0D0EA8FADD2}" type="pres">
      <dgm:prSet presAssocID="{79637A9E-AB70-4770-9AFE-2A0AB9FF572F}" presName="parTx" presStyleLbl="revTx" presStyleIdx="2" presStyleCnt="4">
        <dgm:presLayoutVars>
          <dgm:chMax val="0"/>
          <dgm:chPref val="0"/>
        </dgm:presLayoutVars>
      </dgm:prSet>
      <dgm:spPr/>
    </dgm:pt>
    <dgm:pt modelId="{49BEE7BB-B706-4631-A9E6-63C20EB36E14}" type="pres">
      <dgm:prSet presAssocID="{79637A9E-AB70-4770-9AFE-2A0AB9FF572F}" presName="txSpace" presStyleCnt="0"/>
      <dgm:spPr/>
    </dgm:pt>
    <dgm:pt modelId="{88E9F537-A244-4BD2-BC67-1F4EEE836EFF}" type="pres">
      <dgm:prSet presAssocID="{79637A9E-AB70-4770-9AFE-2A0AB9FF572F}" presName="desTx" presStyleLbl="revTx" presStyleIdx="3" presStyleCnt="4">
        <dgm:presLayoutVars/>
      </dgm:prSet>
      <dgm:spPr/>
    </dgm:pt>
  </dgm:ptLst>
  <dgm:cxnLst>
    <dgm:cxn modelId="{80620F2A-441A-46CB-8075-B5502180A972}" type="presOf" srcId="{161261C2-2DFF-4385-A6A4-F82AE1E0E39E}" destId="{88E9F537-A244-4BD2-BC67-1F4EEE836EFF}" srcOrd="0" destOrd="0" presId="urn:microsoft.com/office/officeart/2018/5/layout/CenteredIconLabelDescriptionList"/>
    <dgm:cxn modelId="{CE59D34A-50B4-4888-971C-4C018DF7DD0F}" type="presOf" srcId="{4D32FF8B-AA89-467A-ACB0-89F2B1714C0A}" destId="{D22907EB-A8F7-4C1E-9DB2-8C2881E392A7}" srcOrd="0" destOrd="0" presId="urn:microsoft.com/office/officeart/2018/5/layout/CenteredIconLabelDescriptionList"/>
    <dgm:cxn modelId="{239C8681-D556-4467-828C-CEAA1293E84E}" srcId="{79637A9E-AB70-4770-9AFE-2A0AB9FF572F}" destId="{161261C2-2DFF-4385-A6A4-F82AE1E0E39E}" srcOrd="0" destOrd="0" parTransId="{5A0DAF0A-6EE2-4ADC-928B-5F9D9E6D7962}" sibTransId="{996B8EC4-A15C-4C6A-A875-0D68A2668934}"/>
    <dgm:cxn modelId="{420AC09B-C7F2-44B0-88FD-B0D1754AE658}" srcId="{4D32FF8B-AA89-467A-ACB0-89F2B1714C0A}" destId="{DD3642BC-8CD2-4569-A785-BA7F34D37786}" srcOrd="0" destOrd="0" parTransId="{95F4885B-7FF6-45E8-98E9-CAFCA91771E6}" sibTransId="{B53B2D02-787B-48C0-9104-24563278AF29}"/>
    <dgm:cxn modelId="{752F96C4-6389-4B80-9D91-010A1FF7C0D2}" type="presOf" srcId="{DD3642BC-8CD2-4569-A785-BA7F34D37786}" destId="{1B1AC5E3-CEA2-444C-9FE6-CBEEA9030F6E}" srcOrd="0" destOrd="0" presId="urn:microsoft.com/office/officeart/2018/5/layout/CenteredIconLabelDescriptionList"/>
    <dgm:cxn modelId="{423CCCD0-DC6A-431F-9F98-D834BD8B1920}" type="presOf" srcId="{79637A9E-AB70-4770-9AFE-2A0AB9FF572F}" destId="{D33A0466-4F74-4A82-9D13-C0D0EA8FADD2}" srcOrd="0" destOrd="0" presId="urn:microsoft.com/office/officeart/2018/5/layout/CenteredIconLabelDescriptionList"/>
    <dgm:cxn modelId="{AA314BF8-7385-4E16-8DC1-DD2E1D702F1C}" srcId="{4D32FF8B-AA89-467A-ACB0-89F2B1714C0A}" destId="{79637A9E-AB70-4770-9AFE-2A0AB9FF572F}" srcOrd="1" destOrd="0" parTransId="{26B53915-E7C5-4717-A73B-5F9DE3BD494D}" sibTransId="{B27FD842-3B5F-4058-87E5-5AA9F55F06B6}"/>
    <dgm:cxn modelId="{9679B57B-E19E-4902-8F24-93711EFA9EFB}" type="presParOf" srcId="{D22907EB-A8F7-4C1E-9DB2-8C2881E392A7}" destId="{2BB1120E-9A7A-47CF-9083-BA2ED7FC2C23}" srcOrd="0" destOrd="0" presId="urn:microsoft.com/office/officeart/2018/5/layout/CenteredIconLabelDescriptionList"/>
    <dgm:cxn modelId="{A9B3332A-D1C2-4671-A074-A29172949FBB}" type="presParOf" srcId="{2BB1120E-9A7A-47CF-9083-BA2ED7FC2C23}" destId="{37ECEC07-7F45-4F11-9C60-A8A1E44121B6}" srcOrd="0" destOrd="0" presId="urn:microsoft.com/office/officeart/2018/5/layout/CenteredIconLabelDescriptionList"/>
    <dgm:cxn modelId="{3F1D02AB-0537-4796-A073-16DAB21DA9B9}" type="presParOf" srcId="{2BB1120E-9A7A-47CF-9083-BA2ED7FC2C23}" destId="{0B989620-6B59-4F52-9F3B-148E7E721521}" srcOrd="1" destOrd="0" presId="urn:microsoft.com/office/officeart/2018/5/layout/CenteredIconLabelDescriptionList"/>
    <dgm:cxn modelId="{4EEF220A-0D23-4EB9-8FBD-958215BBC3FA}" type="presParOf" srcId="{2BB1120E-9A7A-47CF-9083-BA2ED7FC2C23}" destId="{1B1AC5E3-CEA2-444C-9FE6-CBEEA9030F6E}" srcOrd="2" destOrd="0" presId="urn:microsoft.com/office/officeart/2018/5/layout/CenteredIconLabelDescriptionList"/>
    <dgm:cxn modelId="{E72AB67E-65CB-4548-8733-120AA1B42DD1}" type="presParOf" srcId="{2BB1120E-9A7A-47CF-9083-BA2ED7FC2C23}" destId="{CB334D6C-E800-4F45-AE84-6560EFAB50A3}" srcOrd="3" destOrd="0" presId="urn:microsoft.com/office/officeart/2018/5/layout/CenteredIconLabelDescriptionList"/>
    <dgm:cxn modelId="{4A875DC7-6A53-479E-A532-8676CB53207A}" type="presParOf" srcId="{2BB1120E-9A7A-47CF-9083-BA2ED7FC2C23}" destId="{9872B6A0-B8FD-46E0-BC0F-2C1846CA5142}" srcOrd="4" destOrd="0" presId="urn:microsoft.com/office/officeart/2018/5/layout/CenteredIconLabelDescriptionList"/>
    <dgm:cxn modelId="{3BA07A95-B210-47FB-9024-07736B0065C9}" type="presParOf" srcId="{D22907EB-A8F7-4C1E-9DB2-8C2881E392A7}" destId="{94A51927-71CA-4306-9B37-64358A96966A}" srcOrd="1" destOrd="0" presId="urn:microsoft.com/office/officeart/2018/5/layout/CenteredIconLabelDescriptionList"/>
    <dgm:cxn modelId="{1F3BB15D-03A5-4F73-91F6-3C03E9D95F2D}" type="presParOf" srcId="{D22907EB-A8F7-4C1E-9DB2-8C2881E392A7}" destId="{410ED237-2DE1-4016-B11C-D2CA7DD048B3}" srcOrd="2" destOrd="0" presId="urn:microsoft.com/office/officeart/2018/5/layout/CenteredIconLabelDescriptionList"/>
    <dgm:cxn modelId="{113DC0E3-5323-48B5-ACBF-D5BA2FE1AD95}" type="presParOf" srcId="{410ED237-2DE1-4016-B11C-D2CA7DD048B3}" destId="{504A82B3-CC19-4027-95E9-EFE84436785F}" srcOrd="0" destOrd="0" presId="urn:microsoft.com/office/officeart/2018/5/layout/CenteredIconLabelDescriptionList"/>
    <dgm:cxn modelId="{BA177719-66C8-415C-9A19-5A190F8729D3}" type="presParOf" srcId="{410ED237-2DE1-4016-B11C-D2CA7DD048B3}" destId="{152B8941-7BFB-41E5-B59A-4435244240F7}" srcOrd="1" destOrd="0" presId="urn:microsoft.com/office/officeart/2018/5/layout/CenteredIconLabelDescriptionList"/>
    <dgm:cxn modelId="{E4F4BE0B-5E34-486F-AA68-BCC3C2B2B8E0}" type="presParOf" srcId="{410ED237-2DE1-4016-B11C-D2CA7DD048B3}" destId="{D33A0466-4F74-4A82-9D13-C0D0EA8FADD2}" srcOrd="2" destOrd="0" presId="urn:microsoft.com/office/officeart/2018/5/layout/CenteredIconLabelDescriptionList"/>
    <dgm:cxn modelId="{1E3266FF-808C-482E-B5F0-C6126A4CBDAC}" type="presParOf" srcId="{410ED237-2DE1-4016-B11C-D2CA7DD048B3}" destId="{49BEE7BB-B706-4631-A9E6-63C20EB36E14}" srcOrd="3" destOrd="0" presId="urn:microsoft.com/office/officeart/2018/5/layout/CenteredIconLabelDescriptionList"/>
    <dgm:cxn modelId="{76DC3218-B67A-4BE7-BFCF-338E54CB1B5A}" type="presParOf" srcId="{410ED237-2DE1-4016-B11C-D2CA7DD048B3}" destId="{88E9F537-A244-4BD2-BC67-1F4EEE836EF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9F7F4C9-39F4-4112-92D3-F02E92FB7A0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5A8B0F8-F5ED-4864-8CD8-439AE96DD234}">
      <dgm:prSet/>
      <dgm:spPr/>
      <dgm:t>
        <a:bodyPr/>
        <a:lstStyle/>
        <a:p>
          <a:r>
            <a:rPr lang="pt-PT" dirty="0"/>
            <a:t>Pull</a:t>
          </a:r>
          <a:endParaRPr lang="en-US" dirty="0"/>
        </a:p>
      </dgm:t>
    </dgm:pt>
    <dgm:pt modelId="{EAC239F4-3CB2-4F0E-B9ED-1E081F106F45}" type="parTrans" cxnId="{B5911237-8F66-46CB-8CD4-4EB6957CD006}">
      <dgm:prSet/>
      <dgm:spPr/>
      <dgm:t>
        <a:bodyPr/>
        <a:lstStyle/>
        <a:p>
          <a:endParaRPr lang="en-US"/>
        </a:p>
      </dgm:t>
    </dgm:pt>
    <dgm:pt modelId="{91896117-AAC1-45E6-8596-BF62660F3789}" type="sibTrans" cxnId="{B5911237-8F66-46CB-8CD4-4EB6957CD006}">
      <dgm:prSet/>
      <dgm:spPr/>
      <dgm:t>
        <a:bodyPr/>
        <a:lstStyle/>
        <a:p>
          <a:endParaRPr lang="en-US"/>
        </a:p>
      </dgm:t>
    </dgm:pt>
    <dgm:pt modelId="{E80FD354-67F7-49BE-B5E3-4552BB361596}">
      <dgm:prSet/>
      <dgm:spPr/>
      <dgm:t>
        <a:bodyPr/>
        <a:lstStyle/>
        <a:p>
          <a:r>
            <a:rPr lang="pt-PT" dirty="0" err="1"/>
            <a:t>Obtain</a:t>
          </a:r>
          <a:r>
            <a:rPr lang="pt-PT" dirty="0"/>
            <a:t> </a:t>
          </a:r>
          <a:r>
            <a:rPr lang="pt-PT" dirty="0" err="1"/>
            <a:t>updated</a:t>
          </a:r>
          <a:r>
            <a:rPr lang="pt-PT" dirty="0"/>
            <a:t> </a:t>
          </a:r>
          <a:r>
            <a:rPr lang="pt-PT" dirty="0" err="1"/>
            <a:t>version</a:t>
          </a:r>
          <a:endParaRPr lang="en-US" dirty="0"/>
        </a:p>
      </dgm:t>
    </dgm:pt>
    <dgm:pt modelId="{320C7CA6-F619-43C1-8EE2-CA18C6EC19DE}" type="parTrans" cxnId="{264A9AC9-18A3-4CEF-9E49-29352AEF9696}">
      <dgm:prSet/>
      <dgm:spPr/>
      <dgm:t>
        <a:bodyPr/>
        <a:lstStyle/>
        <a:p>
          <a:endParaRPr lang="en-US"/>
        </a:p>
      </dgm:t>
    </dgm:pt>
    <dgm:pt modelId="{CD7BE8BA-7B12-47D7-B1E0-9C3470172BAD}" type="sibTrans" cxnId="{264A9AC9-18A3-4CEF-9E49-29352AEF9696}">
      <dgm:prSet/>
      <dgm:spPr/>
      <dgm:t>
        <a:bodyPr/>
        <a:lstStyle/>
        <a:p>
          <a:endParaRPr lang="en-US"/>
        </a:p>
      </dgm:t>
    </dgm:pt>
    <dgm:pt modelId="{DC79D8A5-AE5C-48CB-B078-9CD3A212467F}">
      <dgm:prSet/>
      <dgm:spPr/>
      <dgm:t>
        <a:bodyPr/>
        <a:lstStyle/>
        <a:p>
          <a:r>
            <a:rPr lang="pt-PT" dirty="0" err="1"/>
            <a:t>git</a:t>
          </a:r>
          <a:r>
            <a:rPr lang="pt-PT" dirty="0"/>
            <a:t> pull</a:t>
          </a:r>
          <a:endParaRPr lang="en-US" dirty="0"/>
        </a:p>
      </dgm:t>
    </dgm:pt>
    <dgm:pt modelId="{AD190804-3562-4691-A886-4D9CF2E3F096}" type="parTrans" cxnId="{9ACE8FA9-D3D6-42D5-A4AB-1C5FA6B35E96}">
      <dgm:prSet/>
      <dgm:spPr/>
      <dgm:t>
        <a:bodyPr/>
        <a:lstStyle/>
        <a:p>
          <a:endParaRPr lang="en-US"/>
        </a:p>
      </dgm:t>
    </dgm:pt>
    <dgm:pt modelId="{04277C25-1D4A-48B2-9450-AA258C2E5B75}" type="sibTrans" cxnId="{9ACE8FA9-D3D6-42D5-A4AB-1C5FA6B35E96}">
      <dgm:prSet/>
      <dgm:spPr/>
      <dgm:t>
        <a:bodyPr/>
        <a:lstStyle/>
        <a:p>
          <a:endParaRPr lang="en-US"/>
        </a:p>
      </dgm:t>
    </dgm:pt>
    <dgm:pt modelId="{98AFFB81-D359-4D73-938F-2680D19CA80D}">
      <dgm:prSet/>
      <dgm:spPr/>
      <dgm:t>
        <a:bodyPr/>
        <a:lstStyle/>
        <a:p>
          <a:r>
            <a:rPr lang="en-US" dirty="0"/>
            <a:t>Already up to date</a:t>
          </a:r>
        </a:p>
      </dgm:t>
    </dgm:pt>
    <dgm:pt modelId="{198350F1-2ED9-4AD5-887E-81E41CB25162}" type="parTrans" cxnId="{9499AABA-A14B-47CB-8CFA-C9052893ED72}">
      <dgm:prSet/>
      <dgm:spPr/>
      <dgm:t>
        <a:bodyPr/>
        <a:lstStyle/>
        <a:p>
          <a:endParaRPr lang="en-US"/>
        </a:p>
      </dgm:t>
    </dgm:pt>
    <dgm:pt modelId="{BE3A56E7-294B-4E11-A703-8E2BF44FAA3E}" type="sibTrans" cxnId="{9499AABA-A14B-47CB-8CFA-C9052893ED72}">
      <dgm:prSet/>
      <dgm:spPr/>
      <dgm:t>
        <a:bodyPr/>
        <a:lstStyle/>
        <a:p>
          <a:endParaRPr lang="en-US"/>
        </a:p>
      </dgm:t>
    </dgm:pt>
    <dgm:pt modelId="{549A557C-9564-4D64-9835-06678FA2F631}" type="pres">
      <dgm:prSet presAssocID="{59F7F4C9-39F4-4112-92D3-F02E92FB7A05}" presName="linear" presStyleCnt="0">
        <dgm:presLayoutVars>
          <dgm:animLvl val="lvl"/>
          <dgm:resizeHandles val="exact"/>
        </dgm:presLayoutVars>
      </dgm:prSet>
      <dgm:spPr/>
    </dgm:pt>
    <dgm:pt modelId="{4D623CCD-67B6-4C16-99F1-10F5324680C9}" type="pres">
      <dgm:prSet presAssocID="{B5A8B0F8-F5ED-4864-8CD8-439AE96DD23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0EFA2ED-57A5-4CC9-87E3-E2947315BF90}" type="pres">
      <dgm:prSet presAssocID="{B5A8B0F8-F5ED-4864-8CD8-439AE96DD234}" presName="childText" presStyleLbl="revTx" presStyleIdx="0" presStyleCnt="2">
        <dgm:presLayoutVars>
          <dgm:bulletEnabled val="1"/>
        </dgm:presLayoutVars>
      </dgm:prSet>
      <dgm:spPr/>
    </dgm:pt>
    <dgm:pt modelId="{F79CE107-9536-4A31-81B8-A6D4AC0C3E2F}" type="pres">
      <dgm:prSet presAssocID="{DC79D8A5-AE5C-48CB-B078-9CD3A212467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31767CB-BEB7-44C4-A86E-1A61878759A0}" type="pres">
      <dgm:prSet presAssocID="{DC79D8A5-AE5C-48CB-B078-9CD3A212467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14F4735-608F-4716-837B-C0A05A2DF6F1}" type="presOf" srcId="{B5A8B0F8-F5ED-4864-8CD8-439AE96DD234}" destId="{4D623CCD-67B6-4C16-99F1-10F5324680C9}" srcOrd="0" destOrd="0" presId="urn:microsoft.com/office/officeart/2005/8/layout/vList2"/>
    <dgm:cxn modelId="{B5911237-8F66-46CB-8CD4-4EB6957CD006}" srcId="{59F7F4C9-39F4-4112-92D3-F02E92FB7A05}" destId="{B5A8B0F8-F5ED-4864-8CD8-439AE96DD234}" srcOrd="0" destOrd="0" parTransId="{EAC239F4-3CB2-4F0E-B9ED-1E081F106F45}" sibTransId="{91896117-AAC1-45E6-8596-BF62660F3789}"/>
    <dgm:cxn modelId="{1275335D-B5FA-4578-B1F3-6A55F7073E48}" type="presOf" srcId="{59F7F4C9-39F4-4112-92D3-F02E92FB7A05}" destId="{549A557C-9564-4D64-9835-06678FA2F631}" srcOrd="0" destOrd="0" presId="urn:microsoft.com/office/officeart/2005/8/layout/vList2"/>
    <dgm:cxn modelId="{9ACE8FA9-D3D6-42D5-A4AB-1C5FA6B35E96}" srcId="{59F7F4C9-39F4-4112-92D3-F02E92FB7A05}" destId="{DC79D8A5-AE5C-48CB-B078-9CD3A212467F}" srcOrd="1" destOrd="0" parTransId="{AD190804-3562-4691-A886-4D9CF2E3F096}" sibTransId="{04277C25-1D4A-48B2-9450-AA258C2E5B75}"/>
    <dgm:cxn modelId="{55F8D1AC-5C97-404E-9926-CA1086234602}" type="presOf" srcId="{E80FD354-67F7-49BE-B5E3-4552BB361596}" destId="{70EFA2ED-57A5-4CC9-87E3-E2947315BF90}" srcOrd="0" destOrd="0" presId="urn:microsoft.com/office/officeart/2005/8/layout/vList2"/>
    <dgm:cxn modelId="{9499AABA-A14B-47CB-8CFA-C9052893ED72}" srcId="{DC79D8A5-AE5C-48CB-B078-9CD3A212467F}" destId="{98AFFB81-D359-4D73-938F-2680D19CA80D}" srcOrd="0" destOrd="0" parTransId="{198350F1-2ED9-4AD5-887E-81E41CB25162}" sibTransId="{BE3A56E7-294B-4E11-A703-8E2BF44FAA3E}"/>
    <dgm:cxn modelId="{264A9AC9-18A3-4CEF-9E49-29352AEF9696}" srcId="{B5A8B0F8-F5ED-4864-8CD8-439AE96DD234}" destId="{E80FD354-67F7-49BE-B5E3-4552BB361596}" srcOrd="0" destOrd="0" parTransId="{320C7CA6-F619-43C1-8EE2-CA18C6EC19DE}" sibTransId="{CD7BE8BA-7B12-47D7-B1E0-9C3470172BAD}"/>
    <dgm:cxn modelId="{9B532BE1-481B-44A0-9474-D68026A963AF}" type="presOf" srcId="{98AFFB81-D359-4D73-938F-2680D19CA80D}" destId="{D31767CB-BEB7-44C4-A86E-1A61878759A0}" srcOrd="0" destOrd="0" presId="urn:microsoft.com/office/officeart/2005/8/layout/vList2"/>
    <dgm:cxn modelId="{CF75C0E1-2349-4719-AB6F-C39204928C88}" type="presOf" srcId="{DC79D8A5-AE5C-48CB-B078-9CD3A212467F}" destId="{F79CE107-9536-4A31-81B8-A6D4AC0C3E2F}" srcOrd="0" destOrd="0" presId="urn:microsoft.com/office/officeart/2005/8/layout/vList2"/>
    <dgm:cxn modelId="{0C0C17DF-811F-418E-9FFB-671C2F407EAB}" type="presParOf" srcId="{549A557C-9564-4D64-9835-06678FA2F631}" destId="{4D623CCD-67B6-4C16-99F1-10F5324680C9}" srcOrd="0" destOrd="0" presId="urn:microsoft.com/office/officeart/2005/8/layout/vList2"/>
    <dgm:cxn modelId="{9F35098B-CD24-44F3-8C67-C04AE062EEA1}" type="presParOf" srcId="{549A557C-9564-4D64-9835-06678FA2F631}" destId="{70EFA2ED-57A5-4CC9-87E3-E2947315BF90}" srcOrd="1" destOrd="0" presId="urn:microsoft.com/office/officeart/2005/8/layout/vList2"/>
    <dgm:cxn modelId="{CDDF3968-AA5E-4322-BFB1-047426BF15D4}" type="presParOf" srcId="{549A557C-9564-4D64-9835-06678FA2F631}" destId="{F79CE107-9536-4A31-81B8-A6D4AC0C3E2F}" srcOrd="2" destOrd="0" presId="urn:microsoft.com/office/officeart/2005/8/layout/vList2"/>
    <dgm:cxn modelId="{65A8E667-BCD6-4AEC-96FD-19891C35C03E}" type="presParOf" srcId="{549A557C-9564-4D64-9835-06678FA2F631}" destId="{D31767CB-BEB7-44C4-A86E-1A61878759A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9F7F4C9-39F4-4112-92D3-F02E92FB7A0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5A8B0F8-F5ED-4864-8CD8-439AE96DD234}">
      <dgm:prSet/>
      <dgm:spPr/>
      <dgm:t>
        <a:bodyPr/>
        <a:lstStyle/>
        <a:p>
          <a:r>
            <a:rPr lang="pt-BR" dirty="0" err="1"/>
            <a:t>Fetch</a:t>
          </a:r>
          <a:r>
            <a:rPr lang="pt-BR" dirty="0"/>
            <a:t> </a:t>
          </a:r>
          <a:r>
            <a:rPr lang="pt-BR" dirty="0" err="1"/>
            <a:t>Frequently</a:t>
          </a:r>
          <a:endParaRPr lang="en-US" dirty="0"/>
        </a:p>
      </dgm:t>
    </dgm:pt>
    <dgm:pt modelId="{EAC239F4-3CB2-4F0E-B9ED-1E081F106F45}" type="parTrans" cxnId="{B5911237-8F66-46CB-8CD4-4EB6957CD006}">
      <dgm:prSet/>
      <dgm:spPr/>
      <dgm:t>
        <a:bodyPr/>
        <a:lstStyle/>
        <a:p>
          <a:endParaRPr lang="en-US"/>
        </a:p>
      </dgm:t>
    </dgm:pt>
    <dgm:pt modelId="{91896117-AAC1-45E6-8596-BF62660F3789}" type="sibTrans" cxnId="{B5911237-8F66-46CB-8CD4-4EB6957CD006}">
      <dgm:prSet/>
      <dgm:spPr/>
      <dgm:t>
        <a:bodyPr/>
        <a:lstStyle/>
        <a:p>
          <a:endParaRPr lang="en-US"/>
        </a:p>
      </dgm:t>
    </dgm:pt>
    <dgm:pt modelId="{E80FD354-67F7-49BE-B5E3-4552BB361596}">
      <dgm:prSet/>
      <dgm:spPr/>
      <dgm:t>
        <a:bodyPr/>
        <a:lstStyle/>
        <a:p>
          <a:r>
            <a:rPr lang="en-US" dirty="0"/>
            <a:t>Avoid falling behind main or your teammates</a:t>
          </a:r>
        </a:p>
      </dgm:t>
    </dgm:pt>
    <dgm:pt modelId="{320C7CA6-F619-43C1-8EE2-CA18C6EC19DE}" type="parTrans" cxnId="{264A9AC9-18A3-4CEF-9E49-29352AEF9696}">
      <dgm:prSet/>
      <dgm:spPr/>
      <dgm:t>
        <a:bodyPr/>
        <a:lstStyle/>
        <a:p>
          <a:endParaRPr lang="en-US"/>
        </a:p>
      </dgm:t>
    </dgm:pt>
    <dgm:pt modelId="{CD7BE8BA-7B12-47D7-B1E0-9C3470172BAD}" type="sibTrans" cxnId="{264A9AC9-18A3-4CEF-9E49-29352AEF9696}">
      <dgm:prSet/>
      <dgm:spPr/>
      <dgm:t>
        <a:bodyPr/>
        <a:lstStyle/>
        <a:p>
          <a:endParaRPr lang="en-US"/>
        </a:p>
      </dgm:t>
    </dgm:pt>
    <dgm:pt modelId="{DC79D8A5-AE5C-48CB-B078-9CD3A212467F}">
      <dgm:prSet/>
      <dgm:spPr/>
      <dgm:t>
        <a:bodyPr/>
        <a:lstStyle/>
        <a:p>
          <a:r>
            <a:rPr lang="pt-PT" dirty="0" err="1"/>
            <a:t>Push</a:t>
          </a:r>
          <a:r>
            <a:rPr lang="pt-PT" dirty="0"/>
            <a:t> </a:t>
          </a:r>
          <a:r>
            <a:rPr lang="pt-PT" dirty="0" err="1"/>
            <a:t>Frequently</a:t>
          </a:r>
          <a:endParaRPr lang="en-US" dirty="0"/>
        </a:p>
      </dgm:t>
    </dgm:pt>
    <dgm:pt modelId="{AD190804-3562-4691-A886-4D9CF2E3F096}" type="parTrans" cxnId="{9ACE8FA9-D3D6-42D5-A4AB-1C5FA6B35E96}">
      <dgm:prSet/>
      <dgm:spPr/>
      <dgm:t>
        <a:bodyPr/>
        <a:lstStyle/>
        <a:p>
          <a:endParaRPr lang="en-US"/>
        </a:p>
      </dgm:t>
    </dgm:pt>
    <dgm:pt modelId="{04277C25-1D4A-48B2-9450-AA258C2E5B75}" type="sibTrans" cxnId="{9ACE8FA9-D3D6-42D5-A4AB-1C5FA6B35E96}">
      <dgm:prSet/>
      <dgm:spPr/>
      <dgm:t>
        <a:bodyPr/>
        <a:lstStyle/>
        <a:p>
          <a:endParaRPr lang="en-US"/>
        </a:p>
      </dgm:t>
    </dgm:pt>
    <dgm:pt modelId="{98AFFB81-D359-4D73-938F-2680D19CA80D}">
      <dgm:prSet/>
      <dgm:spPr/>
      <dgm:t>
        <a:bodyPr/>
        <a:lstStyle/>
        <a:p>
          <a:r>
            <a:rPr lang="pt-BR" dirty="0"/>
            <a:t>Do </a:t>
          </a:r>
          <a:r>
            <a:rPr lang="pt-BR" dirty="0" err="1"/>
            <a:t>not</a:t>
          </a:r>
          <a:r>
            <a:rPr lang="pt-BR" dirty="0"/>
            <a:t> </a:t>
          </a:r>
          <a:r>
            <a:rPr lang="pt-BR" dirty="0" err="1"/>
            <a:t>destabilize</a:t>
          </a:r>
          <a:r>
            <a:rPr lang="pt-BR" dirty="0"/>
            <a:t> </a:t>
          </a:r>
          <a:r>
            <a:rPr lang="pt-BR" dirty="0" err="1"/>
            <a:t>main</a:t>
          </a:r>
          <a:endParaRPr lang="en-US" dirty="0"/>
        </a:p>
      </dgm:t>
    </dgm:pt>
    <dgm:pt modelId="{198350F1-2ED9-4AD5-887E-81E41CB25162}" type="parTrans" cxnId="{9499AABA-A14B-47CB-8CFA-C9052893ED72}">
      <dgm:prSet/>
      <dgm:spPr/>
      <dgm:t>
        <a:bodyPr/>
        <a:lstStyle/>
        <a:p>
          <a:endParaRPr lang="en-US"/>
        </a:p>
      </dgm:t>
    </dgm:pt>
    <dgm:pt modelId="{BE3A56E7-294B-4E11-A703-8E2BF44FAA3E}" type="sibTrans" cxnId="{9499AABA-A14B-47CB-8CFA-C9052893ED72}">
      <dgm:prSet/>
      <dgm:spPr/>
      <dgm:t>
        <a:bodyPr/>
        <a:lstStyle/>
        <a:p>
          <a:endParaRPr lang="en-US"/>
        </a:p>
      </dgm:t>
    </dgm:pt>
    <dgm:pt modelId="{CEA0D4D6-0777-4555-869C-3774E6972F5D}">
      <dgm:prSet/>
      <dgm:spPr/>
      <dgm:t>
        <a:bodyPr/>
        <a:lstStyle/>
        <a:p>
          <a:r>
            <a:rPr lang="en-US" dirty="0"/>
            <a:t>Keep changes small and incremental</a:t>
          </a:r>
        </a:p>
      </dgm:t>
    </dgm:pt>
    <dgm:pt modelId="{04C75996-D26B-49A6-B5FC-602DF74D3C29}" type="parTrans" cxnId="{CC084234-0006-41DB-9411-2B0C001A8AAE}">
      <dgm:prSet/>
      <dgm:spPr/>
      <dgm:t>
        <a:bodyPr/>
        <a:lstStyle/>
        <a:p>
          <a:endParaRPr lang="en-US"/>
        </a:p>
      </dgm:t>
    </dgm:pt>
    <dgm:pt modelId="{D96B1C8D-0981-4A2F-A247-7AC04B5AD50F}" type="sibTrans" cxnId="{CC084234-0006-41DB-9411-2B0C001A8AAE}">
      <dgm:prSet/>
      <dgm:spPr/>
      <dgm:t>
        <a:bodyPr/>
        <a:lstStyle/>
        <a:p>
          <a:endParaRPr lang="en-US"/>
        </a:p>
      </dgm:t>
    </dgm:pt>
    <dgm:pt modelId="{169D056E-7448-47F5-A10D-7B5BF255A4FE}">
      <dgm:prSet/>
      <dgm:spPr/>
      <dgm:t>
        <a:bodyPr/>
        <a:lstStyle/>
        <a:p>
          <a:r>
            <a:rPr lang="en-US" dirty="0"/>
            <a:t>Running automated tests on every push is a good practice</a:t>
          </a:r>
        </a:p>
      </dgm:t>
    </dgm:pt>
    <dgm:pt modelId="{E79F306C-8C0A-4822-8BEF-16029EDB5946}" type="parTrans" cxnId="{147423FE-87F5-4BD3-B02D-3497886A4E00}">
      <dgm:prSet/>
      <dgm:spPr/>
      <dgm:t>
        <a:bodyPr/>
        <a:lstStyle/>
        <a:p>
          <a:endParaRPr lang="pt-BR"/>
        </a:p>
      </dgm:t>
    </dgm:pt>
    <dgm:pt modelId="{C03B0A9E-5301-4333-A449-73F977440796}" type="sibTrans" cxnId="{147423FE-87F5-4BD3-B02D-3497886A4E00}">
      <dgm:prSet/>
      <dgm:spPr/>
      <dgm:t>
        <a:bodyPr/>
        <a:lstStyle/>
        <a:p>
          <a:endParaRPr lang="pt-BR"/>
        </a:p>
      </dgm:t>
    </dgm:pt>
    <dgm:pt modelId="{5059DBB6-14C5-4352-8FB1-61CA0C3E7CA0}">
      <dgm:prSet/>
      <dgm:spPr/>
      <dgm:t>
        <a:bodyPr/>
        <a:lstStyle/>
        <a:p>
          <a:r>
            <a:rPr lang="en-US" dirty="0"/>
            <a:t>Reduce the risk of large merge conflicts</a:t>
          </a:r>
        </a:p>
      </dgm:t>
    </dgm:pt>
    <dgm:pt modelId="{BD37BD35-AC73-47F1-BFBC-046997D6F878}" type="parTrans" cxnId="{96387DCC-2184-446E-BB7D-C3499C83462C}">
      <dgm:prSet/>
      <dgm:spPr/>
      <dgm:t>
        <a:bodyPr/>
        <a:lstStyle/>
        <a:p>
          <a:endParaRPr lang="pt-BR"/>
        </a:p>
      </dgm:t>
    </dgm:pt>
    <dgm:pt modelId="{9C979232-C604-4AE9-BA1C-C65D6DBC0EC5}" type="sibTrans" cxnId="{96387DCC-2184-446E-BB7D-C3499C83462C}">
      <dgm:prSet/>
      <dgm:spPr/>
      <dgm:t>
        <a:bodyPr/>
        <a:lstStyle/>
        <a:p>
          <a:endParaRPr lang="pt-BR"/>
        </a:p>
      </dgm:t>
    </dgm:pt>
    <dgm:pt modelId="{549A557C-9564-4D64-9835-06678FA2F631}" type="pres">
      <dgm:prSet presAssocID="{59F7F4C9-39F4-4112-92D3-F02E92FB7A05}" presName="linear" presStyleCnt="0">
        <dgm:presLayoutVars>
          <dgm:animLvl val="lvl"/>
          <dgm:resizeHandles val="exact"/>
        </dgm:presLayoutVars>
      </dgm:prSet>
      <dgm:spPr/>
    </dgm:pt>
    <dgm:pt modelId="{4D623CCD-67B6-4C16-99F1-10F5324680C9}" type="pres">
      <dgm:prSet presAssocID="{B5A8B0F8-F5ED-4864-8CD8-439AE96DD23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0EFA2ED-57A5-4CC9-87E3-E2947315BF90}" type="pres">
      <dgm:prSet presAssocID="{B5A8B0F8-F5ED-4864-8CD8-439AE96DD234}" presName="childText" presStyleLbl="revTx" presStyleIdx="0" presStyleCnt="2">
        <dgm:presLayoutVars>
          <dgm:bulletEnabled val="1"/>
        </dgm:presLayoutVars>
      </dgm:prSet>
      <dgm:spPr/>
    </dgm:pt>
    <dgm:pt modelId="{F79CE107-9536-4A31-81B8-A6D4AC0C3E2F}" type="pres">
      <dgm:prSet presAssocID="{DC79D8A5-AE5C-48CB-B078-9CD3A212467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31767CB-BEB7-44C4-A86E-1A61878759A0}" type="pres">
      <dgm:prSet presAssocID="{DC79D8A5-AE5C-48CB-B078-9CD3A212467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B225709-5E20-4143-AF4F-FCC017A4B8A7}" type="presOf" srcId="{5059DBB6-14C5-4352-8FB1-61CA0C3E7CA0}" destId="{70EFA2ED-57A5-4CC9-87E3-E2947315BF90}" srcOrd="0" destOrd="1" presId="urn:microsoft.com/office/officeart/2005/8/layout/vList2"/>
    <dgm:cxn modelId="{32884219-68CB-4089-A1D9-111E91ADE355}" type="presOf" srcId="{169D056E-7448-47F5-A10D-7B5BF255A4FE}" destId="{D31767CB-BEB7-44C4-A86E-1A61878759A0}" srcOrd="0" destOrd="2" presId="urn:microsoft.com/office/officeart/2005/8/layout/vList2"/>
    <dgm:cxn modelId="{CC084234-0006-41DB-9411-2B0C001A8AAE}" srcId="{DC79D8A5-AE5C-48CB-B078-9CD3A212467F}" destId="{CEA0D4D6-0777-4555-869C-3774E6972F5D}" srcOrd="1" destOrd="0" parTransId="{04C75996-D26B-49A6-B5FC-602DF74D3C29}" sibTransId="{D96B1C8D-0981-4A2F-A247-7AC04B5AD50F}"/>
    <dgm:cxn modelId="{314F4735-608F-4716-837B-C0A05A2DF6F1}" type="presOf" srcId="{B5A8B0F8-F5ED-4864-8CD8-439AE96DD234}" destId="{4D623CCD-67B6-4C16-99F1-10F5324680C9}" srcOrd="0" destOrd="0" presId="urn:microsoft.com/office/officeart/2005/8/layout/vList2"/>
    <dgm:cxn modelId="{B5911237-8F66-46CB-8CD4-4EB6957CD006}" srcId="{59F7F4C9-39F4-4112-92D3-F02E92FB7A05}" destId="{B5A8B0F8-F5ED-4864-8CD8-439AE96DD234}" srcOrd="0" destOrd="0" parTransId="{EAC239F4-3CB2-4F0E-B9ED-1E081F106F45}" sibTransId="{91896117-AAC1-45E6-8596-BF62660F3789}"/>
    <dgm:cxn modelId="{1275335D-B5FA-4578-B1F3-6A55F7073E48}" type="presOf" srcId="{59F7F4C9-39F4-4112-92D3-F02E92FB7A05}" destId="{549A557C-9564-4D64-9835-06678FA2F631}" srcOrd="0" destOrd="0" presId="urn:microsoft.com/office/officeart/2005/8/layout/vList2"/>
    <dgm:cxn modelId="{9ACE8FA9-D3D6-42D5-A4AB-1C5FA6B35E96}" srcId="{59F7F4C9-39F4-4112-92D3-F02E92FB7A05}" destId="{DC79D8A5-AE5C-48CB-B078-9CD3A212467F}" srcOrd="1" destOrd="0" parTransId="{AD190804-3562-4691-A886-4D9CF2E3F096}" sibTransId="{04277C25-1D4A-48B2-9450-AA258C2E5B75}"/>
    <dgm:cxn modelId="{55F8D1AC-5C97-404E-9926-CA1086234602}" type="presOf" srcId="{E80FD354-67F7-49BE-B5E3-4552BB361596}" destId="{70EFA2ED-57A5-4CC9-87E3-E2947315BF90}" srcOrd="0" destOrd="0" presId="urn:microsoft.com/office/officeart/2005/8/layout/vList2"/>
    <dgm:cxn modelId="{9499AABA-A14B-47CB-8CFA-C9052893ED72}" srcId="{DC79D8A5-AE5C-48CB-B078-9CD3A212467F}" destId="{98AFFB81-D359-4D73-938F-2680D19CA80D}" srcOrd="0" destOrd="0" parTransId="{198350F1-2ED9-4AD5-887E-81E41CB25162}" sibTransId="{BE3A56E7-294B-4E11-A703-8E2BF44FAA3E}"/>
    <dgm:cxn modelId="{264A9AC9-18A3-4CEF-9E49-29352AEF9696}" srcId="{B5A8B0F8-F5ED-4864-8CD8-439AE96DD234}" destId="{E80FD354-67F7-49BE-B5E3-4552BB361596}" srcOrd="0" destOrd="0" parTransId="{320C7CA6-F619-43C1-8EE2-CA18C6EC19DE}" sibTransId="{CD7BE8BA-7B12-47D7-B1E0-9C3470172BAD}"/>
    <dgm:cxn modelId="{96387DCC-2184-446E-BB7D-C3499C83462C}" srcId="{B5A8B0F8-F5ED-4864-8CD8-439AE96DD234}" destId="{5059DBB6-14C5-4352-8FB1-61CA0C3E7CA0}" srcOrd="1" destOrd="0" parTransId="{BD37BD35-AC73-47F1-BFBC-046997D6F878}" sibTransId="{9C979232-C604-4AE9-BA1C-C65D6DBC0EC5}"/>
    <dgm:cxn modelId="{9B532BE1-481B-44A0-9474-D68026A963AF}" type="presOf" srcId="{98AFFB81-D359-4D73-938F-2680D19CA80D}" destId="{D31767CB-BEB7-44C4-A86E-1A61878759A0}" srcOrd="0" destOrd="0" presId="urn:microsoft.com/office/officeart/2005/8/layout/vList2"/>
    <dgm:cxn modelId="{CF75C0E1-2349-4719-AB6F-C39204928C88}" type="presOf" srcId="{DC79D8A5-AE5C-48CB-B078-9CD3A212467F}" destId="{F79CE107-9536-4A31-81B8-A6D4AC0C3E2F}" srcOrd="0" destOrd="0" presId="urn:microsoft.com/office/officeart/2005/8/layout/vList2"/>
    <dgm:cxn modelId="{6C4501E9-FB1D-4492-95E9-31584C45514B}" type="presOf" srcId="{CEA0D4D6-0777-4555-869C-3774E6972F5D}" destId="{D31767CB-BEB7-44C4-A86E-1A61878759A0}" srcOrd="0" destOrd="1" presId="urn:microsoft.com/office/officeart/2005/8/layout/vList2"/>
    <dgm:cxn modelId="{147423FE-87F5-4BD3-B02D-3497886A4E00}" srcId="{DC79D8A5-AE5C-48CB-B078-9CD3A212467F}" destId="{169D056E-7448-47F5-A10D-7B5BF255A4FE}" srcOrd="2" destOrd="0" parTransId="{E79F306C-8C0A-4822-8BEF-16029EDB5946}" sibTransId="{C03B0A9E-5301-4333-A449-73F977440796}"/>
    <dgm:cxn modelId="{0C0C17DF-811F-418E-9FFB-671C2F407EAB}" type="presParOf" srcId="{549A557C-9564-4D64-9835-06678FA2F631}" destId="{4D623CCD-67B6-4C16-99F1-10F5324680C9}" srcOrd="0" destOrd="0" presId="urn:microsoft.com/office/officeart/2005/8/layout/vList2"/>
    <dgm:cxn modelId="{9F35098B-CD24-44F3-8C67-C04AE062EEA1}" type="presParOf" srcId="{549A557C-9564-4D64-9835-06678FA2F631}" destId="{70EFA2ED-57A5-4CC9-87E3-E2947315BF90}" srcOrd="1" destOrd="0" presId="urn:microsoft.com/office/officeart/2005/8/layout/vList2"/>
    <dgm:cxn modelId="{CDDF3968-AA5E-4322-BFB1-047426BF15D4}" type="presParOf" srcId="{549A557C-9564-4D64-9835-06678FA2F631}" destId="{F79CE107-9536-4A31-81B8-A6D4AC0C3E2F}" srcOrd="2" destOrd="0" presId="urn:microsoft.com/office/officeart/2005/8/layout/vList2"/>
    <dgm:cxn modelId="{65A8E667-BCD6-4AEC-96FD-19891C35C03E}" type="presParOf" srcId="{549A557C-9564-4D64-9835-06678FA2F631}" destId="{D31767CB-BEB7-44C4-A86E-1A61878759A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444E187-483F-4CA5-B4B9-EEE40C08958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1B2F942-2A71-4333-9D94-9567DCAEB5B2}">
      <dgm:prSet/>
      <dgm:spPr/>
      <dgm:t>
        <a:bodyPr/>
        <a:lstStyle/>
        <a:p>
          <a:pPr>
            <a:defRPr cap="all"/>
          </a:pPr>
          <a:r>
            <a:rPr lang="en-US" dirty="0"/>
            <a:t>Branches are simply references (pointers)</a:t>
          </a:r>
          <a:br>
            <a:rPr lang="en-US" dirty="0"/>
          </a:br>
          <a:r>
            <a:rPr lang="en-US" dirty="0"/>
            <a:t>to a specific commit.</a:t>
          </a:r>
        </a:p>
      </dgm:t>
    </dgm:pt>
    <dgm:pt modelId="{EBF648E8-E97A-4922-B083-3B8B12CF9AE5}" type="parTrans" cxnId="{8AB1844A-1D01-4245-B1AF-84C9D85970B1}">
      <dgm:prSet/>
      <dgm:spPr/>
      <dgm:t>
        <a:bodyPr/>
        <a:lstStyle/>
        <a:p>
          <a:endParaRPr lang="en-US"/>
        </a:p>
      </dgm:t>
    </dgm:pt>
    <dgm:pt modelId="{737A3003-910E-433D-AF93-681C5507A9BE}" type="sibTrans" cxnId="{8AB1844A-1D01-4245-B1AF-84C9D85970B1}">
      <dgm:prSet/>
      <dgm:spPr/>
      <dgm:t>
        <a:bodyPr/>
        <a:lstStyle/>
        <a:p>
          <a:endParaRPr lang="en-US"/>
        </a:p>
      </dgm:t>
    </dgm:pt>
    <dgm:pt modelId="{258E125E-2CC1-41FA-91E7-D21B6BD071DB}">
      <dgm:prSet/>
      <dgm:spPr/>
      <dgm:t>
        <a:bodyPr/>
        <a:lstStyle/>
        <a:p>
          <a:pPr>
            <a:defRPr cap="all"/>
          </a:pPr>
          <a:r>
            <a:rPr lang="en-US" dirty="0"/>
            <a:t>Every time you create a commit:</a:t>
          </a:r>
        </a:p>
        <a:p>
          <a:pPr>
            <a:buFont typeface="Arial" panose="020B0604020202020204" pitchFamily="34" charset="0"/>
            <a:buChar char="•"/>
          </a:pPr>
          <a:r>
            <a:rPr lang="pt-BR" dirty="0"/>
            <a:t>The </a:t>
          </a:r>
          <a:r>
            <a:rPr lang="pt-BR" dirty="0" err="1"/>
            <a:t>branch</a:t>
          </a:r>
          <a:r>
            <a:rPr lang="pt-BR" dirty="0"/>
            <a:t> moves </a:t>
          </a:r>
          <a:r>
            <a:rPr lang="pt-BR" dirty="0" err="1"/>
            <a:t>forward</a:t>
          </a:r>
          <a:endParaRPr lang="pt-BR" dirty="0"/>
        </a:p>
        <a:p>
          <a:pPr>
            <a:buFont typeface="Arial" panose="020B0604020202020204" pitchFamily="34" charset="0"/>
            <a:buChar char="•"/>
          </a:pPr>
          <a:r>
            <a:rPr lang="en-US" dirty="0"/>
            <a:t>It now points to the new (latest) commit</a:t>
          </a:r>
        </a:p>
      </dgm:t>
    </dgm:pt>
    <dgm:pt modelId="{6B749D0A-77B6-404F-8642-8107D70E6600}" type="parTrans" cxnId="{85531740-C3C6-486D-9656-B231CF009AAE}">
      <dgm:prSet/>
      <dgm:spPr/>
      <dgm:t>
        <a:bodyPr/>
        <a:lstStyle/>
        <a:p>
          <a:endParaRPr lang="en-US"/>
        </a:p>
      </dgm:t>
    </dgm:pt>
    <dgm:pt modelId="{2B9AA1B9-45C8-4E03-910C-D649C28139CD}" type="sibTrans" cxnId="{85531740-C3C6-486D-9656-B231CF009AAE}">
      <dgm:prSet/>
      <dgm:spPr/>
      <dgm:t>
        <a:bodyPr/>
        <a:lstStyle/>
        <a:p>
          <a:endParaRPr lang="en-US"/>
        </a:p>
      </dgm:t>
    </dgm:pt>
    <dgm:pt modelId="{51C48417-FBD5-466D-A8F4-3450E4272C99}" type="pres">
      <dgm:prSet presAssocID="{B444E187-483F-4CA5-B4B9-EEE40C089586}" presName="root" presStyleCnt="0">
        <dgm:presLayoutVars>
          <dgm:dir/>
          <dgm:resizeHandles val="exact"/>
        </dgm:presLayoutVars>
      </dgm:prSet>
      <dgm:spPr/>
    </dgm:pt>
    <dgm:pt modelId="{285E36A5-C8A5-4E20-BA55-7CBE41D3B989}" type="pres">
      <dgm:prSet presAssocID="{D1B2F942-2A71-4333-9D94-9567DCAEB5B2}" presName="compNode" presStyleCnt="0"/>
      <dgm:spPr/>
    </dgm:pt>
    <dgm:pt modelId="{6647CE05-53D5-4420-A409-53085C60ECDE}" type="pres">
      <dgm:prSet presAssocID="{D1B2F942-2A71-4333-9D94-9567DCAEB5B2}" presName="iconBgRect" presStyleLbl="bgShp" presStyleIdx="0" presStyleCnt="2"/>
      <dgm:spPr/>
    </dgm:pt>
    <dgm:pt modelId="{7A1AB01B-65BB-4E20-B175-8731888D8101}" type="pres">
      <dgm:prSet presAssocID="{D1B2F942-2A71-4333-9D94-9567DCAEB5B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AB451094-3F45-4B50-9944-4C8E496D734D}" type="pres">
      <dgm:prSet presAssocID="{D1B2F942-2A71-4333-9D94-9567DCAEB5B2}" presName="spaceRect" presStyleCnt="0"/>
      <dgm:spPr/>
    </dgm:pt>
    <dgm:pt modelId="{BC5302B0-32CD-40BA-B4B7-0B212CFD9E0D}" type="pres">
      <dgm:prSet presAssocID="{D1B2F942-2A71-4333-9D94-9567DCAEB5B2}" presName="textRect" presStyleLbl="revTx" presStyleIdx="0" presStyleCnt="2">
        <dgm:presLayoutVars>
          <dgm:chMax val="1"/>
          <dgm:chPref val="1"/>
        </dgm:presLayoutVars>
      </dgm:prSet>
      <dgm:spPr/>
    </dgm:pt>
    <dgm:pt modelId="{E72E46C0-752B-4DD7-9D4E-8BA007B1D34B}" type="pres">
      <dgm:prSet presAssocID="{737A3003-910E-433D-AF93-681C5507A9BE}" presName="sibTrans" presStyleCnt="0"/>
      <dgm:spPr/>
    </dgm:pt>
    <dgm:pt modelId="{0B5D0DDD-D19C-4E0B-BB47-63A0AEB005A8}" type="pres">
      <dgm:prSet presAssocID="{258E125E-2CC1-41FA-91E7-D21B6BD071DB}" presName="compNode" presStyleCnt="0"/>
      <dgm:spPr/>
    </dgm:pt>
    <dgm:pt modelId="{46A0EDBB-094D-4C52-8D5E-87590C6C5A5A}" type="pres">
      <dgm:prSet presAssocID="{258E125E-2CC1-41FA-91E7-D21B6BD071DB}" presName="iconBgRect" presStyleLbl="bgShp" presStyleIdx="1" presStyleCnt="2"/>
      <dgm:spPr/>
    </dgm:pt>
    <dgm:pt modelId="{844760A4-D7C1-442D-9176-3EDC4166DBA9}" type="pres">
      <dgm:prSet presAssocID="{258E125E-2CC1-41FA-91E7-D21B6BD071D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 de trabalho"/>
        </a:ext>
      </dgm:extLst>
    </dgm:pt>
    <dgm:pt modelId="{ADE82068-2445-4947-B4D5-762A7E127BED}" type="pres">
      <dgm:prSet presAssocID="{258E125E-2CC1-41FA-91E7-D21B6BD071DB}" presName="spaceRect" presStyleCnt="0"/>
      <dgm:spPr/>
    </dgm:pt>
    <dgm:pt modelId="{AB2D2852-6CB1-4E00-BE3E-F73FDE823995}" type="pres">
      <dgm:prSet presAssocID="{258E125E-2CC1-41FA-91E7-D21B6BD071D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5531740-C3C6-486D-9656-B231CF009AAE}" srcId="{B444E187-483F-4CA5-B4B9-EEE40C089586}" destId="{258E125E-2CC1-41FA-91E7-D21B6BD071DB}" srcOrd="1" destOrd="0" parTransId="{6B749D0A-77B6-404F-8642-8107D70E6600}" sibTransId="{2B9AA1B9-45C8-4E03-910C-D649C28139CD}"/>
    <dgm:cxn modelId="{8AB1844A-1D01-4245-B1AF-84C9D85970B1}" srcId="{B444E187-483F-4CA5-B4B9-EEE40C089586}" destId="{D1B2F942-2A71-4333-9D94-9567DCAEB5B2}" srcOrd="0" destOrd="0" parTransId="{EBF648E8-E97A-4922-B083-3B8B12CF9AE5}" sibTransId="{737A3003-910E-433D-AF93-681C5507A9BE}"/>
    <dgm:cxn modelId="{A9B9BC4C-12E9-4616-BFEA-59F6AC4C573E}" type="presOf" srcId="{258E125E-2CC1-41FA-91E7-D21B6BD071DB}" destId="{AB2D2852-6CB1-4E00-BE3E-F73FDE823995}" srcOrd="0" destOrd="0" presId="urn:microsoft.com/office/officeart/2018/5/layout/IconCircleLabelList"/>
    <dgm:cxn modelId="{DE6235A6-D108-4ED8-B19A-AC73F425E08B}" type="presOf" srcId="{D1B2F942-2A71-4333-9D94-9567DCAEB5B2}" destId="{BC5302B0-32CD-40BA-B4B7-0B212CFD9E0D}" srcOrd="0" destOrd="0" presId="urn:microsoft.com/office/officeart/2018/5/layout/IconCircleLabelList"/>
    <dgm:cxn modelId="{4D0C7DEB-4C65-4C13-AB59-D0B1A0F38ECE}" type="presOf" srcId="{B444E187-483F-4CA5-B4B9-EEE40C089586}" destId="{51C48417-FBD5-466D-A8F4-3450E4272C99}" srcOrd="0" destOrd="0" presId="urn:microsoft.com/office/officeart/2018/5/layout/IconCircleLabelList"/>
    <dgm:cxn modelId="{757BAE95-F028-4EA3-A6A5-1692AD619EEE}" type="presParOf" srcId="{51C48417-FBD5-466D-A8F4-3450E4272C99}" destId="{285E36A5-C8A5-4E20-BA55-7CBE41D3B989}" srcOrd="0" destOrd="0" presId="urn:microsoft.com/office/officeart/2018/5/layout/IconCircleLabelList"/>
    <dgm:cxn modelId="{B38E16B9-40C6-4A04-8EE5-E7D389FC11A6}" type="presParOf" srcId="{285E36A5-C8A5-4E20-BA55-7CBE41D3B989}" destId="{6647CE05-53D5-4420-A409-53085C60ECDE}" srcOrd="0" destOrd="0" presId="urn:microsoft.com/office/officeart/2018/5/layout/IconCircleLabelList"/>
    <dgm:cxn modelId="{E835282C-A6B5-4FA2-A253-CB572EB41010}" type="presParOf" srcId="{285E36A5-C8A5-4E20-BA55-7CBE41D3B989}" destId="{7A1AB01B-65BB-4E20-B175-8731888D8101}" srcOrd="1" destOrd="0" presId="urn:microsoft.com/office/officeart/2018/5/layout/IconCircleLabelList"/>
    <dgm:cxn modelId="{9B0FBA03-B6CF-431E-94DD-6DBAA04DD608}" type="presParOf" srcId="{285E36A5-C8A5-4E20-BA55-7CBE41D3B989}" destId="{AB451094-3F45-4B50-9944-4C8E496D734D}" srcOrd="2" destOrd="0" presId="urn:microsoft.com/office/officeart/2018/5/layout/IconCircleLabelList"/>
    <dgm:cxn modelId="{C1FA6C2B-97EA-4B6E-845D-AA081CB5B089}" type="presParOf" srcId="{285E36A5-C8A5-4E20-BA55-7CBE41D3B989}" destId="{BC5302B0-32CD-40BA-B4B7-0B212CFD9E0D}" srcOrd="3" destOrd="0" presId="urn:microsoft.com/office/officeart/2018/5/layout/IconCircleLabelList"/>
    <dgm:cxn modelId="{B29CA38D-096B-44A3-9509-3A32E7FE8F8C}" type="presParOf" srcId="{51C48417-FBD5-466D-A8F4-3450E4272C99}" destId="{E72E46C0-752B-4DD7-9D4E-8BA007B1D34B}" srcOrd="1" destOrd="0" presId="urn:microsoft.com/office/officeart/2018/5/layout/IconCircleLabelList"/>
    <dgm:cxn modelId="{C34B12C9-4D07-4B02-B119-480EBCE8ED0B}" type="presParOf" srcId="{51C48417-FBD5-466D-A8F4-3450E4272C99}" destId="{0B5D0DDD-D19C-4E0B-BB47-63A0AEB005A8}" srcOrd="2" destOrd="0" presId="urn:microsoft.com/office/officeart/2018/5/layout/IconCircleLabelList"/>
    <dgm:cxn modelId="{C961A32A-9798-4C1C-8796-D70234A327FE}" type="presParOf" srcId="{0B5D0DDD-D19C-4E0B-BB47-63A0AEB005A8}" destId="{46A0EDBB-094D-4C52-8D5E-87590C6C5A5A}" srcOrd="0" destOrd="0" presId="urn:microsoft.com/office/officeart/2018/5/layout/IconCircleLabelList"/>
    <dgm:cxn modelId="{4191E5AA-D273-4AFE-9C31-CE97955F1800}" type="presParOf" srcId="{0B5D0DDD-D19C-4E0B-BB47-63A0AEB005A8}" destId="{844760A4-D7C1-442D-9176-3EDC4166DBA9}" srcOrd="1" destOrd="0" presId="urn:microsoft.com/office/officeart/2018/5/layout/IconCircleLabelList"/>
    <dgm:cxn modelId="{7ECE8EBA-990A-44C4-83D6-EC47EDF6E495}" type="presParOf" srcId="{0B5D0DDD-D19C-4E0B-BB47-63A0AEB005A8}" destId="{ADE82068-2445-4947-B4D5-762A7E127BED}" srcOrd="2" destOrd="0" presId="urn:microsoft.com/office/officeart/2018/5/layout/IconCircleLabelList"/>
    <dgm:cxn modelId="{5EEEDD9B-E4AD-4CC4-845D-C25B0DC0A452}" type="presParOf" srcId="{0B5D0DDD-D19C-4E0B-BB47-63A0AEB005A8}" destId="{AB2D2852-6CB1-4E00-BE3E-F73FDE82399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F3F90EA-1762-4896-B5E7-35F1AE3C327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D5C25B-19AB-42C1-B408-A1EDC46F01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PT" dirty="0"/>
            <a:t>Divida o seu trabalho em módulos</a:t>
          </a:r>
          <a:endParaRPr lang="en-US" dirty="0"/>
        </a:p>
      </dgm:t>
    </dgm:pt>
    <dgm:pt modelId="{DEF10EFF-8666-401D-B99F-F11CD720A52E}" type="parTrans" cxnId="{0AB3B200-B47A-4B8A-8434-516A9CFB836D}">
      <dgm:prSet/>
      <dgm:spPr/>
      <dgm:t>
        <a:bodyPr/>
        <a:lstStyle/>
        <a:p>
          <a:endParaRPr lang="en-US"/>
        </a:p>
      </dgm:t>
    </dgm:pt>
    <dgm:pt modelId="{7FF238FB-B314-46EC-B1AB-70D4E8DF08F7}" type="sibTrans" cxnId="{0AB3B200-B47A-4B8A-8434-516A9CFB836D}">
      <dgm:prSet/>
      <dgm:spPr/>
      <dgm:t>
        <a:bodyPr/>
        <a:lstStyle/>
        <a:p>
          <a:endParaRPr lang="en-US"/>
        </a:p>
      </dgm:t>
    </dgm:pt>
    <dgm:pt modelId="{72718470-66F4-49E8-97EE-3A4410EF18B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Organize the work so that individuals or teams own a module</a:t>
          </a:r>
        </a:p>
      </dgm:t>
    </dgm:pt>
    <dgm:pt modelId="{1826E0E1-FE14-41FC-9F6D-F8BDF76235B7}" type="parTrans" cxnId="{1CE12D81-24E7-4286-800D-6B59D2982300}">
      <dgm:prSet/>
      <dgm:spPr/>
      <dgm:t>
        <a:bodyPr/>
        <a:lstStyle/>
        <a:p>
          <a:endParaRPr lang="en-US"/>
        </a:p>
      </dgm:t>
    </dgm:pt>
    <dgm:pt modelId="{9C7F2C00-6546-45DB-9718-52730A6A6E9C}" type="sibTrans" cxnId="{1CE12D81-24E7-4286-800D-6B59D2982300}">
      <dgm:prSet/>
      <dgm:spPr/>
      <dgm:t>
        <a:bodyPr/>
        <a:lstStyle/>
        <a:p>
          <a:endParaRPr lang="en-US"/>
        </a:p>
      </dgm:t>
    </dgm:pt>
    <dgm:pt modelId="{38DAAE5D-E85C-4A0B-8068-89D77734E3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Communicate Changes That May Cause Conflicts</a:t>
          </a:r>
        </a:p>
      </dgm:t>
    </dgm:pt>
    <dgm:pt modelId="{BD12D6AA-E876-49B4-9E57-18828BCF241D}" type="parTrans" cxnId="{45638E4B-07EA-4A6D-B337-369B2D121825}">
      <dgm:prSet/>
      <dgm:spPr/>
      <dgm:t>
        <a:bodyPr/>
        <a:lstStyle/>
        <a:p>
          <a:endParaRPr lang="en-US"/>
        </a:p>
      </dgm:t>
    </dgm:pt>
    <dgm:pt modelId="{239EA83C-4756-49C5-BB7A-DD489DB16243}" type="sibTrans" cxnId="{45638E4B-07EA-4A6D-B337-369B2D121825}">
      <dgm:prSet/>
      <dgm:spPr/>
      <dgm:t>
        <a:bodyPr/>
        <a:lstStyle/>
        <a:p>
          <a:endParaRPr lang="en-US"/>
        </a:p>
      </dgm:t>
    </dgm:pt>
    <dgm:pt modelId="{A9C8F7C5-8F09-4D50-BFA8-74445FBD64E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Inform teammates about major changes</a:t>
          </a:r>
        </a:p>
        <a:p>
          <a:pPr>
            <a:lnSpc>
              <a:spcPct val="100000"/>
            </a:lnSpc>
          </a:pPr>
          <a:r>
            <a:rPr lang="en-US" sz="2400" dirty="0"/>
            <a:t>But avoid over-communication — keep it relevant and focused.</a:t>
          </a:r>
        </a:p>
        <a:p>
          <a:pPr>
            <a:lnSpc>
              <a:spcPct val="100000"/>
            </a:lnSpc>
          </a:pPr>
          <a:endParaRPr lang="en-US" sz="1500" dirty="0"/>
        </a:p>
      </dgm:t>
    </dgm:pt>
    <dgm:pt modelId="{901DA8F5-8FAB-41B5-A923-DDF5A6F39961}" type="parTrans" cxnId="{47E07A8E-8A2D-4FB0-B395-E5975A712D0E}">
      <dgm:prSet/>
      <dgm:spPr/>
      <dgm:t>
        <a:bodyPr/>
        <a:lstStyle/>
        <a:p>
          <a:endParaRPr lang="en-US"/>
        </a:p>
      </dgm:t>
    </dgm:pt>
    <dgm:pt modelId="{18D34722-F033-4835-940C-4BCA7E1B74D6}" type="sibTrans" cxnId="{47E07A8E-8A2D-4FB0-B395-E5975A712D0E}">
      <dgm:prSet/>
      <dgm:spPr/>
      <dgm:t>
        <a:bodyPr/>
        <a:lstStyle/>
        <a:p>
          <a:endParaRPr lang="en-US"/>
        </a:p>
      </dgm:t>
    </dgm:pt>
    <dgm:pt modelId="{88E1476A-C9E6-43B6-933A-9398928D875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Other team members only need to understand the specification</a:t>
          </a:r>
        </a:p>
      </dgm:t>
    </dgm:pt>
    <dgm:pt modelId="{EA46FA27-F3BB-4B79-8FB5-50EC6AC764AE}" type="parTrans" cxnId="{631AC1E1-2216-43AB-992C-8031CE8F7C94}">
      <dgm:prSet/>
      <dgm:spPr/>
      <dgm:t>
        <a:bodyPr/>
        <a:lstStyle/>
        <a:p>
          <a:endParaRPr lang="pt-BR"/>
        </a:p>
      </dgm:t>
    </dgm:pt>
    <dgm:pt modelId="{186758E9-9044-4AD5-BC61-C8BB817177FE}" type="sibTrans" cxnId="{631AC1E1-2216-43AB-992C-8031CE8F7C94}">
      <dgm:prSet/>
      <dgm:spPr/>
      <dgm:t>
        <a:bodyPr/>
        <a:lstStyle/>
        <a:p>
          <a:endParaRPr lang="pt-BR"/>
        </a:p>
      </dgm:t>
    </dgm:pt>
    <dgm:pt modelId="{5AEC8E4A-2AF6-441C-A42A-72CDA01C7E0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Requires good documentation and tests</a:t>
          </a:r>
        </a:p>
      </dgm:t>
    </dgm:pt>
    <dgm:pt modelId="{A2247AF8-C440-402C-8010-EE8D61F4523A}" type="parTrans" cxnId="{DF3B288A-2DDC-4DAB-A4B1-51F71D39D65C}">
      <dgm:prSet/>
      <dgm:spPr/>
      <dgm:t>
        <a:bodyPr/>
        <a:lstStyle/>
        <a:p>
          <a:endParaRPr lang="pt-BR"/>
        </a:p>
      </dgm:t>
    </dgm:pt>
    <dgm:pt modelId="{5E0A1E19-118A-4080-A947-D0068A4204FC}" type="sibTrans" cxnId="{DF3B288A-2DDC-4DAB-A4B1-51F71D39D65C}">
      <dgm:prSet/>
      <dgm:spPr/>
      <dgm:t>
        <a:bodyPr/>
        <a:lstStyle/>
        <a:p>
          <a:endParaRPr lang="pt-BR"/>
        </a:p>
      </dgm:t>
    </dgm:pt>
    <dgm:pt modelId="{4AD99248-1009-48DB-BF9C-5D1A34812D6C}" type="pres">
      <dgm:prSet presAssocID="{0F3F90EA-1762-4896-B5E7-35F1AE3C3272}" presName="root" presStyleCnt="0">
        <dgm:presLayoutVars>
          <dgm:dir/>
          <dgm:resizeHandles val="exact"/>
        </dgm:presLayoutVars>
      </dgm:prSet>
      <dgm:spPr/>
    </dgm:pt>
    <dgm:pt modelId="{FF1DC9D6-BBFC-4272-8868-95F70633D747}" type="pres">
      <dgm:prSet presAssocID="{EDD5C25B-19AB-42C1-B408-A1EDC46F0132}" presName="compNode" presStyleCnt="0"/>
      <dgm:spPr/>
    </dgm:pt>
    <dgm:pt modelId="{52FEBF4D-1EBF-44D1-84F9-93B8B6317493}" type="pres">
      <dgm:prSet presAssocID="{EDD5C25B-19AB-42C1-B408-A1EDC46F0132}" presName="iconRect" presStyleLbl="node1" presStyleIdx="0" presStyleCnt="2" custLinFactNeighborX="84955" custLinFactNeighborY="72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B144D604-021C-47AB-8BBA-A68853CF3DAA}" type="pres">
      <dgm:prSet presAssocID="{EDD5C25B-19AB-42C1-B408-A1EDC46F0132}" presName="iconSpace" presStyleCnt="0"/>
      <dgm:spPr/>
    </dgm:pt>
    <dgm:pt modelId="{67CFA54A-CFB1-4A64-99B0-FB0275D5A79E}" type="pres">
      <dgm:prSet presAssocID="{EDD5C25B-19AB-42C1-B408-A1EDC46F0132}" presName="parTx" presStyleLbl="revTx" presStyleIdx="0" presStyleCnt="4">
        <dgm:presLayoutVars>
          <dgm:chMax val="0"/>
          <dgm:chPref val="0"/>
        </dgm:presLayoutVars>
      </dgm:prSet>
      <dgm:spPr/>
    </dgm:pt>
    <dgm:pt modelId="{F4675F3E-4695-4849-A775-FAE84F239EF2}" type="pres">
      <dgm:prSet presAssocID="{EDD5C25B-19AB-42C1-B408-A1EDC46F0132}" presName="txSpace" presStyleCnt="0"/>
      <dgm:spPr/>
    </dgm:pt>
    <dgm:pt modelId="{21FF5E92-506F-414C-8977-124D1DB2762A}" type="pres">
      <dgm:prSet presAssocID="{EDD5C25B-19AB-42C1-B408-A1EDC46F0132}" presName="desTx" presStyleLbl="revTx" presStyleIdx="1" presStyleCnt="4">
        <dgm:presLayoutVars/>
      </dgm:prSet>
      <dgm:spPr/>
    </dgm:pt>
    <dgm:pt modelId="{F3B7E696-E3B2-49DD-B6F9-D697FC040114}" type="pres">
      <dgm:prSet presAssocID="{7FF238FB-B314-46EC-B1AB-70D4E8DF08F7}" presName="sibTrans" presStyleCnt="0"/>
      <dgm:spPr/>
    </dgm:pt>
    <dgm:pt modelId="{BAEA3315-37D9-4661-8A9C-47537924BE16}" type="pres">
      <dgm:prSet presAssocID="{38DAAE5D-E85C-4A0B-8068-89D77734E3F1}" presName="compNode" presStyleCnt="0"/>
      <dgm:spPr/>
    </dgm:pt>
    <dgm:pt modelId="{817DD225-88F2-4617-94C9-990A2C5CBA03}" type="pres">
      <dgm:prSet presAssocID="{38DAAE5D-E85C-4A0B-8068-89D77734E3F1}" presName="iconRect" presStyleLbl="node1" presStyleIdx="1" presStyleCnt="2" custLinFactNeighborX="86488" custLinFactNeighborY="195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C8457F5-759A-461C-AAD9-9985BECD667B}" type="pres">
      <dgm:prSet presAssocID="{38DAAE5D-E85C-4A0B-8068-89D77734E3F1}" presName="iconSpace" presStyleCnt="0"/>
      <dgm:spPr/>
    </dgm:pt>
    <dgm:pt modelId="{FB1A37C6-6B63-4A51-AF51-83820DCB4CBE}" type="pres">
      <dgm:prSet presAssocID="{38DAAE5D-E85C-4A0B-8068-89D77734E3F1}" presName="parTx" presStyleLbl="revTx" presStyleIdx="2" presStyleCnt="4">
        <dgm:presLayoutVars>
          <dgm:chMax val="0"/>
          <dgm:chPref val="0"/>
        </dgm:presLayoutVars>
      </dgm:prSet>
      <dgm:spPr/>
    </dgm:pt>
    <dgm:pt modelId="{F93707E8-F8DB-4056-BCD6-FA235D95B4C1}" type="pres">
      <dgm:prSet presAssocID="{38DAAE5D-E85C-4A0B-8068-89D77734E3F1}" presName="txSpace" presStyleCnt="0"/>
      <dgm:spPr/>
    </dgm:pt>
    <dgm:pt modelId="{0A74AB1F-E59E-4E79-A959-C75E0A8D36DA}" type="pres">
      <dgm:prSet presAssocID="{38DAAE5D-E85C-4A0B-8068-89D77734E3F1}" presName="desTx" presStyleLbl="revTx" presStyleIdx="3" presStyleCnt="4">
        <dgm:presLayoutVars/>
      </dgm:prSet>
      <dgm:spPr/>
    </dgm:pt>
  </dgm:ptLst>
  <dgm:cxnLst>
    <dgm:cxn modelId="{0AB3B200-B47A-4B8A-8434-516A9CFB836D}" srcId="{0F3F90EA-1762-4896-B5E7-35F1AE3C3272}" destId="{EDD5C25B-19AB-42C1-B408-A1EDC46F0132}" srcOrd="0" destOrd="0" parTransId="{DEF10EFF-8666-401D-B99F-F11CD720A52E}" sibTransId="{7FF238FB-B314-46EC-B1AB-70D4E8DF08F7}"/>
    <dgm:cxn modelId="{5279E832-E902-4857-A760-4BBE362CACF5}" type="presOf" srcId="{5AEC8E4A-2AF6-441C-A42A-72CDA01C7E0F}" destId="{21FF5E92-506F-414C-8977-124D1DB2762A}" srcOrd="0" destOrd="2" presId="urn:microsoft.com/office/officeart/2018/2/layout/IconLabelDescriptionList"/>
    <dgm:cxn modelId="{97EC625D-AD46-4C8E-925A-B7C18C82CBC7}" type="presOf" srcId="{A9C8F7C5-8F09-4D50-BFA8-74445FBD64EE}" destId="{0A74AB1F-E59E-4E79-A959-C75E0A8D36DA}" srcOrd="0" destOrd="0" presId="urn:microsoft.com/office/officeart/2018/2/layout/IconLabelDescriptionList"/>
    <dgm:cxn modelId="{45638E4B-07EA-4A6D-B337-369B2D121825}" srcId="{0F3F90EA-1762-4896-B5E7-35F1AE3C3272}" destId="{38DAAE5D-E85C-4A0B-8068-89D77734E3F1}" srcOrd="1" destOrd="0" parTransId="{BD12D6AA-E876-49B4-9E57-18828BCF241D}" sibTransId="{239EA83C-4756-49C5-BB7A-DD489DB16243}"/>
    <dgm:cxn modelId="{1CE12D81-24E7-4286-800D-6B59D2982300}" srcId="{EDD5C25B-19AB-42C1-B408-A1EDC46F0132}" destId="{72718470-66F4-49E8-97EE-3A4410EF18B1}" srcOrd="0" destOrd="0" parTransId="{1826E0E1-FE14-41FC-9F6D-F8BDF76235B7}" sibTransId="{9C7F2C00-6546-45DB-9718-52730A6A6E9C}"/>
    <dgm:cxn modelId="{DF3B288A-2DDC-4DAB-A4B1-51F71D39D65C}" srcId="{EDD5C25B-19AB-42C1-B408-A1EDC46F0132}" destId="{5AEC8E4A-2AF6-441C-A42A-72CDA01C7E0F}" srcOrd="2" destOrd="0" parTransId="{A2247AF8-C440-402C-8010-EE8D61F4523A}" sibTransId="{5E0A1E19-118A-4080-A947-D0068A4204FC}"/>
    <dgm:cxn modelId="{779E5A8D-D0D8-4728-9791-2E9E23C423C9}" type="presOf" srcId="{EDD5C25B-19AB-42C1-B408-A1EDC46F0132}" destId="{67CFA54A-CFB1-4A64-99B0-FB0275D5A79E}" srcOrd="0" destOrd="0" presId="urn:microsoft.com/office/officeart/2018/2/layout/IconLabelDescriptionList"/>
    <dgm:cxn modelId="{47E07A8E-8A2D-4FB0-B395-E5975A712D0E}" srcId="{38DAAE5D-E85C-4A0B-8068-89D77734E3F1}" destId="{A9C8F7C5-8F09-4D50-BFA8-74445FBD64EE}" srcOrd="0" destOrd="0" parTransId="{901DA8F5-8FAB-41B5-A923-DDF5A6F39961}" sibTransId="{18D34722-F033-4835-940C-4BCA7E1B74D6}"/>
    <dgm:cxn modelId="{8ACCEE8F-AAE0-4B3A-B254-D02F91B4D8F1}" type="presOf" srcId="{0F3F90EA-1762-4896-B5E7-35F1AE3C3272}" destId="{4AD99248-1009-48DB-BF9C-5D1A34812D6C}" srcOrd="0" destOrd="0" presId="urn:microsoft.com/office/officeart/2018/2/layout/IconLabelDescriptionList"/>
    <dgm:cxn modelId="{04A1C097-89DF-4C4D-96D9-88A578071D76}" type="presOf" srcId="{38DAAE5D-E85C-4A0B-8068-89D77734E3F1}" destId="{FB1A37C6-6B63-4A51-AF51-83820DCB4CBE}" srcOrd="0" destOrd="0" presId="urn:microsoft.com/office/officeart/2018/2/layout/IconLabelDescriptionList"/>
    <dgm:cxn modelId="{0CF6DEA6-B538-480D-9C7C-4E6FF6E2AD92}" type="presOf" srcId="{72718470-66F4-49E8-97EE-3A4410EF18B1}" destId="{21FF5E92-506F-414C-8977-124D1DB2762A}" srcOrd="0" destOrd="0" presId="urn:microsoft.com/office/officeart/2018/2/layout/IconLabelDescriptionList"/>
    <dgm:cxn modelId="{105FC4D5-4CC9-41B2-9313-3891EB8EAF0B}" type="presOf" srcId="{88E1476A-C9E6-43B6-933A-9398928D875D}" destId="{21FF5E92-506F-414C-8977-124D1DB2762A}" srcOrd="0" destOrd="1" presId="urn:microsoft.com/office/officeart/2018/2/layout/IconLabelDescriptionList"/>
    <dgm:cxn modelId="{631AC1E1-2216-43AB-992C-8031CE8F7C94}" srcId="{EDD5C25B-19AB-42C1-B408-A1EDC46F0132}" destId="{88E1476A-C9E6-43B6-933A-9398928D875D}" srcOrd="1" destOrd="0" parTransId="{EA46FA27-F3BB-4B79-8FB5-50EC6AC764AE}" sibTransId="{186758E9-9044-4AD5-BC61-C8BB817177FE}"/>
    <dgm:cxn modelId="{30F5E618-924C-4A46-9513-2393E666D953}" type="presParOf" srcId="{4AD99248-1009-48DB-BF9C-5D1A34812D6C}" destId="{FF1DC9D6-BBFC-4272-8868-95F70633D747}" srcOrd="0" destOrd="0" presId="urn:microsoft.com/office/officeart/2018/2/layout/IconLabelDescriptionList"/>
    <dgm:cxn modelId="{86EA76F9-7DE3-4FA1-A884-3E37F4D2BE86}" type="presParOf" srcId="{FF1DC9D6-BBFC-4272-8868-95F70633D747}" destId="{52FEBF4D-1EBF-44D1-84F9-93B8B6317493}" srcOrd="0" destOrd="0" presId="urn:microsoft.com/office/officeart/2018/2/layout/IconLabelDescriptionList"/>
    <dgm:cxn modelId="{3279F0EE-641E-4249-A14D-4E2372BFBD21}" type="presParOf" srcId="{FF1DC9D6-BBFC-4272-8868-95F70633D747}" destId="{B144D604-021C-47AB-8BBA-A68853CF3DAA}" srcOrd="1" destOrd="0" presId="urn:microsoft.com/office/officeart/2018/2/layout/IconLabelDescriptionList"/>
    <dgm:cxn modelId="{2AD5BAE6-0952-4E7B-82B5-B45D4183D30D}" type="presParOf" srcId="{FF1DC9D6-BBFC-4272-8868-95F70633D747}" destId="{67CFA54A-CFB1-4A64-99B0-FB0275D5A79E}" srcOrd="2" destOrd="0" presId="urn:microsoft.com/office/officeart/2018/2/layout/IconLabelDescriptionList"/>
    <dgm:cxn modelId="{DBC890F7-A472-43C3-8297-E0C06DD6E9CC}" type="presParOf" srcId="{FF1DC9D6-BBFC-4272-8868-95F70633D747}" destId="{F4675F3E-4695-4849-A775-FAE84F239EF2}" srcOrd="3" destOrd="0" presId="urn:microsoft.com/office/officeart/2018/2/layout/IconLabelDescriptionList"/>
    <dgm:cxn modelId="{5AC571A8-B7EC-489D-B029-D57DBBF91537}" type="presParOf" srcId="{FF1DC9D6-BBFC-4272-8868-95F70633D747}" destId="{21FF5E92-506F-414C-8977-124D1DB2762A}" srcOrd="4" destOrd="0" presId="urn:microsoft.com/office/officeart/2018/2/layout/IconLabelDescriptionList"/>
    <dgm:cxn modelId="{7F91C5AF-5149-49F4-8C1A-2D7724D5E33C}" type="presParOf" srcId="{4AD99248-1009-48DB-BF9C-5D1A34812D6C}" destId="{F3B7E696-E3B2-49DD-B6F9-D697FC040114}" srcOrd="1" destOrd="0" presId="urn:microsoft.com/office/officeart/2018/2/layout/IconLabelDescriptionList"/>
    <dgm:cxn modelId="{09D902EA-13E8-449A-969E-6F45505AE157}" type="presParOf" srcId="{4AD99248-1009-48DB-BF9C-5D1A34812D6C}" destId="{BAEA3315-37D9-4661-8A9C-47537924BE16}" srcOrd="2" destOrd="0" presId="urn:microsoft.com/office/officeart/2018/2/layout/IconLabelDescriptionList"/>
    <dgm:cxn modelId="{2861E721-B7B7-4F9B-AD82-6CB31CFCAF2C}" type="presParOf" srcId="{BAEA3315-37D9-4661-8A9C-47537924BE16}" destId="{817DD225-88F2-4617-94C9-990A2C5CBA03}" srcOrd="0" destOrd="0" presId="urn:microsoft.com/office/officeart/2018/2/layout/IconLabelDescriptionList"/>
    <dgm:cxn modelId="{732F31D4-54E7-452C-B715-9C28DED83811}" type="presParOf" srcId="{BAEA3315-37D9-4661-8A9C-47537924BE16}" destId="{0C8457F5-759A-461C-AAD9-9985BECD667B}" srcOrd="1" destOrd="0" presId="urn:microsoft.com/office/officeart/2018/2/layout/IconLabelDescriptionList"/>
    <dgm:cxn modelId="{F510398D-A553-4A38-B02E-9679A00296EC}" type="presParOf" srcId="{BAEA3315-37D9-4661-8A9C-47537924BE16}" destId="{FB1A37C6-6B63-4A51-AF51-83820DCB4CBE}" srcOrd="2" destOrd="0" presId="urn:microsoft.com/office/officeart/2018/2/layout/IconLabelDescriptionList"/>
    <dgm:cxn modelId="{853D2529-FD0E-4636-84FA-97B1F5B29463}" type="presParOf" srcId="{BAEA3315-37D9-4661-8A9C-47537924BE16}" destId="{F93707E8-F8DB-4056-BCD6-FA235D95B4C1}" srcOrd="3" destOrd="0" presId="urn:microsoft.com/office/officeart/2018/2/layout/IconLabelDescriptionList"/>
    <dgm:cxn modelId="{23D24BAE-5338-4F35-94B4-9A6B0E9BB6B2}" type="presParOf" srcId="{BAEA3315-37D9-4661-8A9C-47537924BE16}" destId="{0A74AB1F-E59E-4E79-A959-C75E0A8D36D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AA4E4C9-4607-4488-BF73-D09C3B7E630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C83E81A-0078-4B7B-BE2D-145B1F169E51}">
      <dgm:prSet/>
      <dgm:spPr/>
      <dgm:t>
        <a:bodyPr/>
        <a:lstStyle/>
        <a:p>
          <a:r>
            <a:rPr lang="pt-PT" dirty="0"/>
            <a:t>No </a:t>
          </a:r>
          <a:r>
            <a:rPr lang="pt-PT" dirty="0" err="1"/>
            <a:t>conflicts</a:t>
          </a:r>
          <a:r>
            <a:rPr lang="pt-PT" dirty="0"/>
            <a:t> - </a:t>
          </a:r>
          <a:r>
            <a:rPr lang="pt-PT" dirty="0" err="1"/>
            <a:t>automatic</a:t>
          </a:r>
          <a:endParaRPr lang="en-US" dirty="0"/>
        </a:p>
      </dgm:t>
    </dgm:pt>
    <dgm:pt modelId="{70AF59C5-1956-4386-AAAE-F63BF91AA145}" type="parTrans" cxnId="{C390E5ED-CD84-4E3B-9FFF-F5B8BC775299}">
      <dgm:prSet/>
      <dgm:spPr/>
      <dgm:t>
        <a:bodyPr/>
        <a:lstStyle/>
        <a:p>
          <a:endParaRPr lang="en-US"/>
        </a:p>
      </dgm:t>
    </dgm:pt>
    <dgm:pt modelId="{91AD33D2-A64B-440B-AF91-3093D6192856}" type="sibTrans" cxnId="{C390E5ED-CD84-4E3B-9FFF-F5B8BC775299}">
      <dgm:prSet/>
      <dgm:spPr/>
      <dgm:t>
        <a:bodyPr/>
        <a:lstStyle/>
        <a:p>
          <a:endParaRPr lang="en-US"/>
        </a:p>
      </dgm:t>
    </dgm:pt>
    <dgm:pt modelId="{37711014-25DB-460A-A61E-005C805262E6}">
      <dgm:prSet custT="1"/>
      <dgm:spPr/>
      <dgm:t>
        <a:bodyPr/>
        <a:lstStyle/>
        <a:p>
          <a:r>
            <a:rPr lang="en-US" sz="2400" dirty="0"/>
            <a:t>Changes are in different files</a:t>
          </a:r>
        </a:p>
      </dgm:t>
    </dgm:pt>
    <dgm:pt modelId="{D095ADB0-6BE3-4DF9-BD82-FEB2EEA134AF}" type="parTrans" cxnId="{6E5CD682-D181-4EC9-B62B-9561D5D402A8}">
      <dgm:prSet/>
      <dgm:spPr/>
      <dgm:t>
        <a:bodyPr/>
        <a:lstStyle/>
        <a:p>
          <a:endParaRPr lang="en-US"/>
        </a:p>
      </dgm:t>
    </dgm:pt>
    <dgm:pt modelId="{40F6FAE7-3174-4417-B5A7-9DFD5D81478F}" type="sibTrans" cxnId="{6E5CD682-D181-4EC9-B62B-9561D5D402A8}">
      <dgm:prSet/>
      <dgm:spPr/>
      <dgm:t>
        <a:bodyPr/>
        <a:lstStyle/>
        <a:p>
          <a:endParaRPr lang="en-US"/>
        </a:p>
      </dgm:t>
    </dgm:pt>
    <dgm:pt modelId="{6D909B63-1CB8-4F47-BD87-614242B6116A}">
      <dgm:prSet/>
      <dgm:spPr/>
      <dgm:t>
        <a:bodyPr/>
        <a:lstStyle/>
        <a:p>
          <a:r>
            <a:rPr lang="pt-PT" dirty="0" err="1"/>
            <a:t>With</a:t>
          </a:r>
          <a:r>
            <a:rPr lang="pt-PT" dirty="0"/>
            <a:t> </a:t>
          </a:r>
          <a:r>
            <a:rPr lang="pt-PT" dirty="0" err="1"/>
            <a:t>conflicts</a:t>
          </a:r>
          <a:r>
            <a:rPr lang="pt-PT" dirty="0"/>
            <a:t> - manual</a:t>
          </a:r>
          <a:endParaRPr lang="en-US" dirty="0"/>
        </a:p>
      </dgm:t>
    </dgm:pt>
    <dgm:pt modelId="{67FD79E0-FCFB-4073-93AE-0B3C35418A54}" type="parTrans" cxnId="{237D2633-261C-4A98-A1A9-19B1A9262B93}">
      <dgm:prSet/>
      <dgm:spPr/>
      <dgm:t>
        <a:bodyPr/>
        <a:lstStyle/>
        <a:p>
          <a:endParaRPr lang="en-US"/>
        </a:p>
      </dgm:t>
    </dgm:pt>
    <dgm:pt modelId="{F5E30E4E-B582-4876-B05F-75CFCD82B303}" type="sibTrans" cxnId="{237D2633-261C-4A98-A1A9-19B1A9262B93}">
      <dgm:prSet/>
      <dgm:spPr/>
      <dgm:t>
        <a:bodyPr/>
        <a:lstStyle/>
        <a:p>
          <a:endParaRPr lang="en-US"/>
        </a:p>
      </dgm:t>
    </dgm:pt>
    <dgm:pt modelId="{C099BD5D-17E8-4522-B909-93D35E9F2E84}">
      <dgm:prSet/>
      <dgm:spPr/>
      <dgm:t>
        <a:bodyPr/>
        <a:lstStyle/>
        <a:p>
          <a:r>
            <a:rPr lang="en-US" dirty="0"/>
            <a:t>Simultaneous changes in the same line of a file</a:t>
          </a:r>
        </a:p>
      </dgm:t>
    </dgm:pt>
    <dgm:pt modelId="{70751F87-DD20-42AA-A47A-7ECBEFF2DF5C}" type="parTrans" cxnId="{68BD1EF6-545E-4992-9378-08CC9FE3BC76}">
      <dgm:prSet/>
      <dgm:spPr/>
      <dgm:t>
        <a:bodyPr/>
        <a:lstStyle/>
        <a:p>
          <a:endParaRPr lang="en-US"/>
        </a:p>
      </dgm:t>
    </dgm:pt>
    <dgm:pt modelId="{5D4584D2-A664-4D36-A081-21B5407553B3}" type="sibTrans" cxnId="{68BD1EF6-545E-4992-9378-08CC9FE3BC76}">
      <dgm:prSet/>
      <dgm:spPr/>
      <dgm:t>
        <a:bodyPr/>
        <a:lstStyle/>
        <a:p>
          <a:endParaRPr lang="en-US"/>
        </a:p>
      </dgm:t>
    </dgm:pt>
    <dgm:pt modelId="{4AECC35A-B27D-4124-AB12-55970AAA817E}">
      <dgm:prSet custT="1"/>
      <dgm:spPr/>
      <dgm:t>
        <a:bodyPr/>
        <a:lstStyle/>
        <a:p>
          <a:pPr>
            <a:buNone/>
          </a:pPr>
          <a:r>
            <a:rPr lang="en-US" sz="2400" dirty="0"/>
            <a:t>Or in different lines of the same file</a:t>
          </a:r>
        </a:p>
      </dgm:t>
    </dgm:pt>
    <dgm:pt modelId="{F18A867F-3383-43B1-B9CC-8D5ECA596979}" type="parTrans" cxnId="{377E8BD1-FB0C-4B65-8A61-376F02A7E0A2}">
      <dgm:prSet/>
      <dgm:spPr/>
      <dgm:t>
        <a:bodyPr/>
        <a:lstStyle/>
        <a:p>
          <a:endParaRPr lang="pt-BR"/>
        </a:p>
      </dgm:t>
    </dgm:pt>
    <dgm:pt modelId="{04328390-BA74-4E17-BEFB-3572C2FA40B2}" type="sibTrans" cxnId="{377E8BD1-FB0C-4B65-8A61-376F02A7E0A2}">
      <dgm:prSet/>
      <dgm:spPr/>
      <dgm:t>
        <a:bodyPr/>
        <a:lstStyle/>
        <a:p>
          <a:endParaRPr lang="pt-BR"/>
        </a:p>
      </dgm:t>
    </dgm:pt>
    <dgm:pt modelId="{3E325C60-A6A8-46C2-A8A4-097841F177A4}">
      <dgm:prSet custT="1"/>
      <dgm:spPr/>
      <dgm:t>
        <a:bodyPr/>
        <a:lstStyle/>
        <a:p>
          <a:pPr>
            <a:buNone/>
          </a:pPr>
          <a:r>
            <a:rPr lang="en-US" sz="2400" b="1" dirty="0"/>
            <a:t>The concept of “no conflict” is textual, not semantic</a:t>
          </a:r>
        </a:p>
      </dgm:t>
    </dgm:pt>
    <dgm:pt modelId="{06B7C534-EC4A-47A3-A60B-B91364B7C16B}" type="parTrans" cxnId="{62D92A52-AB0D-4DA4-A909-FDEB7960C33A}">
      <dgm:prSet/>
      <dgm:spPr/>
      <dgm:t>
        <a:bodyPr/>
        <a:lstStyle/>
        <a:p>
          <a:endParaRPr lang="pt-BR"/>
        </a:p>
      </dgm:t>
    </dgm:pt>
    <dgm:pt modelId="{B3C2A6E6-7C66-4710-9330-09F81EBBC9DA}" type="sibTrans" cxnId="{62D92A52-AB0D-4DA4-A909-FDEB7960C33A}">
      <dgm:prSet/>
      <dgm:spPr/>
      <dgm:t>
        <a:bodyPr/>
        <a:lstStyle/>
        <a:p>
          <a:endParaRPr lang="pt-BR"/>
        </a:p>
      </dgm:t>
    </dgm:pt>
    <dgm:pt modelId="{250EF954-B8A0-4816-BA31-FDB1E4725E3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The code may still be wrong</a:t>
          </a:r>
        </a:p>
      </dgm:t>
    </dgm:pt>
    <dgm:pt modelId="{FAAE3A90-F3DE-441A-AD0F-EB5697C8D81B}" type="parTrans" cxnId="{B94DB9BE-9994-4D05-B237-2955B0B2D1D2}">
      <dgm:prSet/>
      <dgm:spPr/>
      <dgm:t>
        <a:bodyPr/>
        <a:lstStyle/>
        <a:p>
          <a:endParaRPr lang="pt-BR"/>
        </a:p>
      </dgm:t>
    </dgm:pt>
    <dgm:pt modelId="{CBBCE420-5E7F-4BE9-ABBF-C8341CEB48FF}" type="sibTrans" cxnId="{B94DB9BE-9994-4D05-B237-2955B0B2D1D2}">
      <dgm:prSet/>
      <dgm:spPr/>
      <dgm:t>
        <a:bodyPr/>
        <a:lstStyle/>
        <a:p>
          <a:endParaRPr lang="pt-BR"/>
        </a:p>
      </dgm:t>
    </dgm:pt>
    <dgm:pt modelId="{02878977-456C-4A53-AF05-90DE6CC67EE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400" dirty="0"/>
            <a:t>It may fail to compile</a:t>
          </a:r>
        </a:p>
      </dgm:t>
    </dgm:pt>
    <dgm:pt modelId="{8AB9DC3C-B1C1-4B5F-B958-F6708FA28F77}" type="parTrans" cxnId="{59566A26-9A8D-4DD0-8102-BDE64160E922}">
      <dgm:prSet/>
      <dgm:spPr/>
      <dgm:t>
        <a:bodyPr/>
        <a:lstStyle/>
        <a:p>
          <a:endParaRPr lang="pt-BR"/>
        </a:p>
      </dgm:t>
    </dgm:pt>
    <dgm:pt modelId="{B39F69FE-BFCE-4243-992D-BBF8D79803A8}" type="sibTrans" cxnId="{59566A26-9A8D-4DD0-8102-BDE64160E922}">
      <dgm:prSet/>
      <dgm:spPr/>
      <dgm:t>
        <a:bodyPr/>
        <a:lstStyle/>
        <a:p>
          <a:endParaRPr lang="pt-BR"/>
        </a:p>
      </dgm:t>
    </dgm:pt>
    <dgm:pt modelId="{728AE084-2006-414C-8749-0B8581BE1AF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sz="2400" dirty="0"/>
            <a:t>It </a:t>
          </a:r>
          <a:r>
            <a:rPr lang="pt-BR" sz="2400" dirty="0" err="1"/>
            <a:t>may</a:t>
          </a:r>
          <a:r>
            <a:rPr lang="pt-BR" sz="2400" dirty="0"/>
            <a:t> break </a:t>
          </a:r>
          <a:r>
            <a:rPr lang="pt-BR" sz="2400" dirty="0" err="1"/>
            <a:t>tests</a:t>
          </a:r>
          <a:endParaRPr lang="pt-BR" sz="2400" dirty="0"/>
        </a:p>
      </dgm:t>
    </dgm:pt>
    <dgm:pt modelId="{A2E1B390-DF35-49BB-B7DE-C92B46C1090E}" type="parTrans" cxnId="{A75F28CF-1056-468F-9EF5-CAEA1333AC41}">
      <dgm:prSet/>
      <dgm:spPr/>
      <dgm:t>
        <a:bodyPr/>
        <a:lstStyle/>
        <a:p>
          <a:endParaRPr lang="pt-BR"/>
        </a:p>
      </dgm:t>
    </dgm:pt>
    <dgm:pt modelId="{41B459AD-2D44-43BB-B20D-2064690E5B07}" type="sibTrans" cxnId="{A75F28CF-1056-468F-9EF5-CAEA1333AC41}">
      <dgm:prSet/>
      <dgm:spPr/>
      <dgm:t>
        <a:bodyPr/>
        <a:lstStyle/>
        <a:p>
          <a:endParaRPr lang="pt-BR"/>
        </a:p>
      </dgm:t>
    </dgm:pt>
    <dgm:pt modelId="{6874C4D4-AFC7-453C-A236-58D793484392}">
      <dgm:prSet/>
      <dgm:spPr/>
      <dgm:t>
        <a:bodyPr/>
        <a:lstStyle/>
        <a:p>
          <a:r>
            <a:rPr lang="en-US" dirty="0"/>
            <a:t>Git cannot decide which version to keep</a:t>
          </a:r>
        </a:p>
      </dgm:t>
    </dgm:pt>
    <dgm:pt modelId="{D077292B-AF25-4650-9021-B62655AE0F59}" type="parTrans" cxnId="{37E73E5D-0A6B-45BC-90CF-01F30BCC29F3}">
      <dgm:prSet/>
      <dgm:spPr/>
      <dgm:t>
        <a:bodyPr/>
        <a:lstStyle/>
        <a:p>
          <a:endParaRPr lang="pt-BR"/>
        </a:p>
      </dgm:t>
    </dgm:pt>
    <dgm:pt modelId="{A1C3A9C6-E5C1-4FE9-99E6-3576664471F1}" type="sibTrans" cxnId="{37E73E5D-0A6B-45BC-90CF-01F30BCC29F3}">
      <dgm:prSet/>
      <dgm:spPr/>
      <dgm:t>
        <a:bodyPr/>
        <a:lstStyle/>
        <a:p>
          <a:endParaRPr lang="pt-BR"/>
        </a:p>
      </dgm:t>
    </dgm:pt>
    <dgm:pt modelId="{30B7BF7B-FC39-4E6B-A795-CFAC4370C7DA}" type="pres">
      <dgm:prSet presAssocID="{EAA4E4C9-4607-4488-BF73-D09C3B7E6305}" presName="linear" presStyleCnt="0">
        <dgm:presLayoutVars>
          <dgm:animLvl val="lvl"/>
          <dgm:resizeHandles val="exact"/>
        </dgm:presLayoutVars>
      </dgm:prSet>
      <dgm:spPr/>
    </dgm:pt>
    <dgm:pt modelId="{DFA6DB66-60F0-41B6-97FC-33F51A62517E}" type="pres">
      <dgm:prSet presAssocID="{4C83E81A-0078-4B7B-BE2D-145B1F169E5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0B825D8-2874-4AD7-9A81-BEE8C66071A1}" type="pres">
      <dgm:prSet presAssocID="{4C83E81A-0078-4B7B-BE2D-145B1F169E51}" presName="childText" presStyleLbl="revTx" presStyleIdx="0" presStyleCnt="2">
        <dgm:presLayoutVars>
          <dgm:bulletEnabled val="1"/>
        </dgm:presLayoutVars>
      </dgm:prSet>
      <dgm:spPr/>
    </dgm:pt>
    <dgm:pt modelId="{7B425BE5-07EA-4BDF-944E-42D333955224}" type="pres">
      <dgm:prSet presAssocID="{6D909B63-1CB8-4F47-BD87-614242B6116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AA38C79-41D0-48AA-B6B7-12C0DDC55BD6}" type="pres">
      <dgm:prSet presAssocID="{6D909B63-1CB8-4F47-BD87-614242B6116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9566A26-9A8D-4DD0-8102-BDE64160E922}" srcId="{3E325C60-A6A8-46C2-A8A4-097841F177A4}" destId="{02878977-456C-4A53-AF05-90DE6CC67EE0}" srcOrd="1" destOrd="0" parTransId="{8AB9DC3C-B1C1-4B5F-B958-F6708FA28F77}" sibTransId="{B39F69FE-BFCE-4243-992D-BBF8D79803A8}"/>
    <dgm:cxn modelId="{116A3A2C-7CCE-4C4D-B3E6-5BA2E6C1202E}" type="presOf" srcId="{4AECC35A-B27D-4124-AB12-55970AAA817E}" destId="{40B825D8-2874-4AD7-9A81-BEE8C66071A1}" srcOrd="0" destOrd="1" presId="urn:microsoft.com/office/officeart/2005/8/layout/vList2"/>
    <dgm:cxn modelId="{237D2633-261C-4A98-A1A9-19B1A9262B93}" srcId="{EAA4E4C9-4607-4488-BF73-D09C3B7E6305}" destId="{6D909B63-1CB8-4F47-BD87-614242B6116A}" srcOrd="1" destOrd="0" parTransId="{67FD79E0-FCFB-4073-93AE-0B3C35418A54}" sibTransId="{F5E30E4E-B582-4876-B05F-75CFCD82B303}"/>
    <dgm:cxn modelId="{C9C9913E-E6EB-495B-8748-68497D24C172}" type="presOf" srcId="{6874C4D4-AFC7-453C-A236-58D793484392}" destId="{2AA38C79-41D0-48AA-B6B7-12C0DDC55BD6}" srcOrd="0" destOrd="1" presId="urn:microsoft.com/office/officeart/2005/8/layout/vList2"/>
    <dgm:cxn modelId="{37BDB93E-3320-4996-BB71-9BEFC98B0B2A}" type="presOf" srcId="{37711014-25DB-460A-A61E-005C805262E6}" destId="{40B825D8-2874-4AD7-9A81-BEE8C66071A1}" srcOrd="0" destOrd="0" presId="urn:microsoft.com/office/officeart/2005/8/layout/vList2"/>
    <dgm:cxn modelId="{37E73E5D-0A6B-45BC-90CF-01F30BCC29F3}" srcId="{6D909B63-1CB8-4F47-BD87-614242B6116A}" destId="{6874C4D4-AFC7-453C-A236-58D793484392}" srcOrd="1" destOrd="0" parTransId="{D077292B-AF25-4650-9021-B62655AE0F59}" sibTransId="{A1C3A9C6-E5C1-4FE9-99E6-3576664471F1}"/>
    <dgm:cxn modelId="{62D92A52-AB0D-4DA4-A909-FDEB7960C33A}" srcId="{4C83E81A-0078-4B7B-BE2D-145B1F169E51}" destId="{3E325C60-A6A8-46C2-A8A4-097841F177A4}" srcOrd="1" destOrd="0" parTransId="{06B7C534-EC4A-47A3-A60B-B91364B7C16B}" sibTransId="{B3C2A6E6-7C66-4710-9330-09F81EBBC9DA}"/>
    <dgm:cxn modelId="{6E5CD682-D181-4EC9-B62B-9561D5D402A8}" srcId="{4C83E81A-0078-4B7B-BE2D-145B1F169E51}" destId="{37711014-25DB-460A-A61E-005C805262E6}" srcOrd="0" destOrd="0" parTransId="{D095ADB0-6BE3-4DF9-BD82-FEB2EEA134AF}" sibTransId="{40F6FAE7-3174-4417-B5A7-9DFD5D81478F}"/>
    <dgm:cxn modelId="{89A1A788-026F-4FCC-BE69-041AA7B3FD96}" type="presOf" srcId="{02878977-456C-4A53-AF05-90DE6CC67EE0}" destId="{40B825D8-2874-4AD7-9A81-BEE8C66071A1}" srcOrd="0" destOrd="4" presId="urn:microsoft.com/office/officeart/2005/8/layout/vList2"/>
    <dgm:cxn modelId="{21639A9A-F609-45B3-9BAE-C0B23BCB1391}" type="presOf" srcId="{EAA4E4C9-4607-4488-BF73-D09C3B7E6305}" destId="{30B7BF7B-FC39-4E6B-A795-CFAC4370C7DA}" srcOrd="0" destOrd="0" presId="urn:microsoft.com/office/officeart/2005/8/layout/vList2"/>
    <dgm:cxn modelId="{E52898B5-DAA2-4DA4-8645-4B2E9E1276D3}" type="presOf" srcId="{250EF954-B8A0-4816-BA31-FDB1E4725E31}" destId="{40B825D8-2874-4AD7-9A81-BEE8C66071A1}" srcOrd="0" destOrd="3" presId="urn:microsoft.com/office/officeart/2005/8/layout/vList2"/>
    <dgm:cxn modelId="{B94DB9BE-9994-4D05-B237-2955B0B2D1D2}" srcId="{3E325C60-A6A8-46C2-A8A4-097841F177A4}" destId="{250EF954-B8A0-4816-BA31-FDB1E4725E31}" srcOrd="0" destOrd="0" parTransId="{FAAE3A90-F3DE-441A-AD0F-EB5697C8D81B}" sibTransId="{CBBCE420-5E7F-4BE9-ABBF-C8341CEB48FF}"/>
    <dgm:cxn modelId="{38D322C8-7108-41F2-9DCD-B904494CB6E0}" type="presOf" srcId="{C099BD5D-17E8-4522-B909-93D35E9F2E84}" destId="{2AA38C79-41D0-48AA-B6B7-12C0DDC55BD6}" srcOrd="0" destOrd="0" presId="urn:microsoft.com/office/officeart/2005/8/layout/vList2"/>
    <dgm:cxn modelId="{404AAACE-E650-4BB4-8D0A-867C38AB2898}" type="presOf" srcId="{3E325C60-A6A8-46C2-A8A4-097841F177A4}" destId="{40B825D8-2874-4AD7-9A81-BEE8C66071A1}" srcOrd="0" destOrd="2" presId="urn:microsoft.com/office/officeart/2005/8/layout/vList2"/>
    <dgm:cxn modelId="{A75F28CF-1056-468F-9EF5-CAEA1333AC41}" srcId="{3E325C60-A6A8-46C2-A8A4-097841F177A4}" destId="{728AE084-2006-414C-8749-0B8581BE1AF6}" srcOrd="2" destOrd="0" parTransId="{A2E1B390-DF35-49BB-B7DE-C92B46C1090E}" sibTransId="{41B459AD-2D44-43BB-B20D-2064690E5B07}"/>
    <dgm:cxn modelId="{278DCDD0-B99B-4E89-A458-20F534314FD1}" type="presOf" srcId="{728AE084-2006-414C-8749-0B8581BE1AF6}" destId="{40B825D8-2874-4AD7-9A81-BEE8C66071A1}" srcOrd="0" destOrd="5" presId="urn:microsoft.com/office/officeart/2005/8/layout/vList2"/>
    <dgm:cxn modelId="{377E8BD1-FB0C-4B65-8A61-376F02A7E0A2}" srcId="{37711014-25DB-460A-A61E-005C805262E6}" destId="{4AECC35A-B27D-4124-AB12-55970AAA817E}" srcOrd="0" destOrd="0" parTransId="{F18A867F-3383-43B1-B9CC-8D5ECA596979}" sibTransId="{04328390-BA74-4E17-BEFB-3572C2FA40B2}"/>
    <dgm:cxn modelId="{6CD123DC-5D04-436C-9583-46B7A42F34BD}" type="presOf" srcId="{4C83E81A-0078-4B7B-BE2D-145B1F169E51}" destId="{DFA6DB66-60F0-41B6-97FC-33F51A62517E}" srcOrd="0" destOrd="0" presId="urn:microsoft.com/office/officeart/2005/8/layout/vList2"/>
    <dgm:cxn modelId="{068E78E7-5608-4CDA-BBB1-797F895DE3AF}" type="presOf" srcId="{6D909B63-1CB8-4F47-BD87-614242B6116A}" destId="{7B425BE5-07EA-4BDF-944E-42D333955224}" srcOrd="0" destOrd="0" presId="urn:microsoft.com/office/officeart/2005/8/layout/vList2"/>
    <dgm:cxn modelId="{C390E5ED-CD84-4E3B-9FFF-F5B8BC775299}" srcId="{EAA4E4C9-4607-4488-BF73-D09C3B7E6305}" destId="{4C83E81A-0078-4B7B-BE2D-145B1F169E51}" srcOrd="0" destOrd="0" parTransId="{70AF59C5-1956-4386-AAAE-F63BF91AA145}" sibTransId="{91AD33D2-A64B-440B-AF91-3093D6192856}"/>
    <dgm:cxn modelId="{68BD1EF6-545E-4992-9378-08CC9FE3BC76}" srcId="{6D909B63-1CB8-4F47-BD87-614242B6116A}" destId="{C099BD5D-17E8-4522-B909-93D35E9F2E84}" srcOrd="0" destOrd="0" parTransId="{70751F87-DD20-42AA-A47A-7ECBEFF2DF5C}" sibTransId="{5D4584D2-A664-4D36-A081-21B5407553B3}"/>
    <dgm:cxn modelId="{D11B9BF3-6B6C-49E1-AE4A-14074C3F8112}" type="presParOf" srcId="{30B7BF7B-FC39-4E6B-A795-CFAC4370C7DA}" destId="{DFA6DB66-60F0-41B6-97FC-33F51A62517E}" srcOrd="0" destOrd="0" presId="urn:microsoft.com/office/officeart/2005/8/layout/vList2"/>
    <dgm:cxn modelId="{D72EEED7-6CF1-4131-9817-BCD5417D31D2}" type="presParOf" srcId="{30B7BF7B-FC39-4E6B-A795-CFAC4370C7DA}" destId="{40B825D8-2874-4AD7-9A81-BEE8C66071A1}" srcOrd="1" destOrd="0" presId="urn:microsoft.com/office/officeart/2005/8/layout/vList2"/>
    <dgm:cxn modelId="{52744E84-B8DE-46EB-B189-23049230A0EB}" type="presParOf" srcId="{30B7BF7B-FC39-4E6B-A795-CFAC4370C7DA}" destId="{7B425BE5-07EA-4BDF-944E-42D333955224}" srcOrd="2" destOrd="0" presId="urn:microsoft.com/office/officeart/2005/8/layout/vList2"/>
    <dgm:cxn modelId="{B0A781F5-263E-4370-A328-B60965604AED}" type="presParOf" srcId="{30B7BF7B-FC39-4E6B-A795-CFAC4370C7DA}" destId="{2AA38C79-41D0-48AA-B6B7-12C0DDC55BD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821494C-ACF9-48F2-B772-DD7757F1D4F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406B724-E098-4D41-B320-093E5179665D}">
      <dgm:prSet/>
      <dgm:spPr/>
      <dgm:t>
        <a:bodyPr/>
        <a:lstStyle/>
        <a:p>
          <a:r>
            <a:rPr lang="en-US" dirty="0"/>
            <a:t>We currently only have the main branch</a:t>
          </a:r>
        </a:p>
      </dgm:t>
    </dgm:pt>
    <dgm:pt modelId="{3377046D-5558-4CCC-8A88-08FA3F0D26DD}" type="parTrans" cxnId="{57DF82BB-87C1-4B98-A691-E38254E37B9B}">
      <dgm:prSet/>
      <dgm:spPr/>
      <dgm:t>
        <a:bodyPr/>
        <a:lstStyle/>
        <a:p>
          <a:endParaRPr lang="en-US"/>
        </a:p>
      </dgm:t>
    </dgm:pt>
    <dgm:pt modelId="{4D98FB51-615F-4B75-92D1-74378B436352}" type="sibTrans" cxnId="{57DF82BB-87C1-4B98-A691-E38254E37B9B}">
      <dgm:prSet/>
      <dgm:spPr/>
      <dgm:t>
        <a:bodyPr/>
        <a:lstStyle/>
        <a:p>
          <a:endParaRPr lang="en-US"/>
        </a:p>
      </dgm:t>
    </dgm:pt>
    <dgm:pt modelId="{7D816DA2-F541-40AA-9915-3A121AC289B5}">
      <dgm:prSet/>
      <dgm:spPr/>
      <dgm:t>
        <a:bodyPr/>
        <a:lstStyle/>
        <a:p>
          <a:r>
            <a:rPr lang="en-US" dirty="0"/>
            <a:t>The * next to main indicates that we are currently on that branch</a:t>
          </a:r>
        </a:p>
      </dgm:t>
    </dgm:pt>
    <dgm:pt modelId="{04BBB526-3488-4657-9E77-9783A22E1264}" type="parTrans" cxnId="{9DF07373-E5CB-44FD-8386-40C5A1F94790}">
      <dgm:prSet/>
      <dgm:spPr/>
      <dgm:t>
        <a:bodyPr/>
        <a:lstStyle/>
        <a:p>
          <a:endParaRPr lang="en-US"/>
        </a:p>
      </dgm:t>
    </dgm:pt>
    <dgm:pt modelId="{563FE93F-139E-444B-BB93-D599C156E406}" type="sibTrans" cxnId="{9DF07373-E5CB-44FD-8386-40C5A1F94790}">
      <dgm:prSet/>
      <dgm:spPr/>
      <dgm:t>
        <a:bodyPr/>
        <a:lstStyle/>
        <a:p>
          <a:endParaRPr lang="en-US"/>
        </a:p>
      </dgm:t>
    </dgm:pt>
    <dgm:pt modelId="{57DB0C73-A92B-4AE2-8D7A-F9681C6CE9CC}">
      <dgm:prSet/>
      <dgm:spPr/>
      <dgm:t>
        <a:bodyPr/>
        <a:lstStyle/>
        <a:p>
          <a:r>
            <a:rPr lang="en-US" dirty="0"/>
            <a:t>Any change we commit will be added to the main branch</a:t>
          </a:r>
        </a:p>
      </dgm:t>
    </dgm:pt>
    <dgm:pt modelId="{72E73C12-3B92-40EE-8182-3F2B7AFBFFED}" type="parTrans" cxnId="{019262F9-8E40-4865-A950-707ECCCEB79E}">
      <dgm:prSet/>
      <dgm:spPr/>
      <dgm:t>
        <a:bodyPr/>
        <a:lstStyle/>
        <a:p>
          <a:endParaRPr lang="en-US"/>
        </a:p>
      </dgm:t>
    </dgm:pt>
    <dgm:pt modelId="{297831FE-6E2B-4FCF-84C0-68404F3024AF}" type="sibTrans" cxnId="{019262F9-8E40-4865-A950-707ECCCEB79E}">
      <dgm:prSet/>
      <dgm:spPr/>
      <dgm:t>
        <a:bodyPr/>
        <a:lstStyle/>
        <a:p>
          <a:endParaRPr lang="en-US"/>
        </a:p>
      </dgm:t>
    </dgm:pt>
    <dgm:pt modelId="{A238AFAA-F32C-462F-A625-A42490558A8D}">
      <dgm:prSet/>
      <dgm:spPr/>
      <dgm:t>
        <a:bodyPr/>
        <a:lstStyle/>
        <a:p>
          <a:r>
            <a:rPr lang="en-US" dirty="0"/>
            <a:t>HEAD points to the most recent commit of the current branch</a:t>
          </a:r>
        </a:p>
      </dgm:t>
    </dgm:pt>
    <dgm:pt modelId="{CA4AB37E-89B8-4F39-8195-9ED876CAB586}" type="parTrans" cxnId="{8E3F9D04-798E-4B5D-864C-964960FE4D4A}">
      <dgm:prSet/>
      <dgm:spPr/>
      <dgm:t>
        <a:bodyPr/>
        <a:lstStyle/>
        <a:p>
          <a:endParaRPr lang="en-US"/>
        </a:p>
      </dgm:t>
    </dgm:pt>
    <dgm:pt modelId="{742ECE72-C0EA-416C-9A0A-B8510A070DA9}" type="sibTrans" cxnId="{8E3F9D04-798E-4B5D-864C-964960FE4D4A}">
      <dgm:prSet/>
      <dgm:spPr/>
      <dgm:t>
        <a:bodyPr/>
        <a:lstStyle/>
        <a:p>
          <a:endParaRPr lang="en-US"/>
        </a:p>
      </dgm:t>
    </dgm:pt>
    <dgm:pt modelId="{7A8FF46A-BA90-4D7B-8D9F-3D514247D5D0}">
      <dgm:prSet/>
      <dgm:spPr/>
      <dgm:t>
        <a:bodyPr/>
        <a:lstStyle/>
        <a:p>
          <a:r>
            <a:rPr lang="pt-PT" dirty="0" err="1"/>
            <a:t>Useful</a:t>
          </a:r>
          <a:r>
            <a:rPr lang="pt-PT" dirty="0"/>
            <a:t> </a:t>
          </a:r>
          <a:r>
            <a:rPr lang="pt-PT" dirty="0" err="1"/>
            <a:t>commands</a:t>
          </a:r>
          <a:r>
            <a:rPr lang="pt-PT" dirty="0"/>
            <a:t>:</a:t>
          </a:r>
          <a:endParaRPr lang="en-US" dirty="0"/>
        </a:p>
      </dgm:t>
    </dgm:pt>
    <dgm:pt modelId="{79CF1A8E-C5D4-4D12-8F4B-0E6BCD085363}" type="parTrans" cxnId="{AE637DD3-0B81-4956-8E10-73216B03DFC7}">
      <dgm:prSet/>
      <dgm:spPr/>
      <dgm:t>
        <a:bodyPr/>
        <a:lstStyle/>
        <a:p>
          <a:endParaRPr lang="en-US"/>
        </a:p>
      </dgm:t>
    </dgm:pt>
    <dgm:pt modelId="{AAD3B199-BFF0-46AB-A684-3BC8ECDCD9F9}" type="sibTrans" cxnId="{AE637DD3-0B81-4956-8E10-73216B03DFC7}">
      <dgm:prSet/>
      <dgm:spPr/>
      <dgm:t>
        <a:bodyPr/>
        <a:lstStyle/>
        <a:p>
          <a:endParaRPr lang="en-US"/>
        </a:p>
      </dgm:t>
    </dgm:pt>
    <dgm:pt modelId="{5F249465-2B17-463E-8B3A-307A7E67865A}">
      <dgm:prSet/>
      <dgm:spPr/>
      <dgm:t>
        <a:bodyPr/>
        <a:lstStyle/>
        <a:p>
          <a:r>
            <a:rPr lang="pt-PT" dirty="0"/>
            <a:t>	&gt; </a:t>
          </a:r>
          <a:r>
            <a:rPr lang="pt-PT" dirty="0" err="1"/>
            <a:t>git</a:t>
          </a:r>
          <a:r>
            <a:rPr lang="pt-PT" dirty="0"/>
            <a:t> status</a:t>
          </a:r>
          <a:endParaRPr lang="en-US" dirty="0"/>
        </a:p>
      </dgm:t>
    </dgm:pt>
    <dgm:pt modelId="{51DE72E6-0782-47AB-8111-81A9C4D5964C}" type="parTrans" cxnId="{B3CA675D-8664-4839-B599-133B6B2F8E47}">
      <dgm:prSet/>
      <dgm:spPr/>
      <dgm:t>
        <a:bodyPr/>
        <a:lstStyle/>
        <a:p>
          <a:endParaRPr lang="en-US"/>
        </a:p>
      </dgm:t>
    </dgm:pt>
    <dgm:pt modelId="{723EEB58-C3C0-42B6-9386-D7487C903DDF}" type="sibTrans" cxnId="{B3CA675D-8664-4839-B599-133B6B2F8E47}">
      <dgm:prSet/>
      <dgm:spPr/>
      <dgm:t>
        <a:bodyPr/>
        <a:lstStyle/>
        <a:p>
          <a:endParaRPr lang="en-US"/>
        </a:p>
      </dgm:t>
    </dgm:pt>
    <dgm:pt modelId="{5771A7AA-D4FF-493C-B20D-722CD4672E88}">
      <dgm:prSet/>
      <dgm:spPr/>
      <dgm:t>
        <a:bodyPr/>
        <a:lstStyle/>
        <a:p>
          <a:r>
            <a:rPr lang="pt-PT" dirty="0"/>
            <a:t>	&gt; </a:t>
          </a:r>
          <a:r>
            <a:rPr lang="pt-PT" dirty="0" err="1"/>
            <a:t>git</a:t>
          </a:r>
          <a:r>
            <a:rPr lang="pt-PT" dirty="0"/>
            <a:t> show-</a:t>
          </a:r>
          <a:r>
            <a:rPr lang="pt-PT" dirty="0" err="1"/>
            <a:t>ref</a:t>
          </a:r>
          <a:r>
            <a:rPr lang="pt-PT" dirty="0"/>
            <a:t> --</a:t>
          </a:r>
          <a:r>
            <a:rPr lang="pt-PT" dirty="0" err="1"/>
            <a:t>head</a:t>
          </a:r>
          <a:endParaRPr lang="en-US" dirty="0"/>
        </a:p>
      </dgm:t>
    </dgm:pt>
    <dgm:pt modelId="{BE251100-7083-44A9-BE15-0EF45DDD208C}" type="parTrans" cxnId="{6C21AE93-60F7-4392-8035-F58EBA428701}">
      <dgm:prSet/>
      <dgm:spPr/>
      <dgm:t>
        <a:bodyPr/>
        <a:lstStyle/>
        <a:p>
          <a:endParaRPr lang="en-US"/>
        </a:p>
      </dgm:t>
    </dgm:pt>
    <dgm:pt modelId="{B1900E22-71D9-4E37-AFFF-5B063433C224}" type="sibTrans" cxnId="{6C21AE93-60F7-4392-8035-F58EBA428701}">
      <dgm:prSet/>
      <dgm:spPr/>
      <dgm:t>
        <a:bodyPr/>
        <a:lstStyle/>
        <a:p>
          <a:endParaRPr lang="en-US"/>
        </a:p>
      </dgm:t>
    </dgm:pt>
    <dgm:pt modelId="{A9C49C6B-26D9-44CD-80C1-118FE3F260D8}">
      <dgm:prSet/>
      <dgm:spPr/>
      <dgm:t>
        <a:bodyPr/>
        <a:lstStyle/>
        <a:p>
          <a:r>
            <a:rPr lang="pt-PT" dirty="0"/>
            <a:t>	&gt; </a:t>
          </a:r>
          <a:r>
            <a:rPr lang="pt-PT" dirty="0" err="1"/>
            <a:t>git</a:t>
          </a:r>
          <a:r>
            <a:rPr lang="pt-PT" dirty="0"/>
            <a:t> log</a:t>
          </a:r>
          <a:endParaRPr lang="en-US" dirty="0"/>
        </a:p>
      </dgm:t>
    </dgm:pt>
    <dgm:pt modelId="{C478FF8E-51C7-4DAE-8DDB-215DDB2A649E}" type="parTrans" cxnId="{33E03A5D-9C71-40D8-8CDD-534744260FA9}">
      <dgm:prSet/>
      <dgm:spPr/>
      <dgm:t>
        <a:bodyPr/>
        <a:lstStyle/>
        <a:p>
          <a:endParaRPr lang="en-US"/>
        </a:p>
      </dgm:t>
    </dgm:pt>
    <dgm:pt modelId="{9C979839-7F49-45BA-B2CE-8B50D2B6BB0F}" type="sibTrans" cxnId="{33E03A5D-9C71-40D8-8CDD-534744260FA9}">
      <dgm:prSet/>
      <dgm:spPr/>
      <dgm:t>
        <a:bodyPr/>
        <a:lstStyle/>
        <a:p>
          <a:endParaRPr lang="en-US"/>
        </a:p>
      </dgm:t>
    </dgm:pt>
    <dgm:pt modelId="{C5C98415-2268-4730-944D-D61AA6A390F8}" type="pres">
      <dgm:prSet presAssocID="{7821494C-ACF9-48F2-B772-DD7757F1D4F3}" presName="linear" presStyleCnt="0">
        <dgm:presLayoutVars>
          <dgm:animLvl val="lvl"/>
          <dgm:resizeHandles val="exact"/>
        </dgm:presLayoutVars>
      </dgm:prSet>
      <dgm:spPr/>
    </dgm:pt>
    <dgm:pt modelId="{C5B2237C-9458-482D-A965-15C73A588C1F}" type="pres">
      <dgm:prSet presAssocID="{B406B724-E098-4D41-B320-093E5179665D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324B390-D39F-486F-B054-B00C604F7ADB}" type="pres">
      <dgm:prSet presAssocID="{4D98FB51-615F-4B75-92D1-74378B436352}" presName="spacer" presStyleCnt="0"/>
      <dgm:spPr/>
    </dgm:pt>
    <dgm:pt modelId="{B5E93269-3758-45B2-A9F3-28AD47C42694}" type="pres">
      <dgm:prSet presAssocID="{7D816DA2-F541-40AA-9915-3A121AC289B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0F1E746-DC05-4635-B690-7EE6E862FCEF}" type="pres">
      <dgm:prSet presAssocID="{563FE93F-139E-444B-BB93-D599C156E406}" presName="spacer" presStyleCnt="0"/>
      <dgm:spPr/>
    </dgm:pt>
    <dgm:pt modelId="{862E2E6A-DDD7-448C-9358-D22D55CC280C}" type="pres">
      <dgm:prSet presAssocID="{57DB0C73-A92B-4AE2-8D7A-F9681C6CE9CC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916AD250-C654-4696-8730-51897C8FC439}" type="pres">
      <dgm:prSet presAssocID="{297831FE-6E2B-4FCF-84C0-68404F3024AF}" presName="spacer" presStyleCnt="0"/>
      <dgm:spPr/>
    </dgm:pt>
    <dgm:pt modelId="{0C80088D-D955-4E79-8289-4BD14F413144}" type="pres">
      <dgm:prSet presAssocID="{A238AFAA-F32C-462F-A625-A42490558A8D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7AD9ABCB-0657-4A4F-B140-E4214A42B73F}" type="pres">
      <dgm:prSet presAssocID="{742ECE72-C0EA-416C-9A0A-B8510A070DA9}" presName="spacer" presStyleCnt="0"/>
      <dgm:spPr/>
    </dgm:pt>
    <dgm:pt modelId="{C2690109-7769-45FD-9AC8-19BB29CDD76D}" type="pres">
      <dgm:prSet presAssocID="{7A8FF46A-BA90-4D7B-8D9F-3D514247D5D0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336B207-F101-4080-97A7-6C1247E1CAD7}" type="pres">
      <dgm:prSet presAssocID="{AAD3B199-BFF0-46AB-A684-3BC8ECDCD9F9}" presName="spacer" presStyleCnt="0"/>
      <dgm:spPr/>
    </dgm:pt>
    <dgm:pt modelId="{34AD7639-915D-4FD0-8980-F3F50BBD3347}" type="pres">
      <dgm:prSet presAssocID="{5F249465-2B17-463E-8B3A-307A7E67865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5D8D900B-BAAD-4387-B635-678C6C42072A}" type="pres">
      <dgm:prSet presAssocID="{723EEB58-C3C0-42B6-9386-D7487C903DDF}" presName="spacer" presStyleCnt="0"/>
      <dgm:spPr/>
    </dgm:pt>
    <dgm:pt modelId="{6BE34A67-9743-48B0-B1AB-0E92310F46B3}" type="pres">
      <dgm:prSet presAssocID="{5771A7AA-D4FF-493C-B20D-722CD4672E88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79C26F5-36F6-4E6A-A901-1C2DD61F3214}" type="pres">
      <dgm:prSet presAssocID="{B1900E22-71D9-4E37-AFFF-5B063433C224}" presName="spacer" presStyleCnt="0"/>
      <dgm:spPr/>
    </dgm:pt>
    <dgm:pt modelId="{5A207296-7CBF-4F27-81C0-1DFADA9DC80B}" type="pres">
      <dgm:prSet presAssocID="{A9C49C6B-26D9-44CD-80C1-118FE3F260D8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8E3F9D04-798E-4B5D-864C-964960FE4D4A}" srcId="{7821494C-ACF9-48F2-B772-DD7757F1D4F3}" destId="{A238AFAA-F32C-462F-A625-A42490558A8D}" srcOrd="3" destOrd="0" parTransId="{CA4AB37E-89B8-4F39-8195-9ED876CAB586}" sibTransId="{742ECE72-C0EA-416C-9A0A-B8510A070DA9}"/>
    <dgm:cxn modelId="{448DD214-AAAC-40DE-9334-5915BE5B15BC}" type="presOf" srcId="{7D816DA2-F541-40AA-9915-3A121AC289B5}" destId="{B5E93269-3758-45B2-A9F3-28AD47C42694}" srcOrd="0" destOrd="0" presId="urn:microsoft.com/office/officeart/2005/8/layout/vList2"/>
    <dgm:cxn modelId="{A86D062B-6C74-4CC1-876C-97DAED2C8560}" type="presOf" srcId="{B406B724-E098-4D41-B320-093E5179665D}" destId="{C5B2237C-9458-482D-A965-15C73A588C1F}" srcOrd="0" destOrd="0" presId="urn:microsoft.com/office/officeart/2005/8/layout/vList2"/>
    <dgm:cxn modelId="{33E03A5D-9C71-40D8-8CDD-534744260FA9}" srcId="{7821494C-ACF9-48F2-B772-DD7757F1D4F3}" destId="{A9C49C6B-26D9-44CD-80C1-118FE3F260D8}" srcOrd="7" destOrd="0" parTransId="{C478FF8E-51C7-4DAE-8DDB-215DDB2A649E}" sibTransId="{9C979839-7F49-45BA-B2CE-8B50D2B6BB0F}"/>
    <dgm:cxn modelId="{B3CA675D-8664-4839-B599-133B6B2F8E47}" srcId="{7821494C-ACF9-48F2-B772-DD7757F1D4F3}" destId="{5F249465-2B17-463E-8B3A-307A7E67865A}" srcOrd="5" destOrd="0" parTransId="{51DE72E6-0782-47AB-8111-81A9C4D5964C}" sibTransId="{723EEB58-C3C0-42B6-9386-D7487C903DDF}"/>
    <dgm:cxn modelId="{95E8EF41-A8B0-4E95-9A43-A7554550BCD7}" type="presOf" srcId="{5F249465-2B17-463E-8B3A-307A7E67865A}" destId="{34AD7639-915D-4FD0-8980-F3F50BBD3347}" srcOrd="0" destOrd="0" presId="urn:microsoft.com/office/officeart/2005/8/layout/vList2"/>
    <dgm:cxn modelId="{9DF07373-E5CB-44FD-8386-40C5A1F94790}" srcId="{7821494C-ACF9-48F2-B772-DD7757F1D4F3}" destId="{7D816DA2-F541-40AA-9915-3A121AC289B5}" srcOrd="1" destOrd="0" parTransId="{04BBB526-3488-4657-9E77-9783A22E1264}" sibTransId="{563FE93F-139E-444B-BB93-D599C156E406}"/>
    <dgm:cxn modelId="{8A72A674-391B-477F-B985-E3B922D6D783}" type="presOf" srcId="{5771A7AA-D4FF-493C-B20D-722CD4672E88}" destId="{6BE34A67-9743-48B0-B1AB-0E92310F46B3}" srcOrd="0" destOrd="0" presId="urn:microsoft.com/office/officeart/2005/8/layout/vList2"/>
    <dgm:cxn modelId="{5C32D17B-33AB-4C28-8A4E-31755ECA73D1}" type="presOf" srcId="{57DB0C73-A92B-4AE2-8D7A-F9681C6CE9CC}" destId="{862E2E6A-DDD7-448C-9358-D22D55CC280C}" srcOrd="0" destOrd="0" presId="urn:microsoft.com/office/officeart/2005/8/layout/vList2"/>
    <dgm:cxn modelId="{6C21AE93-60F7-4392-8035-F58EBA428701}" srcId="{7821494C-ACF9-48F2-B772-DD7757F1D4F3}" destId="{5771A7AA-D4FF-493C-B20D-722CD4672E88}" srcOrd="6" destOrd="0" parTransId="{BE251100-7083-44A9-BE15-0EF45DDD208C}" sibTransId="{B1900E22-71D9-4E37-AFFF-5B063433C224}"/>
    <dgm:cxn modelId="{E9F6419F-3760-46C8-876B-E50143F2AE79}" type="presOf" srcId="{A238AFAA-F32C-462F-A625-A42490558A8D}" destId="{0C80088D-D955-4E79-8289-4BD14F413144}" srcOrd="0" destOrd="0" presId="urn:microsoft.com/office/officeart/2005/8/layout/vList2"/>
    <dgm:cxn modelId="{57DF82BB-87C1-4B98-A691-E38254E37B9B}" srcId="{7821494C-ACF9-48F2-B772-DD7757F1D4F3}" destId="{B406B724-E098-4D41-B320-093E5179665D}" srcOrd="0" destOrd="0" parTransId="{3377046D-5558-4CCC-8A88-08FA3F0D26DD}" sibTransId="{4D98FB51-615F-4B75-92D1-74378B436352}"/>
    <dgm:cxn modelId="{381669C0-71CA-4716-9C9A-76AA94832292}" type="presOf" srcId="{7A8FF46A-BA90-4D7B-8D9F-3D514247D5D0}" destId="{C2690109-7769-45FD-9AC8-19BB29CDD76D}" srcOrd="0" destOrd="0" presId="urn:microsoft.com/office/officeart/2005/8/layout/vList2"/>
    <dgm:cxn modelId="{AE637DD3-0B81-4956-8E10-73216B03DFC7}" srcId="{7821494C-ACF9-48F2-B772-DD7757F1D4F3}" destId="{7A8FF46A-BA90-4D7B-8D9F-3D514247D5D0}" srcOrd="4" destOrd="0" parTransId="{79CF1A8E-C5D4-4D12-8F4B-0E6BCD085363}" sibTransId="{AAD3B199-BFF0-46AB-A684-3BC8ECDCD9F9}"/>
    <dgm:cxn modelId="{3E021CEB-BA55-430E-B9CC-A459DA01EEFC}" type="presOf" srcId="{7821494C-ACF9-48F2-B772-DD7757F1D4F3}" destId="{C5C98415-2268-4730-944D-D61AA6A390F8}" srcOrd="0" destOrd="0" presId="urn:microsoft.com/office/officeart/2005/8/layout/vList2"/>
    <dgm:cxn modelId="{019262F9-8E40-4865-A950-707ECCCEB79E}" srcId="{7821494C-ACF9-48F2-B772-DD7757F1D4F3}" destId="{57DB0C73-A92B-4AE2-8D7A-F9681C6CE9CC}" srcOrd="2" destOrd="0" parTransId="{72E73C12-3B92-40EE-8182-3F2B7AFBFFED}" sibTransId="{297831FE-6E2B-4FCF-84C0-68404F3024AF}"/>
    <dgm:cxn modelId="{76A260FB-775A-4331-BE1D-F3421397BCB0}" type="presOf" srcId="{A9C49C6B-26D9-44CD-80C1-118FE3F260D8}" destId="{5A207296-7CBF-4F27-81C0-1DFADA9DC80B}" srcOrd="0" destOrd="0" presId="urn:microsoft.com/office/officeart/2005/8/layout/vList2"/>
    <dgm:cxn modelId="{E099353E-AB0F-4247-A002-4FF5C1524D3E}" type="presParOf" srcId="{C5C98415-2268-4730-944D-D61AA6A390F8}" destId="{C5B2237C-9458-482D-A965-15C73A588C1F}" srcOrd="0" destOrd="0" presId="urn:microsoft.com/office/officeart/2005/8/layout/vList2"/>
    <dgm:cxn modelId="{30348C54-0A69-426D-8F6D-89A3C641B313}" type="presParOf" srcId="{C5C98415-2268-4730-944D-D61AA6A390F8}" destId="{9324B390-D39F-486F-B054-B00C604F7ADB}" srcOrd="1" destOrd="0" presId="urn:microsoft.com/office/officeart/2005/8/layout/vList2"/>
    <dgm:cxn modelId="{6F1C54BE-FE5B-4377-B176-F9C6BF48520E}" type="presParOf" srcId="{C5C98415-2268-4730-944D-D61AA6A390F8}" destId="{B5E93269-3758-45B2-A9F3-28AD47C42694}" srcOrd="2" destOrd="0" presId="urn:microsoft.com/office/officeart/2005/8/layout/vList2"/>
    <dgm:cxn modelId="{BB5CCAA8-7BBC-46A7-A74B-C2061AA94302}" type="presParOf" srcId="{C5C98415-2268-4730-944D-D61AA6A390F8}" destId="{70F1E746-DC05-4635-B690-7EE6E862FCEF}" srcOrd="3" destOrd="0" presId="urn:microsoft.com/office/officeart/2005/8/layout/vList2"/>
    <dgm:cxn modelId="{DCCB7E32-F17C-46DA-AB55-1E4394F5FFD6}" type="presParOf" srcId="{C5C98415-2268-4730-944D-D61AA6A390F8}" destId="{862E2E6A-DDD7-448C-9358-D22D55CC280C}" srcOrd="4" destOrd="0" presId="urn:microsoft.com/office/officeart/2005/8/layout/vList2"/>
    <dgm:cxn modelId="{A51C4645-450B-4936-8225-B137BCF166DF}" type="presParOf" srcId="{C5C98415-2268-4730-944D-D61AA6A390F8}" destId="{916AD250-C654-4696-8730-51897C8FC439}" srcOrd="5" destOrd="0" presId="urn:microsoft.com/office/officeart/2005/8/layout/vList2"/>
    <dgm:cxn modelId="{423F379E-5860-48FC-9ECC-F49E300E8969}" type="presParOf" srcId="{C5C98415-2268-4730-944D-D61AA6A390F8}" destId="{0C80088D-D955-4E79-8289-4BD14F413144}" srcOrd="6" destOrd="0" presId="urn:microsoft.com/office/officeart/2005/8/layout/vList2"/>
    <dgm:cxn modelId="{353662E2-AE59-405F-BB96-355C6B4977E1}" type="presParOf" srcId="{C5C98415-2268-4730-944D-D61AA6A390F8}" destId="{7AD9ABCB-0657-4A4F-B140-E4214A42B73F}" srcOrd="7" destOrd="0" presId="urn:microsoft.com/office/officeart/2005/8/layout/vList2"/>
    <dgm:cxn modelId="{6D8ACB87-D385-4C8C-8D91-DFB2FD10706D}" type="presParOf" srcId="{C5C98415-2268-4730-944D-D61AA6A390F8}" destId="{C2690109-7769-45FD-9AC8-19BB29CDD76D}" srcOrd="8" destOrd="0" presId="urn:microsoft.com/office/officeart/2005/8/layout/vList2"/>
    <dgm:cxn modelId="{BD2AB6FF-8214-4285-859F-C1FE4A3755F5}" type="presParOf" srcId="{C5C98415-2268-4730-944D-D61AA6A390F8}" destId="{6336B207-F101-4080-97A7-6C1247E1CAD7}" srcOrd="9" destOrd="0" presId="urn:microsoft.com/office/officeart/2005/8/layout/vList2"/>
    <dgm:cxn modelId="{4E0B5F27-7341-4C70-AA13-19D48089F1A2}" type="presParOf" srcId="{C5C98415-2268-4730-944D-D61AA6A390F8}" destId="{34AD7639-915D-4FD0-8980-F3F50BBD3347}" srcOrd="10" destOrd="0" presId="urn:microsoft.com/office/officeart/2005/8/layout/vList2"/>
    <dgm:cxn modelId="{77605882-6412-4FB6-88D6-3BEEB0635FDE}" type="presParOf" srcId="{C5C98415-2268-4730-944D-D61AA6A390F8}" destId="{5D8D900B-BAAD-4387-B635-678C6C42072A}" srcOrd="11" destOrd="0" presId="urn:microsoft.com/office/officeart/2005/8/layout/vList2"/>
    <dgm:cxn modelId="{2104D254-21C0-479B-A1E8-66C19F7F8074}" type="presParOf" srcId="{C5C98415-2268-4730-944D-D61AA6A390F8}" destId="{6BE34A67-9743-48B0-B1AB-0E92310F46B3}" srcOrd="12" destOrd="0" presId="urn:microsoft.com/office/officeart/2005/8/layout/vList2"/>
    <dgm:cxn modelId="{684F844D-B174-457D-B7B7-5BF15A218313}" type="presParOf" srcId="{C5C98415-2268-4730-944D-D61AA6A390F8}" destId="{F79C26F5-36F6-4E6A-A901-1C2DD61F3214}" srcOrd="13" destOrd="0" presId="urn:microsoft.com/office/officeart/2005/8/layout/vList2"/>
    <dgm:cxn modelId="{EBAFD482-B990-472A-A851-85D8D066C506}" type="presParOf" srcId="{C5C98415-2268-4730-944D-D61AA6A390F8}" destId="{5A207296-7CBF-4F27-81C0-1DFADA9DC80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4B6F0E-4517-46AE-A948-357143514796}">
      <dgm:prSet/>
      <dgm:spPr/>
      <dgm:t>
        <a:bodyPr/>
        <a:lstStyle/>
        <a:p>
          <a:r>
            <a:rPr lang="pt-PT" u="sng">
              <a:hlinkClick xmlns:r="http://schemas.openxmlformats.org/officeDocument/2006/relationships" r:id="rId1"/>
            </a:rPr>
            <a:t>http://git-school.github.io/visualizing-git/</a:t>
          </a:r>
          <a:endParaRPr lang="en-US"/>
        </a:p>
      </dgm:t>
    </dgm:pt>
    <dgm:pt modelId="{D50867D8-3495-4ABD-B900-FEE773F6662E}" type="parTrans" cxnId="{9462F6B0-076A-4A26-8FA4-69009CD3B914}">
      <dgm:prSet/>
      <dgm:spPr/>
      <dgm:t>
        <a:bodyPr/>
        <a:lstStyle/>
        <a:p>
          <a:endParaRPr lang="en-US"/>
        </a:p>
      </dgm:t>
    </dgm:pt>
    <dgm:pt modelId="{193863F4-5C6C-4206-B623-4F90C6C8F8FE}" type="sibTrans" cxnId="{9462F6B0-076A-4A26-8FA4-69009CD3B914}">
      <dgm:prSet/>
      <dgm:spPr/>
      <dgm:t>
        <a:bodyPr/>
        <a:lstStyle/>
        <a:p>
          <a:endParaRPr lang="en-US"/>
        </a:p>
      </dgm:t>
    </dgm:pt>
    <dgm:pt modelId="{E9235A7C-A201-47A0-B2F2-7304F9755CD0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</a:t>
          </a:r>
          <a:r>
            <a:rPr lang="pt-PT" dirty="0" err="1"/>
            <a:t>commit</a:t>
          </a:r>
          <a:endParaRPr lang="en-US" dirty="0"/>
        </a:p>
      </dgm:t>
    </dgm:pt>
    <dgm:pt modelId="{3BA165CE-7761-44BF-897C-E37E5BF4F7EE}" type="parTrans" cxnId="{0533F301-F28A-485F-8C0B-5ADE15DA3756}">
      <dgm:prSet/>
      <dgm:spPr/>
      <dgm:t>
        <a:bodyPr/>
        <a:lstStyle/>
        <a:p>
          <a:endParaRPr lang="en-US"/>
        </a:p>
      </dgm:t>
    </dgm:pt>
    <dgm:pt modelId="{92D8FAB2-A2D8-48B7-87AD-EFDCAA586AA8}" type="sibTrans" cxnId="{0533F301-F28A-485F-8C0B-5ADE15DA3756}">
      <dgm:prSet/>
      <dgm:spPr/>
      <dgm:t>
        <a:bodyPr/>
        <a:lstStyle/>
        <a:p>
          <a:endParaRPr lang="en-US"/>
        </a:p>
      </dgm:t>
    </dgm:pt>
    <dgm:pt modelId="{9BCA8DCE-E5C8-41F2-9085-A4D49B1CFFBE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</a:t>
          </a:r>
          <a:r>
            <a:rPr lang="pt-PT" dirty="0" err="1"/>
            <a:t>branch</a:t>
          </a:r>
          <a:r>
            <a:rPr lang="pt-PT" dirty="0"/>
            <a:t> </a:t>
          </a:r>
          <a:r>
            <a:rPr lang="pt-PT" dirty="0" err="1"/>
            <a:t>new-feature</a:t>
          </a:r>
          <a:r>
            <a:rPr lang="pt-PT" dirty="0"/>
            <a:t> # </a:t>
          </a:r>
          <a:r>
            <a:rPr lang="pt-PT" dirty="0" err="1"/>
            <a:t>create</a:t>
          </a:r>
          <a:r>
            <a:rPr lang="pt-PT" dirty="0"/>
            <a:t> a </a:t>
          </a:r>
          <a:r>
            <a:rPr lang="pt-PT" dirty="0" err="1"/>
            <a:t>new</a:t>
          </a:r>
          <a:r>
            <a:rPr lang="pt-PT" dirty="0"/>
            <a:t> </a:t>
          </a:r>
          <a:r>
            <a:rPr lang="pt-PT" dirty="0" err="1"/>
            <a:t>branch</a:t>
          </a:r>
          <a:endParaRPr lang="en-US" dirty="0"/>
        </a:p>
      </dgm:t>
    </dgm:pt>
    <dgm:pt modelId="{A2938E64-D60C-4F32-9F02-94EABCD7BF82}" type="parTrans" cxnId="{A8D09F52-A388-4124-B091-0F179D7C5E8E}">
      <dgm:prSet/>
      <dgm:spPr/>
      <dgm:t>
        <a:bodyPr/>
        <a:lstStyle/>
        <a:p>
          <a:endParaRPr lang="en-US"/>
        </a:p>
      </dgm:t>
    </dgm:pt>
    <dgm:pt modelId="{BE9B33DA-4B53-4EF8-B85E-A23EED92A75C}" type="sibTrans" cxnId="{A8D09F52-A388-4124-B091-0F179D7C5E8E}">
      <dgm:prSet/>
      <dgm:spPr/>
      <dgm:t>
        <a:bodyPr/>
        <a:lstStyle/>
        <a:p>
          <a:endParaRPr lang="en-US"/>
        </a:p>
      </dgm:t>
    </dgm:pt>
    <dgm:pt modelId="{92362EDD-531B-4BA3-89BA-9D80C7B9FD3C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</a:t>
          </a:r>
          <a:r>
            <a:rPr lang="pt-PT" dirty="0" err="1"/>
            <a:t>commit</a:t>
          </a:r>
          <a:r>
            <a:rPr lang="pt-PT" dirty="0"/>
            <a:t> # em qual </a:t>
          </a:r>
          <a:r>
            <a:rPr lang="pt-PT" dirty="0" err="1"/>
            <a:t>branch</a:t>
          </a:r>
          <a:r>
            <a:rPr lang="pt-PT" dirty="0"/>
            <a:t> foi o </a:t>
          </a:r>
          <a:r>
            <a:rPr lang="pt-PT" dirty="0" err="1"/>
            <a:t>commit</a:t>
          </a:r>
          <a:r>
            <a:rPr lang="pt-PT" dirty="0"/>
            <a:t>?</a:t>
          </a:r>
          <a:endParaRPr lang="en-US" dirty="0"/>
        </a:p>
      </dgm:t>
    </dgm:pt>
    <dgm:pt modelId="{B400A67B-259D-42E3-9446-DB2A70BE7096}" type="parTrans" cxnId="{96A3ACCE-D49B-4AF9-8ABB-23CF34CA4C42}">
      <dgm:prSet/>
      <dgm:spPr/>
      <dgm:t>
        <a:bodyPr/>
        <a:lstStyle/>
        <a:p>
          <a:endParaRPr lang="en-US"/>
        </a:p>
      </dgm:t>
    </dgm:pt>
    <dgm:pt modelId="{868EFBDE-EBFD-4465-96EE-146384C3F4F2}" type="sibTrans" cxnId="{96A3ACCE-D49B-4AF9-8ABB-23CF34CA4C42}">
      <dgm:prSet/>
      <dgm:spPr/>
      <dgm:t>
        <a:bodyPr/>
        <a:lstStyle/>
        <a:p>
          <a:endParaRPr lang="en-US"/>
        </a:p>
      </dgm:t>
    </dgm:pt>
    <dgm:pt modelId="{53825E21-5ACD-41FC-BBA9-FA80253D7832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checkout </a:t>
          </a:r>
          <a:r>
            <a:rPr lang="pt-PT" dirty="0" err="1"/>
            <a:t>new-feature</a:t>
          </a:r>
          <a:endParaRPr lang="en-US" dirty="0"/>
        </a:p>
      </dgm:t>
    </dgm:pt>
    <dgm:pt modelId="{E62C8B45-DC9A-4485-A7D0-3163C7E19610}" type="parTrans" cxnId="{E3B4066A-21D8-4AD6-A123-1C575A6DB8F3}">
      <dgm:prSet/>
      <dgm:spPr/>
      <dgm:t>
        <a:bodyPr/>
        <a:lstStyle/>
        <a:p>
          <a:endParaRPr lang="en-US"/>
        </a:p>
      </dgm:t>
    </dgm:pt>
    <dgm:pt modelId="{3E7E36D8-E2DA-4C72-AD5C-86EEEAAF5B23}" type="sibTrans" cxnId="{E3B4066A-21D8-4AD6-A123-1C575A6DB8F3}">
      <dgm:prSet/>
      <dgm:spPr/>
      <dgm:t>
        <a:bodyPr/>
        <a:lstStyle/>
        <a:p>
          <a:endParaRPr lang="en-US"/>
        </a:p>
      </dgm:t>
    </dgm:pt>
    <dgm:pt modelId="{51D55DBD-CA3D-4ADC-AD72-5BC738F4230F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</a:t>
          </a:r>
          <a:r>
            <a:rPr lang="pt-PT" dirty="0" err="1"/>
            <a:t>commit</a:t>
          </a:r>
          <a:endParaRPr lang="en-US" dirty="0"/>
        </a:p>
      </dgm:t>
    </dgm:pt>
    <dgm:pt modelId="{05B8E557-9519-4FBC-B4F8-E3D82521D48D}" type="parTrans" cxnId="{3AF68777-2C76-4B8D-9E43-5A70A2E8A978}">
      <dgm:prSet/>
      <dgm:spPr/>
      <dgm:t>
        <a:bodyPr/>
        <a:lstStyle/>
        <a:p>
          <a:endParaRPr lang="en-US"/>
        </a:p>
      </dgm:t>
    </dgm:pt>
    <dgm:pt modelId="{18F44837-62E5-444E-91AA-15F546630A8F}" type="sibTrans" cxnId="{3AF68777-2C76-4B8D-9E43-5A70A2E8A978}">
      <dgm:prSet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  <dgm:pt modelId="{A5FADB65-C251-48D2-96DB-F8422DA12929}" type="pres">
      <dgm:prSet presAssocID="{EE4B6F0E-4517-46AE-A948-35714351479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7E6AAC1-6BFB-4723-91F8-39441E562AD7}" type="pres">
      <dgm:prSet presAssocID="{193863F4-5C6C-4206-B623-4F90C6C8F8FE}" presName="spacer" presStyleCnt="0"/>
      <dgm:spPr/>
    </dgm:pt>
    <dgm:pt modelId="{8891874B-0E32-49F3-92C2-FA40290EEB5B}" type="pres">
      <dgm:prSet presAssocID="{E9235A7C-A201-47A0-B2F2-7304F9755CD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A3A6D2D-7EFA-4A38-AA9D-498B0FB89278}" type="pres">
      <dgm:prSet presAssocID="{92D8FAB2-A2D8-48B7-87AD-EFDCAA586AA8}" presName="spacer" presStyleCnt="0"/>
      <dgm:spPr/>
    </dgm:pt>
    <dgm:pt modelId="{005874A7-5E56-46EB-AFB8-950760F1620F}" type="pres">
      <dgm:prSet presAssocID="{9BCA8DCE-E5C8-41F2-9085-A4D49B1CFFB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2E1B5EB-10AC-4036-8B1E-050432B2B155}" type="pres">
      <dgm:prSet presAssocID="{BE9B33DA-4B53-4EF8-B85E-A23EED92A75C}" presName="spacer" presStyleCnt="0"/>
      <dgm:spPr/>
    </dgm:pt>
    <dgm:pt modelId="{592219F8-3BD0-4AC4-90DA-1C76AD2EAED2}" type="pres">
      <dgm:prSet presAssocID="{92362EDD-531B-4BA3-89BA-9D80C7B9FD3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5103312-A69C-40B4-B14A-D9CE4DB17060}" type="pres">
      <dgm:prSet presAssocID="{868EFBDE-EBFD-4465-96EE-146384C3F4F2}" presName="spacer" presStyleCnt="0"/>
      <dgm:spPr/>
    </dgm:pt>
    <dgm:pt modelId="{60F09819-1B44-4CD1-A891-9BFF1D539356}" type="pres">
      <dgm:prSet presAssocID="{53825E21-5ACD-41FC-BBA9-FA80253D783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6E276B4-AC67-4F65-B436-81E59E75604A}" type="pres">
      <dgm:prSet presAssocID="{3E7E36D8-E2DA-4C72-AD5C-86EEEAAF5B23}" presName="spacer" presStyleCnt="0"/>
      <dgm:spPr/>
    </dgm:pt>
    <dgm:pt modelId="{230F2B42-AD92-4AE4-BA69-929C4179D057}" type="pres">
      <dgm:prSet presAssocID="{51D55DBD-CA3D-4ADC-AD72-5BC738F4230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533F301-F28A-485F-8C0B-5ADE15DA3756}" srcId="{11CDAD6F-9DFA-4333-9A72-7BB09D756E48}" destId="{E9235A7C-A201-47A0-B2F2-7304F9755CD0}" srcOrd="1" destOrd="0" parTransId="{3BA165CE-7761-44BF-897C-E37E5BF4F7EE}" sibTransId="{92D8FAB2-A2D8-48B7-87AD-EFDCAA586AA8}"/>
    <dgm:cxn modelId="{0BA6141B-C036-4F60-BDDB-A45F646C6E1C}" type="presOf" srcId="{11CDAD6F-9DFA-4333-9A72-7BB09D756E48}" destId="{60F69246-8A77-43B1-9800-CC831EBB94E2}" srcOrd="0" destOrd="0" presId="urn:microsoft.com/office/officeart/2005/8/layout/vList2"/>
    <dgm:cxn modelId="{52BCFB28-BF39-4298-81C7-1A9B58E9828F}" type="presOf" srcId="{53825E21-5ACD-41FC-BBA9-FA80253D7832}" destId="{60F09819-1B44-4CD1-A891-9BFF1D539356}" srcOrd="0" destOrd="0" presId="urn:microsoft.com/office/officeart/2005/8/layout/vList2"/>
    <dgm:cxn modelId="{B126DF37-6DF9-4C19-B65D-9B57E06C8AAB}" type="presOf" srcId="{51D55DBD-CA3D-4ADC-AD72-5BC738F4230F}" destId="{230F2B42-AD92-4AE4-BA69-929C4179D057}" srcOrd="0" destOrd="0" presId="urn:microsoft.com/office/officeart/2005/8/layout/vList2"/>
    <dgm:cxn modelId="{CCEF703C-1F0C-4FCF-8B5E-170BEA572654}" type="presOf" srcId="{EE4B6F0E-4517-46AE-A948-357143514796}" destId="{A5FADB65-C251-48D2-96DB-F8422DA12929}" srcOrd="0" destOrd="0" presId="urn:microsoft.com/office/officeart/2005/8/layout/vList2"/>
    <dgm:cxn modelId="{E3B4066A-21D8-4AD6-A123-1C575A6DB8F3}" srcId="{11CDAD6F-9DFA-4333-9A72-7BB09D756E48}" destId="{53825E21-5ACD-41FC-BBA9-FA80253D7832}" srcOrd="4" destOrd="0" parTransId="{E62C8B45-DC9A-4485-A7D0-3163C7E19610}" sibTransId="{3E7E36D8-E2DA-4C72-AD5C-86EEEAAF5B23}"/>
    <dgm:cxn modelId="{A8D09F52-A388-4124-B091-0F179D7C5E8E}" srcId="{11CDAD6F-9DFA-4333-9A72-7BB09D756E48}" destId="{9BCA8DCE-E5C8-41F2-9085-A4D49B1CFFBE}" srcOrd="2" destOrd="0" parTransId="{A2938E64-D60C-4F32-9F02-94EABCD7BF82}" sibTransId="{BE9B33DA-4B53-4EF8-B85E-A23EED92A75C}"/>
    <dgm:cxn modelId="{3AF68777-2C76-4B8D-9E43-5A70A2E8A978}" srcId="{11CDAD6F-9DFA-4333-9A72-7BB09D756E48}" destId="{51D55DBD-CA3D-4ADC-AD72-5BC738F4230F}" srcOrd="5" destOrd="0" parTransId="{05B8E557-9519-4FBC-B4F8-E3D82521D48D}" sibTransId="{18F44837-62E5-444E-91AA-15F546630A8F}"/>
    <dgm:cxn modelId="{C72FC377-54B3-4880-A1A8-F89587DADDC7}" type="presOf" srcId="{9BCA8DCE-E5C8-41F2-9085-A4D49B1CFFBE}" destId="{005874A7-5E56-46EB-AFB8-950760F1620F}" srcOrd="0" destOrd="0" presId="urn:microsoft.com/office/officeart/2005/8/layout/vList2"/>
    <dgm:cxn modelId="{A8BA91A3-8281-4FC7-85AE-8661706BDA75}" type="presOf" srcId="{92362EDD-531B-4BA3-89BA-9D80C7B9FD3C}" destId="{592219F8-3BD0-4AC4-90DA-1C76AD2EAED2}" srcOrd="0" destOrd="0" presId="urn:microsoft.com/office/officeart/2005/8/layout/vList2"/>
    <dgm:cxn modelId="{9462F6B0-076A-4A26-8FA4-69009CD3B914}" srcId="{11CDAD6F-9DFA-4333-9A72-7BB09D756E48}" destId="{EE4B6F0E-4517-46AE-A948-357143514796}" srcOrd="0" destOrd="0" parTransId="{D50867D8-3495-4ABD-B900-FEE773F6662E}" sibTransId="{193863F4-5C6C-4206-B623-4F90C6C8F8FE}"/>
    <dgm:cxn modelId="{9418B4C5-FF7C-400B-8CDE-462C11F0ABBE}" type="presOf" srcId="{E9235A7C-A201-47A0-B2F2-7304F9755CD0}" destId="{8891874B-0E32-49F3-92C2-FA40290EEB5B}" srcOrd="0" destOrd="0" presId="urn:microsoft.com/office/officeart/2005/8/layout/vList2"/>
    <dgm:cxn modelId="{96A3ACCE-D49B-4AF9-8ABB-23CF34CA4C42}" srcId="{11CDAD6F-9DFA-4333-9A72-7BB09D756E48}" destId="{92362EDD-531B-4BA3-89BA-9D80C7B9FD3C}" srcOrd="3" destOrd="0" parTransId="{B400A67B-259D-42E3-9446-DB2A70BE7096}" sibTransId="{868EFBDE-EBFD-4465-96EE-146384C3F4F2}"/>
    <dgm:cxn modelId="{AC90B63F-676B-4D72-82C1-A9E70F4A8D69}" type="presParOf" srcId="{60F69246-8A77-43B1-9800-CC831EBB94E2}" destId="{A5FADB65-C251-48D2-96DB-F8422DA12929}" srcOrd="0" destOrd="0" presId="urn:microsoft.com/office/officeart/2005/8/layout/vList2"/>
    <dgm:cxn modelId="{3B9C6121-F6F7-4D62-93CE-0E3F7A153B44}" type="presParOf" srcId="{60F69246-8A77-43B1-9800-CC831EBB94E2}" destId="{47E6AAC1-6BFB-4723-91F8-39441E562AD7}" srcOrd="1" destOrd="0" presId="urn:microsoft.com/office/officeart/2005/8/layout/vList2"/>
    <dgm:cxn modelId="{068A9590-3604-4C35-91C6-E5658F6480A8}" type="presParOf" srcId="{60F69246-8A77-43B1-9800-CC831EBB94E2}" destId="{8891874B-0E32-49F3-92C2-FA40290EEB5B}" srcOrd="2" destOrd="0" presId="urn:microsoft.com/office/officeart/2005/8/layout/vList2"/>
    <dgm:cxn modelId="{DF35623A-EC73-4E07-B68C-F0C85CCFA1E3}" type="presParOf" srcId="{60F69246-8A77-43B1-9800-CC831EBB94E2}" destId="{4A3A6D2D-7EFA-4A38-AA9D-498B0FB89278}" srcOrd="3" destOrd="0" presId="urn:microsoft.com/office/officeart/2005/8/layout/vList2"/>
    <dgm:cxn modelId="{566989BB-0436-4977-8DB8-2BBE8CB8D7E3}" type="presParOf" srcId="{60F69246-8A77-43B1-9800-CC831EBB94E2}" destId="{005874A7-5E56-46EB-AFB8-950760F1620F}" srcOrd="4" destOrd="0" presId="urn:microsoft.com/office/officeart/2005/8/layout/vList2"/>
    <dgm:cxn modelId="{7FD292D5-8068-4F5D-9EFB-895C26DE21CA}" type="presParOf" srcId="{60F69246-8A77-43B1-9800-CC831EBB94E2}" destId="{E2E1B5EB-10AC-4036-8B1E-050432B2B155}" srcOrd="5" destOrd="0" presId="urn:microsoft.com/office/officeart/2005/8/layout/vList2"/>
    <dgm:cxn modelId="{F086E69E-0C1D-47C4-BA73-3002AE6CD337}" type="presParOf" srcId="{60F69246-8A77-43B1-9800-CC831EBB94E2}" destId="{592219F8-3BD0-4AC4-90DA-1C76AD2EAED2}" srcOrd="6" destOrd="0" presId="urn:microsoft.com/office/officeart/2005/8/layout/vList2"/>
    <dgm:cxn modelId="{5A17C402-C399-4DFD-ACAA-143E271ACE4A}" type="presParOf" srcId="{60F69246-8A77-43B1-9800-CC831EBB94E2}" destId="{65103312-A69C-40B4-B14A-D9CE4DB17060}" srcOrd="7" destOrd="0" presId="urn:microsoft.com/office/officeart/2005/8/layout/vList2"/>
    <dgm:cxn modelId="{B4C01716-D089-4A71-B587-B39BC871F675}" type="presParOf" srcId="{60F69246-8A77-43B1-9800-CC831EBB94E2}" destId="{60F09819-1B44-4CD1-A891-9BFF1D539356}" srcOrd="8" destOrd="0" presId="urn:microsoft.com/office/officeart/2005/8/layout/vList2"/>
    <dgm:cxn modelId="{0DCED296-F615-4461-A8FB-D574C9590C2D}" type="presParOf" srcId="{60F69246-8A77-43B1-9800-CC831EBB94E2}" destId="{96E276B4-AC67-4F65-B436-81E59E75604A}" srcOrd="9" destOrd="0" presId="urn:microsoft.com/office/officeart/2005/8/layout/vList2"/>
    <dgm:cxn modelId="{2F66BAA8-3328-4D33-A929-41A2F83BB3D5}" type="presParOf" srcId="{60F69246-8A77-43B1-9800-CC831EBB94E2}" destId="{230F2B42-AD92-4AE4-BA69-929C4179D05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DF02E83-D0CD-46C4-870E-583A39E41D5E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EE7B304-9290-4572-AFAB-3810A6690297}">
      <dgm:prSet/>
      <dgm:spPr/>
      <dgm:t>
        <a:bodyPr/>
        <a:lstStyle/>
        <a:p>
          <a:r>
            <a:rPr lang="pt-PT" dirty="0" err="1"/>
            <a:t>Protect</a:t>
          </a:r>
          <a:r>
            <a:rPr lang="pt-PT" dirty="0"/>
            <a:t> </a:t>
          </a:r>
          <a:r>
            <a:rPr lang="pt-PT" dirty="0" err="1"/>
            <a:t>the</a:t>
          </a:r>
          <a:r>
            <a:rPr lang="pt-PT" dirty="0"/>
            <a:t> </a:t>
          </a:r>
          <a:r>
            <a:rPr lang="pt-PT" dirty="0" err="1"/>
            <a:t>main</a:t>
          </a:r>
          <a:endParaRPr lang="en-US" dirty="0"/>
        </a:p>
      </dgm:t>
    </dgm:pt>
    <dgm:pt modelId="{7F088CC5-6340-44C4-8386-9315E17EDE2B}" type="parTrans" cxnId="{56D822D6-C4F5-4DFE-8986-B36813EBF36C}">
      <dgm:prSet/>
      <dgm:spPr/>
      <dgm:t>
        <a:bodyPr/>
        <a:lstStyle/>
        <a:p>
          <a:endParaRPr lang="en-US"/>
        </a:p>
      </dgm:t>
    </dgm:pt>
    <dgm:pt modelId="{51E1E6FE-8BF7-47A0-9852-C414852A987C}" type="sibTrans" cxnId="{56D822D6-C4F5-4DFE-8986-B36813EBF36C}">
      <dgm:prSet/>
      <dgm:spPr/>
      <dgm:t>
        <a:bodyPr/>
        <a:lstStyle/>
        <a:p>
          <a:endParaRPr lang="en-US"/>
        </a:p>
      </dgm:t>
    </dgm:pt>
    <dgm:pt modelId="{8265BF86-31F3-4BDA-B211-8BDB976907A7}">
      <dgm:prSet/>
      <dgm:spPr/>
      <dgm:t>
        <a:bodyPr/>
        <a:lstStyle/>
        <a:p>
          <a:r>
            <a:rPr lang="pt-PT" dirty="0" err="1"/>
            <a:t>If</a:t>
          </a:r>
          <a:r>
            <a:rPr lang="pt-PT" dirty="0"/>
            <a:t> </a:t>
          </a:r>
          <a:r>
            <a:rPr lang="pt-PT" dirty="0" err="1"/>
            <a:t>anything</a:t>
          </a:r>
          <a:r>
            <a:rPr lang="pt-PT" dirty="0"/>
            <a:t> </a:t>
          </a:r>
          <a:r>
            <a:rPr lang="pt-PT" dirty="0" err="1"/>
            <a:t>goes</a:t>
          </a:r>
          <a:r>
            <a:rPr lang="pt-PT" dirty="0"/>
            <a:t> </a:t>
          </a:r>
          <a:r>
            <a:rPr lang="pt-PT" dirty="0" err="1"/>
            <a:t>wrong</a:t>
          </a:r>
          <a:r>
            <a:rPr lang="pt-PT" dirty="0"/>
            <a:t>, </a:t>
          </a:r>
          <a:r>
            <a:rPr lang="pt-PT" dirty="0" err="1"/>
            <a:t>you</a:t>
          </a:r>
          <a:r>
            <a:rPr lang="pt-PT" dirty="0"/>
            <a:t> can </a:t>
          </a:r>
          <a:r>
            <a:rPr lang="pt-PT" dirty="0" err="1"/>
            <a:t>safely</a:t>
          </a:r>
          <a:r>
            <a:rPr lang="pt-PT" dirty="0"/>
            <a:t> </a:t>
          </a:r>
          <a:r>
            <a:rPr lang="pt-PT" dirty="0" err="1"/>
            <a:t>discard</a:t>
          </a:r>
          <a:r>
            <a:rPr lang="pt-PT" dirty="0"/>
            <a:t> </a:t>
          </a:r>
          <a:r>
            <a:rPr lang="pt-PT" dirty="0" err="1"/>
            <a:t>it</a:t>
          </a:r>
          <a:endParaRPr lang="en-US" dirty="0"/>
        </a:p>
      </dgm:t>
    </dgm:pt>
    <dgm:pt modelId="{19375971-824C-439E-99E3-928DAEA45A42}" type="parTrans" cxnId="{DAE63BDF-E918-49DB-B2DD-F8EA9A1113C6}">
      <dgm:prSet/>
      <dgm:spPr/>
      <dgm:t>
        <a:bodyPr/>
        <a:lstStyle/>
        <a:p>
          <a:endParaRPr lang="en-US"/>
        </a:p>
      </dgm:t>
    </dgm:pt>
    <dgm:pt modelId="{F020C49F-9C45-4DA5-BA3D-929B56974E96}" type="sibTrans" cxnId="{DAE63BDF-E918-49DB-B2DD-F8EA9A1113C6}">
      <dgm:prSet/>
      <dgm:spPr/>
      <dgm:t>
        <a:bodyPr/>
        <a:lstStyle/>
        <a:p>
          <a:endParaRPr lang="en-US"/>
        </a:p>
      </dgm:t>
    </dgm:pt>
    <dgm:pt modelId="{86E8A2F5-7C2A-49C1-9937-4BFD3E8B5F97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checkout </a:t>
          </a:r>
          <a:r>
            <a:rPr lang="pt-PT" dirty="0" err="1"/>
            <a:t>master</a:t>
          </a:r>
          <a:endParaRPr lang="en-US" dirty="0"/>
        </a:p>
      </dgm:t>
    </dgm:pt>
    <dgm:pt modelId="{04A34CDD-127D-4749-81C8-C090DF036B47}" type="parTrans" cxnId="{ECA53205-AFFC-4665-9B14-7B14AE8B23E8}">
      <dgm:prSet/>
      <dgm:spPr/>
      <dgm:t>
        <a:bodyPr/>
        <a:lstStyle/>
        <a:p>
          <a:endParaRPr lang="en-US"/>
        </a:p>
      </dgm:t>
    </dgm:pt>
    <dgm:pt modelId="{000C27E1-3050-4401-9BEA-321671289B3C}" type="sibTrans" cxnId="{ECA53205-AFFC-4665-9B14-7B14AE8B23E8}">
      <dgm:prSet/>
      <dgm:spPr/>
      <dgm:t>
        <a:bodyPr/>
        <a:lstStyle/>
        <a:p>
          <a:endParaRPr lang="en-US"/>
        </a:p>
      </dgm:t>
    </dgm:pt>
    <dgm:pt modelId="{6F68F6CE-C222-4F83-A9FF-6AE5E7BAB6AA}">
      <dgm:prSet/>
      <dgm:spPr/>
      <dgm:t>
        <a:bodyPr/>
        <a:lstStyle/>
        <a:p>
          <a:r>
            <a:rPr lang="pt-PT" dirty="0" err="1"/>
            <a:t>We</a:t>
          </a:r>
          <a:r>
            <a:rPr lang="pt-PT" dirty="0"/>
            <a:t> can </a:t>
          </a:r>
          <a:r>
            <a:rPr lang="pt-PT" dirty="0" err="1"/>
            <a:t>switch</a:t>
          </a:r>
          <a:r>
            <a:rPr lang="pt-PT" dirty="0"/>
            <a:t> to diferente </a:t>
          </a:r>
          <a:r>
            <a:rPr lang="pt-PT" dirty="0" err="1"/>
            <a:t>branches</a:t>
          </a:r>
          <a:endParaRPr lang="en-US" dirty="0"/>
        </a:p>
      </dgm:t>
    </dgm:pt>
    <dgm:pt modelId="{2666D0B4-4EE3-4FD5-B98F-FAFC401FFD83}" type="parTrans" cxnId="{4B67839E-30D3-40F0-95F9-37AEE5738FC8}">
      <dgm:prSet/>
      <dgm:spPr/>
      <dgm:t>
        <a:bodyPr/>
        <a:lstStyle/>
        <a:p>
          <a:endParaRPr lang="en-US"/>
        </a:p>
      </dgm:t>
    </dgm:pt>
    <dgm:pt modelId="{29EE892D-9970-4736-8D1F-557394F582A8}" type="sibTrans" cxnId="{4B67839E-30D3-40F0-95F9-37AEE5738FC8}">
      <dgm:prSet/>
      <dgm:spPr/>
      <dgm:t>
        <a:bodyPr/>
        <a:lstStyle/>
        <a:p>
          <a:endParaRPr lang="en-US"/>
        </a:p>
      </dgm:t>
    </dgm:pt>
    <dgm:pt modelId="{676C3CC8-870E-4391-83CD-B30106D9231B}">
      <dgm:prSet/>
      <dgm:spPr/>
      <dgm:t>
        <a:bodyPr/>
        <a:lstStyle/>
        <a:p>
          <a:r>
            <a:rPr lang="pt-PT" dirty="0"/>
            <a:t>&gt;</a:t>
          </a:r>
          <a:r>
            <a:rPr lang="pt-PT" dirty="0" err="1"/>
            <a:t>git</a:t>
          </a:r>
          <a:r>
            <a:rPr lang="pt-PT" dirty="0"/>
            <a:t> </a:t>
          </a:r>
          <a:r>
            <a:rPr lang="pt-PT" dirty="0" err="1"/>
            <a:t>branch</a:t>
          </a:r>
          <a:r>
            <a:rPr lang="pt-PT" dirty="0"/>
            <a:t> -d </a:t>
          </a:r>
          <a:r>
            <a:rPr lang="pt-PT" dirty="0" err="1"/>
            <a:t>new-feature</a:t>
          </a:r>
          <a:endParaRPr lang="pt-PT" dirty="0"/>
        </a:p>
        <a:p>
          <a:r>
            <a:rPr lang="en-US" dirty="0"/>
            <a:t>Implement new features</a:t>
          </a:r>
        </a:p>
      </dgm:t>
    </dgm:pt>
    <dgm:pt modelId="{2E181054-C35A-403F-82D5-EDEFCE468764}" type="parTrans" cxnId="{823DF841-1984-4660-935F-C3543B85E588}">
      <dgm:prSet/>
      <dgm:spPr/>
      <dgm:t>
        <a:bodyPr/>
        <a:lstStyle/>
        <a:p>
          <a:endParaRPr lang="en-US"/>
        </a:p>
      </dgm:t>
    </dgm:pt>
    <dgm:pt modelId="{BEEE5C3F-27A9-44BE-93A1-1C3CB4CC981C}" type="sibTrans" cxnId="{823DF841-1984-4660-935F-C3543B85E588}">
      <dgm:prSet/>
      <dgm:spPr/>
      <dgm:t>
        <a:bodyPr/>
        <a:lstStyle/>
        <a:p>
          <a:endParaRPr lang="en-US"/>
        </a:p>
      </dgm:t>
    </dgm:pt>
    <dgm:pt modelId="{082EC7E9-8CF1-4C24-826A-BB9AF8ACA38F}" type="pres">
      <dgm:prSet presAssocID="{2DF02E83-D0CD-46C4-870E-583A39E41D5E}" presName="diagram" presStyleCnt="0">
        <dgm:presLayoutVars>
          <dgm:dir/>
          <dgm:resizeHandles val="exact"/>
        </dgm:presLayoutVars>
      </dgm:prSet>
      <dgm:spPr/>
    </dgm:pt>
    <dgm:pt modelId="{A4F45D21-37B5-4C67-8432-8186D196270A}" type="pres">
      <dgm:prSet presAssocID="{EEE7B304-9290-4572-AFAB-3810A6690297}" presName="node" presStyleLbl="node1" presStyleIdx="0" presStyleCnt="4">
        <dgm:presLayoutVars>
          <dgm:bulletEnabled val="1"/>
        </dgm:presLayoutVars>
      </dgm:prSet>
      <dgm:spPr/>
    </dgm:pt>
    <dgm:pt modelId="{943CCCE0-C9E5-46E5-A757-EC67E8103423}" type="pres">
      <dgm:prSet presAssocID="{51E1E6FE-8BF7-47A0-9852-C414852A987C}" presName="sibTrans" presStyleCnt="0"/>
      <dgm:spPr/>
    </dgm:pt>
    <dgm:pt modelId="{667AEA8E-B83C-42AB-84EA-292DCCE8DD1A}" type="pres">
      <dgm:prSet presAssocID="{8265BF86-31F3-4BDA-B211-8BDB976907A7}" presName="node" presStyleLbl="node1" presStyleIdx="1" presStyleCnt="4">
        <dgm:presLayoutVars>
          <dgm:bulletEnabled val="1"/>
        </dgm:presLayoutVars>
      </dgm:prSet>
      <dgm:spPr/>
    </dgm:pt>
    <dgm:pt modelId="{2BE35108-9146-42AE-BE1A-EB9A193B3F89}" type="pres">
      <dgm:prSet presAssocID="{F020C49F-9C45-4DA5-BA3D-929B56974E96}" presName="sibTrans" presStyleCnt="0"/>
      <dgm:spPr/>
    </dgm:pt>
    <dgm:pt modelId="{D9C84A32-2D90-4394-AA8E-236A20D9E78F}" type="pres">
      <dgm:prSet presAssocID="{86E8A2F5-7C2A-49C1-9937-4BFD3E8B5F97}" presName="node" presStyleLbl="node1" presStyleIdx="2" presStyleCnt="4">
        <dgm:presLayoutVars>
          <dgm:bulletEnabled val="1"/>
        </dgm:presLayoutVars>
      </dgm:prSet>
      <dgm:spPr/>
    </dgm:pt>
    <dgm:pt modelId="{F9005DFC-B79F-4570-B797-894026DC213D}" type="pres">
      <dgm:prSet presAssocID="{000C27E1-3050-4401-9BEA-321671289B3C}" presName="sibTrans" presStyleCnt="0"/>
      <dgm:spPr/>
    </dgm:pt>
    <dgm:pt modelId="{1E128D45-5350-4A68-8E78-58C84900AFB4}" type="pres">
      <dgm:prSet presAssocID="{676C3CC8-870E-4391-83CD-B30106D9231B}" presName="node" presStyleLbl="node1" presStyleIdx="3" presStyleCnt="4">
        <dgm:presLayoutVars>
          <dgm:bulletEnabled val="1"/>
        </dgm:presLayoutVars>
      </dgm:prSet>
      <dgm:spPr/>
    </dgm:pt>
  </dgm:ptLst>
  <dgm:cxnLst>
    <dgm:cxn modelId="{113F4003-A13D-4CC1-A263-88E5DE29D857}" type="presOf" srcId="{2DF02E83-D0CD-46C4-870E-583A39E41D5E}" destId="{082EC7E9-8CF1-4C24-826A-BB9AF8ACA38F}" srcOrd="0" destOrd="0" presId="urn:microsoft.com/office/officeart/2005/8/layout/default"/>
    <dgm:cxn modelId="{ECA53205-AFFC-4665-9B14-7B14AE8B23E8}" srcId="{2DF02E83-D0CD-46C4-870E-583A39E41D5E}" destId="{86E8A2F5-7C2A-49C1-9937-4BFD3E8B5F97}" srcOrd="2" destOrd="0" parTransId="{04A34CDD-127D-4749-81C8-C090DF036B47}" sibTransId="{000C27E1-3050-4401-9BEA-321671289B3C}"/>
    <dgm:cxn modelId="{12CF585F-7E4F-4657-902E-85C016C4E720}" type="presOf" srcId="{6F68F6CE-C222-4F83-A9FF-6AE5E7BAB6AA}" destId="{D9C84A32-2D90-4394-AA8E-236A20D9E78F}" srcOrd="0" destOrd="1" presId="urn:microsoft.com/office/officeart/2005/8/layout/default"/>
    <dgm:cxn modelId="{823DF841-1984-4660-935F-C3543B85E588}" srcId="{2DF02E83-D0CD-46C4-870E-583A39E41D5E}" destId="{676C3CC8-870E-4391-83CD-B30106D9231B}" srcOrd="3" destOrd="0" parTransId="{2E181054-C35A-403F-82D5-EDEFCE468764}" sibTransId="{BEEE5C3F-27A9-44BE-93A1-1C3CB4CC981C}"/>
    <dgm:cxn modelId="{17241746-F9B9-4D51-B98B-E17251CFA511}" type="presOf" srcId="{86E8A2F5-7C2A-49C1-9937-4BFD3E8B5F97}" destId="{D9C84A32-2D90-4394-AA8E-236A20D9E78F}" srcOrd="0" destOrd="0" presId="urn:microsoft.com/office/officeart/2005/8/layout/default"/>
    <dgm:cxn modelId="{6F210782-8683-4EC4-A5F2-ABDA03A3F01B}" type="presOf" srcId="{676C3CC8-870E-4391-83CD-B30106D9231B}" destId="{1E128D45-5350-4A68-8E78-58C84900AFB4}" srcOrd="0" destOrd="0" presId="urn:microsoft.com/office/officeart/2005/8/layout/default"/>
    <dgm:cxn modelId="{5E467987-4CBF-4AB9-9F7D-37020826AA15}" type="presOf" srcId="{8265BF86-31F3-4BDA-B211-8BDB976907A7}" destId="{667AEA8E-B83C-42AB-84EA-292DCCE8DD1A}" srcOrd="0" destOrd="0" presId="urn:microsoft.com/office/officeart/2005/8/layout/default"/>
    <dgm:cxn modelId="{4B67839E-30D3-40F0-95F9-37AEE5738FC8}" srcId="{86E8A2F5-7C2A-49C1-9937-4BFD3E8B5F97}" destId="{6F68F6CE-C222-4F83-A9FF-6AE5E7BAB6AA}" srcOrd="0" destOrd="0" parTransId="{2666D0B4-4EE3-4FD5-B98F-FAFC401FFD83}" sibTransId="{29EE892D-9970-4736-8D1F-557394F582A8}"/>
    <dgm:cxn modelId="{EBDBA9BA-80E7-4CCA-9991-E49C7B8D217C}" type="presOf" srcId="{EEE7B304-9290-4572-AFAB-3810A6690297}" destId="{A4F45D21-37B5-4C67-8432-8186D196270A}" srcOrd="0" destOrd="0" presId="urn:microsoft.com/office/officeart/2005/8/layout/default"/>
    <dgm:cxn modelId="{56D822D6-C4F5-4DFE-8986-B36813EBF36C}" srcId="{2DF02E83-D0CD-46C4-870E-583A39E41D5E}" destId="{EEE7B304-9290-4572-AFAB-3810A6690297}" srcOrd="0" destOrd="0" parTransId="{7F088CC5-6340-44C4-8386-9315E17EDE2B}" sibTransId="{51E1E6FE-8BF7-47A0-9852-C414852A987C}"/>
    <dgm:cxn modelId="{DAE63BDF-E918-49DB-B2DD-F8EA9A1113C6}" srcId="{2DF02E83-D0CD-46C4-870E-583A39E41D5E}" destId="{8265BF86-31F3-4BDA-B211-8BDB976907A7}" srcOrd="1" destOrd="0" parTransId="{19375971-824C-439E-99E3-928DAEA45A42}" sibTransId="{F020C49F-9C45-4DA5-BA3D-929B56974E96}"/>
    <dgm:cxn modelId="{5FBBEC1E-F6C9-45F4-AA9E-F408790DB9AD}" type="presParOf" srcId="{082EC7E9-8CF1-4C24-826A-BB9AF8ACA38F}" destId="{A4F45D21-37B5-4C67-8432-8186D196270A}" srcOrd="0" destOrd="0" presId="urn:microsoft.com/office/officeart/2005/8/layout/default"/>
    <dgm:cxn modelId="{31C8A480-15AB-4186-9469-4A0BFC342E03}" type="presParOf" srcId="{082EC7E9-8CF1-4C24-826A-BB9AF8ACA38F}" destId="{943CCCE0-C9E5-46E5-A757-EC67E8103423}" srcOrd="1" destOrd="0" presId="urn:microsoft.com/office/officeart/2005/8/layout/default"/>
    <dgm:cxn modelId="{5B4C7CEE-165D-47B5-A293-A9F9AD1AC318}" type="presParOf" srcId="{082EC7E9-8CF1-4C24-826A-BB9AF8ACA38F}" destId="{667AEA8E-B83C-42AB-84EA-292DCCE8DD1A}" srcOrd="2" destOrd="0" presId="urn:microsoft.com/office/officeart/2005/8/layout/default"/>
    <dgm:cxn modelId="{73DD3FED-AD3D-43BE-8728-0DF38A78841A}" type="presParOf" srcId="{082EC7E9-8CF1-4C24-826A-BB9AF8ACA38F}" destId="{2BE35108-9146-42AE-BE1A-EB9A193B3F89}" srcOrd="3" destOrd="0" presId="urn:microsoft.com/office/officeart/2005/8/layout/default"/>
    <dgm:cxn modelId="{0DC2D502-BC4E-4E8E-9337-134B0E150050}" type="presParOf" srcId="{082EC7E9-8CF1-4C24-826A-BB9AF8ACA38F}" destId="{D9C84A32-2D90-4394-AA8E-236A20D9E78F}" srcOrd="4" destOrd="0" presId="urn:microsoft.com/office/officeart/2005/8/layout/default"/>
    <dgm:cxn modelId="{273F4E07-6E4F-403A-A677-4D3523A160E8}" type="presParOf" srcId="{082EC7E9-8CF1-4C24-826A-BB9AF8ACA38F}" destId="{F9005DFC-B79F-4570-B797-894026DC213D}" srcOrd="5" destOrd="0" presId="urn:microsoft.com/office/officeart/2005/8/layout/default"/>
    <dgm:cxn modelId="{0C799E3B-4650-4DB3-AC96-710D48618167}" type="presParOf" srcId="{082EC7E9-8CF1-4C24-826A-BB9AF8ACA38F}" destId="{1E128D45-5350-4A68-8E78-58C84900AFB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3A536FB-E4A1-4BBA-8675-1D3795C3FB0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F1678F5-D33F-4258-B160-CE9170FB8574}">
      <dgm:prSet/>
      <dgm:spPr/>
      <dgm:t>
        <a:bodyPr/>
        <a:lstStyle/>
        <a:p>
          <a:r>
            <a:rPr lang="pt-BR">
              <a:hlinkClick xmlns:r="http://schemas.openxmlformats.org/officeDocument/2006/relationships" r:id="rId1"/>
            </a:rPr>
            <a:t>https://learngitbranching.js.org/</a:t>
          </a:r>
          <a:endParaRPr lang="en-US"/>
        </a:p>
      </dgm:t>
    </dgm:pt>
    <dgm:pt modelId="{BA4F6773-BBD2-4B1D-B1A3-6EEB5950A506}" type="parTrans" cxnId="{DF9D58A6-90AA-4159-9806-5923D1F8D8C1}">
      <dgm:prSet/>
      <dgm:spPr/>
      <dgm:t>
        <a:bodyPr/>
        <a:lstStyle/>
        <a:p>
          <a:endParaRPr lang="en-US"/>
        </a:p>
      </dgm:t>
    </dgm:pt>
    <dgm:pt modelId="{E76742D4-849B-446B-9725-17E23F38B10F}" type="sibTrans" cxnId="{DF9D58A6-90AA-4159-9806-5923D1F8D8C1}">
      <dgm:prSet/>
      <dgm:spPr/>
      <dgm:t>
        <a:bodyPr/>
        <a:lstStyle/>
        <a:p>
          <a:endParaRPr lang="en-US"/>
        </a:p>
      </dgm:t>
    </dgm:pt>
    <dgm:pt modelId="{608EA71C-3D83-409E-88E7-4F5E0A3C0C35}">
      <dgm:prSet/>
      <dgm:spPr/>
      <dgm:t>
        <a:bodyPr/>
        <a:lstStyle/>
        <a:p>
          <a:r>
            <a:rPr lang="pt-BR" dirty="0" err="1">
              <a:hlinkClick xmlns:r="http://schemas.openxmlformats.org/officeDocument/2006/relationships" r:id="rId2"/>
            </a:rPr>
            <a:t>Lab</a:t>
          </a:r>
          <a:r>
            <a:rPr lang="pt-BR" dirty="0">
              <a:hlinkClick xmlns:r="http://schemas.openxmlformats.org/officeDocument/2006/relationships" r:id="rId2"/>
            </a:rPr>
            <a:t> 1 - </a:t>
          </a:r>
          <a:r>
            <a:rPr lang="pt-BR" dirty="0" err="1">
              <a:hlinkClick xmlns:r="http://schemas.openxmlformats.org/officeDocument/2006/relationships" r:id="rId2"/>
            </a:rPr>
            <a:t>Git</a:t>
          </a:r>
          <a:r>
            <a:rPr lang="pt-BR" dirty="0">
              <a:hlinkClick xmlns:r="http://schemas.openxmlformats.org/officeDocument/2006/relationships" r:id="rId2"/>
            </a:rPr>
            <a:t> </a:t>
          </a:r>
          <a:r>
            <a:rPr lang="pt-BR" dirty="0" err="1">
              <a:hlinkClick xmlns:r="http://schemas.openxmlformats.org/officeDocument/2006/relationships" r:id="rId2"/>
            </a:rPr>
            <a:t>Immersion</a:t>
          </a:r>
          <a:endParaRPr lang="en-US" dirty="0"/>
        </a:p>
      </dgm:t>
    </dgm:pt>
    <dgm:pt modelId="{D2814AFE-D303-4440-91BA-1BA1DEDDF3CD}" type="parTrans" cxnId="{241B294C-ED9B-47FB-996A-12B013838C35}">
      <dgm:prSet/>
      <dgm:spPr/>
      <dgm:t>
        <a:bodyPr/>
        <a:lstStyle/>
        <a:p>
          <a:endParaRPr lang="en-US"/>
        </a:p>
      </dgm:t>
    </dgm:pt>
    <dgm:pt modelId="{6A1DA280-52B2-4116-B494-07BBE5218DC9}" type="sibTrans" cxnId="{241B294C-ED9B-47FB-996A-12B013838C35}">
      <dgm:prSet/>
      <dgm:spPr/>
      <dgm:t>
        <a:bodyPr/>
        <a:lstStyle/>
        <a:p>
          <a:endParaRPr lang="en-US"/>
        </a:p>
      </dgm:t>
    </dgm:pt>
    <dgm:pt modelId="{BF3FAA78-03A5-4329-8B87-874186C90155}" type="pres">
      <dgm:prSet presAssocID="{F3A536FB-E4A1-4BBA-8675-1D3795C3FB0B}" presName="root" presStyleCnt="0">
        <dgm:presLayoutVars>
          <dgm:dir/>
          <dgm:resizeHandles val="exact"/>
        </dgm:presLayoutVars>
      </dgm:prSet>
      <dgm:spPr/>
    </dgm:pt>
    <dgm:pt modelId="{0D13F2A8-04C8-486C-B366-54E9C03DC050}" type="pres">
      <dgm:prSet presAssocID="{2F1678F5-D33F-4258-B160-CE9170FB8574}" presName="compNode" presStyleCnt="0"/>
      <dgm:spPr/>
    </dgm:pt>
    <dgm:pt modelId="{7F43E164-0EA3-4DF9-A7DB-5484581D8703}" type="pres">
      <dgm:prSet presAssocID="{2F1678F5-D33F-4258-B160-CE9170FB8574}" presName="iconRect" presStyleLbl="node1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9D6FEF5F-DF95-4B78-8E2A-C85EEDFCBD42}" type="pres">
      <dgm:prSet presAssocID="{2F1678F5-D33F-4258-B160-CE9170FB8574}" presName="spaceRect" presStyleCnt="0"/>
      <dgm:spPr/>
    </dgm:pt>
    <dgm:pt modelId="{EDDB64AC-BE70-4111-A623-B4501D31113E}" type="pres">
      <dgm:prSet presAssocID="{2F1678F5-D33F-4258-B160-CE9170FB8574}" presName="textRect" presStyleLbl="revTx" presStyleIdx="0" presStyleCnt="2">
        <dgm:presLayoutVars>
          <dgm:chMax val="1"/>
          <dgm:chPref val="1"/>
        </dgm:presLayoutVars>
      </dgm:prSet>
      <dgm:spPr/>
    </dgm:pt>
    <dgm:pt modelId="{6A4F561D-6FF9-4661-9CD5-2BE107D111DE}" type="pres">
      <dgm:prSet presAssocID="{E76742D4-849B-446B-9725-17E23F38B10F}" presName="sibTrans" presStyleCnt="0"/>
      <dgm:spPr/>
    </dgm:pt>
    <dgm:pt modelId="{4286758B-EB64-4B13-9484-C4409118A55F}" type="pres">
      <dgm:prSet presAssocID="{608EA71C-3D83-409E-88E7-4F5E0A3C0C35}" presName="compNode" presStyleCnt="0"/>
      <dgm:spPr/>
    </dgm:pt>
    <dgm:pt modelId="{9CD686F7-2184-4E79-8F23-1386539F8FCD}" type="pres">
      <dgm:prSet presAssocID="{608EA71C-3D83-409E-88E7-4F5E0A3C0C35}" presName="iconRect" presStyleLbl="node1" presStyleIdx="1" presStyleCnt="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BA0CA0B4-FC56-4899-907A-9FD3FD9FCF32}" type="pres">
      <dgm:prSet presAssocID="{608EA71C-3D83-409E-88E7-4F5E0A3C0C35}" presName="spaceRect" presStyleCnt="0"/>
      <dgm:spPr/>
    </dgm:pt>
    <dgm:pt modelId="{8A4A05FC-F3BE-4D7B-AC03-16A450FFF367}" type="pres">
      <dgm:prSet presAssocID="{608EA71C-3D83-409E-88E7-4F5E0A3C0C3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DE55D0D-B03E-4B83-BA8A-A77F2C4EB8F2}" type="presOf" srcId="{608EA71C-3D83-409E-88E7-4F5E0A3C0C35}" destId="{8A4A05FC-F3BE-4D7B-AC03-16A450FFF367}" srcOrd="0" destOrd="0" presId="urn:microsoft.com/office/officeart/2018/2/layout/IconLabelList"/>
    <dgm:cxn modelId="{241B294C-ED9B-47FB-996A-12B013838C35}" srcId="{F3A536FB-E4A1-4BBA-8675-1D3795C3FB0B}" destId="{608EA71C-3D83-409E-88E7-4F5E0A3C0C35}" srcOrd="1" destOrd="0" parTransId="{D2814AFE-D303-4440-91BA-1BA1DEDDF3CD}" sibTransId="{6A1DA280-52B2-4116-B494-07BBE5218DC9}"/>
    <dgm:cxn modelId="{DF9D58A6-90AA-4159-9806-5923D1F8D8C1}" srcId="{F3A536FB-E4A1-4BBA-8675-1D3795C3FB0B}" destId="{2F1678F5-D33F-4258-B160-CE9170FB8574}" srcOrd="0" destOrd="0" parTransId="{BA4F6773-BBD2-4B1D-B1A3-6EEB5950A506}" sibTransId="{E76742D4-849B-446B-9725-17E23F38B10F}"/>
    <dgm:cxn modelId="{A7BBA6AF-A084-492B-A9C7-235CB36073E9}" type="presOf" srcId="{F3A536FB-E4A1-4BBA-8675-1D3795C3FB0B}" destId="{BF3FAA78-03A5-4329-8B87-874186C90155}" srcOrd="0" destOrd="0" presId="urn:microsoft.com/office/officeart/2018/2/layout/IconLabelList"/>
    <dgm:cxn modelId="{48CCBEDA-D8F2-4A10-A22A-FB3298E94161}" type="presOf" srcId="{2F1678F5-D33F-4258-B160-CE9170FB8574}" destId="{EDDB64AC-BE70-4111-A623-B4501D31113E}" srcOrd="0" destOrd="0" presId="urn:microsoft.com/office/officeart/2018/2/layout/IconLabelList"/>
    <dgm:cxn modelId="{A2B160E0-E3D5-475A-B0D1-0CE40D554494}" type="presParOf" srcId="{BF3FAA78-03A5-4329-8B87-874186C90155}" destId="{0D13F2A8-04C8-486C-B366-54E9C03DC050}" srcOrd="0" destOrd="0" presId="urn:microsoft.com/office/officeart/2018/2/layout/IconLabelList"/>
    <dgm:cxn modelId="{46B21642-DF8F-487B-803F-029C23E0B291}" type="presParOf" srcId="{0D13F2A8-04C8-486C-B366-54E9C03DC050}" destId="{7F43E164-0EA3-4DF9-A7DB-5484581D8703}" srcOrd="0" destOrd="0" presId="urn:microsoft.com/office/officeart/2018/2/layout/IconLabelList"/>
    <dgm:cxn modelId="{1DA97A18-81F2-46C5-AE59-C1D6F8E3F4E1}" type="presParOf" srcId="{0D13F2A8-04C8-486C-B366-54E9C03DC050}" destId="{9D6FEF5F-DF95-4B78-8E2A-C85EEDFCBD42}" srcOrd="1" destOrd="0" presId="urn:microsoft.com/office/officeart/2018/2/layout/IconLabelList"/>
    <dgm:cxn modelId="{DF402F18-7F5A-414F-A3FA-1D2A8C4A4552}" type="presParOf" srcId="{0D13F2A8-04C8-486C-B366-54E9C03DC050}" destId="{EDDB64AC-BE70-4111-A623-B4501D31113E}" srcOrd="2" destOrd="0" presId="urn:microsoft.com/office/officeart/2018/2/layout/IconLabelList"/>
    <dgm:cxn modelId="{13788F66-43B5-4EE7-8D14-D131E2BF94FA}" type="presParOf" srcId="{BF3FAA78-03A5-4329-8B87-874186C90155}" destId="{6A4F561D-6FF9-4661-9CD5-2BE107D111DE}" srcOrd="1" destOrd="0" presId="urn:microsoft.com/office/officeart/2018/2/layout/IconLabelList"/>
    <dgm:cxn modelId="{7AF4549F-EA5E-454F-8938-0CD2E2F90AFD}" type="presParOf" srcId="{BF3FAA78-03A5-4329-8B87-874186C90155}" destId="{4286758B-EB64-4B13-9484-C4409118A55F}" srcOrd="2" destOrd="0" presId="urn:microsoft.com/office/officeart/2018/2/layout/IconLabelList"/>
    <dgm:cxn modelId="{F24F8DF0-6B3E-4EA9-9337-40C07362E297}" type="presParOf" srcId="{4286758B-EB64-4B13-9484-C4409118A55F}" destId="{9CD686F7-2184-4E79-8F23-1386539F8FCD}" srcOrd="0" destOrd="0" presId="urn:microsoft.com/office/officeart/2018/2/layout/IconLabelList"/>
    <dgm:cxn modelId="{4F349492-1972-4EEF-8BC6-05C5ADBB59D5}" type="presParOf" srcId="{4286758B-EB64-4B13-9484-C4409118A55F}" destId="{BA0CA0B4-FC56-4899-907A-9FD3FD9FCF32}" srcOrd="1" destOrd="0" presId="urn:microsoft.com/office/officeart/2018/2/layout/IconLabelList"/>
    <dgm:cxn modelId="{4EB4A35E-13BA-4797-8506-CAD7667C4661}" type="presParOf" srcId="{4286758B-EB64-4B13-9484-C4409118A55F}" destId="{8A4A05FC-F3BE-4D7B-AC03-16A450FFF36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4B6F0E-4517-46AE-A948-357143514796}">
      <dgm:prSet/>
      <dgm:spPr/>
      <dgm:t>
        <a:bodyPr/>
        <a:lstStyle/>
        <a:p>
          <a:r>
            <a:rPr lang="en-US" dirty="0"/>
            <a:t>Cloning creates a </a:t>
          </a:r>
          <a:r>
            <a:rPr lang="en-US" b="1" dirty="0"/>
            <a:t>complete copy</a:t>
          </a:r>
          <a:r>
            <a:rPr lang="en-US" dirty="0"/>
            <a:t> of a remote repository</a:t>
          </a:r>
        </a:p>
      </dgm:t>
    </dgm:pt>
    <dgm:pt modelId="{D50867D8-3495-4ABD-B900-FEE773F6662E}" type="parTrans" cxnId="{9462F6B0-076A-4A26-8FA4-69009CD3B914}">
      <dgm:prSet/>
      <dgm:spPr/>
      <dgm:t>
        <a:bodyPr/>
        <a:lstStyle/>
        <a:p>
          <a:endParaRPr lang="en-US"/>
        </a:p>
      </dgm:t>
    </dgm:pt>
    <dgm:pt modelId="{193863F4-5C6C-4206-B623-4F90C6C8F8FE}" type="sibTrans" cxnId="{9462F6B0-076A-4A26-8FA4-69009CD3B914}">
      <dgm:prSet/>
      <dgm:spPr/>
      <dgm:t>
        <a:bodyPr/>
        <a:lstStyle/>
        <a:p>
          <a:endParaRPr lang="en-US"/>
        </a:p>
      </dgm:t>
    </dgm:pt>
    <dgm:pt modelId="{9BCA8DCE-E5C8-41F2-9085-A4D49B1CFFBE}">
      <dgm:prSet/>
      <dgm:spPr/>
      <dgm:t>
        <a:bodyPr/>
        <a:lstStyle/>
        <a:p>
          <a:r>
            <a:rPr lang="pt-PT" dirty="0"/>
            <a:t>&gt; </a:t>
          </a:r>
          <a:r>
            <a:rPr lang="pt-PT" dirty="0" err="1"/>
            <a:t>git</a:t>
          </a:r>
          <a:r>
            <a:rPr lang="pt-PT" dirty="0"/>
            <a:t> clone </a:t>
          </a:r>
          <a:r>
            <a:rPr lang="pt-BR" dirty="0"/>
            <a:t>&lt;</a:t>
          </a:r>
          <a:r>
            <a:rPr lang="pt-BR" dirty="0" err="1"/>
            <a:t>repository-url</a:t>
          </a:r>
          <a:r>
            <a:rPr lang="pt-BR" dirty="0"/>
            <a:t>&gt;</a:t>
          </a:r>
          <a:endParaRPr lang="en-US" dirty="0"/>
        </a:p>
      </dgm:t>
    </dgm:pt>
    <dgm:pt modelId="{A2938E64-D60C-4F32-9F02-94EABCD7BF82}" type="parTrans" cxnId="{A8D09F52-A388-4124-B091-0F179D7C5E8E}">
      <dgm:prSet/>
      <dgm:spPr/>
      <dgm:t>
        <a:bodyPr/>
        <a:lstStyle/>
        <a:p>
          <a:endParaRPr lang="en-US"/>
        </a:p>
      </dgm:t>
    </dgm:pt>
    <dgm:pt modelId="{BE9B33DA-4B53-4EF8-B85E-A23EED92A75C}" type="sibTrans" cxnId="{A8D09F52-A388-4124-B091-0F179D7C5E8E}">
      <dgm:prSet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  <dgm:pt modelId="{A5FADB65-C251-48D2-96DB-F8422DA12929}" type="pres">
      <dgm:prSet presAssocID="{EE4B6F0E-4517-46AE-A948-3571435147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7E6AAC1-6BFB-4723-91F8-39441E562AD7}" type="pres">
      <dgm:prSet presAssocID="{193863F4-5C6C-4206-B623-4F90C6C8F8FE}" presName="spacer" presStyleCnt="0"/>
      <dgm:spPr/>
    </dgm:pt>
    <dgm:pt modelId="{005874A7-5E56-46EB-AFB8-950760F1620F}" type="pres">
      <dgm:prSet presAssocID="{9BCA8DCE-E5C8-41F2-9085-A4D49B1CFFB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BA6141B-C036-4F60-BDDB-A45F646C6E1C}" type="presOf" srcId="{11CDAD6F-9DFA-4333-9A72-7BB09D756E48}" destId="{60F69246-8A77-43B1-9800-CC831EBB94E2}" srcOrd="0" destOrd="0" presId="urn:microsoft.com/office/officeart/2005/8/layout/vList2"/>
    <dgm:cxn modelId="{CCEF703C-1F0C-4FCF-8B5E-170BEA572654}" type="presOf" srcId="{EE4B6F0E-4517-46AE-A948-357143514796}" destId="{A5FADB65-C251-48D2-96DB-F8422DA12929}" srcOrd="0" destOrd="0" presId="urn:microsoft.com/office/officeart/2005/8/layout/vList2"/>
    <dgm:cxn modelId="{A8D09F52-A388-4124-B091-0F179D7C5E8E}" srcId="{11CDAD6F-9DFA-4333-9A72-7BB09D756E48}" destId="{9BCA8DCE-E5C8-41F2-9085-A4D49B1CFFBE}" srcOrd="1" destOrd="0" parTransId="{A2938E64-D60C-4F32-9F02-94EABCD7BF82}" sibTransId="{BE9B33DA-4B53-4EF8-B85E-A23EED92A75C}"/>
    <dgm:cxn modelId="{C72FC377-54B3-4880-A1A8-F89587DADDC7}" type="presOf" srcId="{9BCA8DCE-E5C8-41F2-9085-A4D49B1CFFBE}" destId="{005874A7-5E56-46EB-AFB8-950760F1620F}" srcOrd="0" destOrd="0" presId="urn:microsoft.com/office/officeart/2005/8/layout/vList2"/>
    <dgm:cxn modelId="{9462F6B0-076A-4A26-8FA4-69009CD3B914}" srcId="{11CDAD6F-9DFA-4333-9A72-7BB09D756E48}" destId="{EE4B6F0E-4517-46AE-A948-357143514796}" srcOrd="0" destOrd="0" parTransId="{D50867D8-3495-4ABD-B900-FEE773F6662E}" sibTransId="{193863F4-5C6C-4206-B623-4F90C6C8F8FE}"/>
    <dgm:cxn modelId="{AC90B63F-676B-4D72-82C1-A9E70F4A8D69}" type="presParOf" srcId="{60F69246-8A77-43B1-9800-CC831EBB94E2}" destId="{A5FADB65-C251-48D2-96DB-F8422DA12929}" srcOrd="0" destOrd="0" presId="urn:microsoft.com/office/officeart/2005/8/layout/vList2"/>
    <dgm:cxn modelId="{3B9C6121-F6F7-4D62-93CE-0E3F7A153B44}" type="presParOf" srcId="{60F69246-8A77-43B1-9800-CC831EBB94E2}" destId="{47E6AAC1-6BFB-4723-91F8-39441E562AD7}" srcOrd="1" destOrd="0" presId="urn:microsoft.com/office/officeart/2005/8/layout/vList2"/>
    <dgm:cxn modelId="{566989BB-0436-4977-8DB8-2BBE8CB8D7E3}" type="presParOf" srcId="{60F69246-8A77-43B1-9800-CC831EBB94E2}" destId="{005874A7-5E56-46EB-AFB8-950760F1620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4B6F0E-4517-46AE-A948-357143514796}">
      <dgm:prSet/>
      <dgm:spPr/>
      <dgm:t>
        <a:bodyPr/>
        <a:lstStyle/>
        <a:p>
          <a:r>
            <a:rPr lang="en-US" dirty="0"/>
            <a:t>Creates your own copy</a:t>
          </a:r>
          <a:br>
            <a:rPr lang="en-US" dirty="0"/>
          </a:br>
          <a:r>
            <a:rPr lang="en-US" dirty="0"/>
            <a:t>of someone else’s repository</a:t>
          </a:r>
        </a:p>
      </dgm:t>
    </dgm:pt>
    <dgm:pt modelId="{D50867D8-3495-4ABD-B900-FEE773F6662E}" type="parTrans" cxnId="{9462F6B0-076A-4A26-8FA4-69009CD3B914}">
      <dgm:prSet/>
      <dgm:spPr/>
      <dgm:t>
        <a:bodyPr/>
        <a:lstStyle/>
        <a:p>
          <a:endParaRPr lang="en-US"/>
        </a:p>
      </dgm:t>
    </dgm:pt>
    <dgm:pt modelId="{193863F4-5C6C-4206-B623-4F90C6C8F8FE}" type="sibTrans" cxnId="{9462F6B0-076A-4A26-8FA4-69009CD3B914}">
      <dgm:prSet/>
      <dgm:spPr/>
      <dgm:t>
        <a:bodyPr/>
        <a:lstStyle/>
        <a:p>
          <a:endParaRPr lang="en-US"/>
        </a:p>
      </dgm:t>
    </dgm:pt>
    <dgm:pt modelId="{A6DE5A1C-E5D8-4AE7-A4C8-D64ABE48B39E}">
      <dgm:prSet/>
      <dgm:spPr/>
      <dgm:t>
        <a:bodyPr/>
        <a:lstStyle/>
        <a:p>
          <a:r>
            <a:rPr lang="pt-PT" dirty="0" err="1"/>
            <a:t>Your</a:t>
          </a:r>
          <a:r>
            <a:rPr lang="pt-PT" dirty="0"/>
            <a:t> </a:t>
          </a:r>
          <a:r>
            <a:rPr lang="pt-PT" dirty="0" err="1"/>
            <a:t>own</a:t>
          </a:r>
          <a:r>
            <a:rPr lang="pt-PT" dirty="0"/>
            <a:t> independente </a:t>
          </a:r>
          <a:r>
            <a:rPr lang="pt-PT" dirty="0" err="1"/>
            <a:t>version</a:t>
          </a:r>
          <a:endParaRPr lang="pt-BR" dirty="0"/>
        </a:p>
      </dgm:t>
    </dgm:pt>
    <dgm:pt modelId="{7F5EADF2-68EA-4041-9E08-E61BC728FA0E}" type="parTrans" cxnId="{AF838C67-459C-4AF3-B844-7B920BAA831C}">
      <dgm:prSet/>
      <dgm:spPr/>
      <dgm:t>
        <a:bodyPr/>
        <a:lstStyle/>
        <a:p>
          <a:endParaRPr lang="pt-BR"/>
        </a:p>
      </dgm:t>
    </dgm:pt>
    <dgm:pt modelId="{A643A219-3EE6-4057-809D-A6DAE76A0219}" type="sibTrans" cxnId="{AF838C67-459C-4AF3-B844-7B920BAA831C}">
      <dgm:prSet/>
      <dgm:spPr/>
      <dgm:t>
        <a:bodyPr/>
        <a:lstStyle/>
        <a:p>
          <a:endParaRPr lang="pt-BR"/>
        </a:p>
      </dgm:t>
    </dgm:pt>
    <dgm:pt modelId="{5957CC59-2DF1-4493-8F42-C1C5CE7772E6}">
      <dgm:prSet/>
      <dgm:spPr/>
      <dgm:t>
        <a:bodyPr/>
        <a:lstStyle/>
        <a:p>
          <a:r>
            <a:rPr lang="pt-BR" b="1" dirty="0" err="1"/>
            <a:t>Upstream</a:t>
          </a:r>
          <a:r>
            <a:rPr lang="pt-BR" dirty="0"/>
            <a:t> → original </a:t>
          </a:r>
          <a:r>
            <a:rPr lang="pt-BR" dirty="0" err="1"/>
            <a:t>repository</a:t>
          </a:r>
          <a:endParaRPr lang="pt-BR" dirty="0"/>
        </a:p>
        <a:p>
          <a:pPr>
            <a:buNone/>
          </a:pPr>
          <a:r>
            <a:rPr lang="pt-BR" b="1" dirty="0" err="1"/>
            <a:t>Origin</a:t>
          </a:r>
          <a:r>
            <a:rPr lang="pt-BR" dirty="0"/>
            <a:t> → </a:t>
          </a:r>
          <a:r>
            <a:rPr lang="pt-BR" dirty="0" err="1"/>
            <a:t>your</a:t>
          </a:r>
          <a:r>
            <a:rPr lang="pt-BR" dirty="0"/>
            <a:t> </a:t>
          </a:r>
          <a:r>
            <a:rPr lang="pt-BR" dirty="0" err="1"/>
            <a:t>fork</a:t>
          </a:r>
          <a:endParaRPr lang="pt-BR" dirty="0"/>
        </a:p>
      </dgm:t>
    </dgm:pt>
    <dgm:pt modelId="{14EAB917-301E-4213-A42B-C302F5C10563}" type="parTrans" cxnId="{47484CB0-DFB1-46A3-A8FA-0212BB6E0B62}">
      <dgm:prSet/>
      <dgm:spPr/>
      <dgm:t>
        <a:bodyPr/>
        <a:lstStyle/>
        <a:p>
          <a:endParaRPr lang="pt-BR"/>
        </a:p>
      </dgm:t>
    </dgm:pt>
    <dgm:pt modelId="{34B33208-3E12-46BB-8FCB-762889CB94AC}" type="sibTrans" cxnId="{47484CB0-DFB1-46A3-A8FA-0212BB6E0B62}">
      <dgm:prSet/>
      <dgm:spPr/>
      <dgm:t>
        <a:bodyPr/>
        <a:lstStyle/>
        <a:p>
          <a:endParaRPr lang="pt-BR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  <dgm:pt modelId="{A5FADB65-C251-48D2-96DB-F8422DA12929}" type="pres">
      <dgm:prSet presAssocID="{EE4B6F0E-4517-46AE-A948-357143514796}" presName="parentText" presStyleLbl="node1" presStyleIdx="0" presStyleCnt="3" custLinFactNeighborX="481" custLinFactNeighborY="14844">
        <dgm:presLayoutVars>
          <dgm:chMax val="0"/>
          <dgm:bulletEnabled val="1"/>
        </dgm:presLayoutVars>
      </dgm:prSet>
      <dgm:spPr/>
    </dgm:pt>
    <dgm:pt modelId="{86DE1D67-D080-4845-A455-00BC14EB77EC}" type="pres">
      <dgm:prSet presAssocID="{193863F4-5C6C-4206-B623-4F90C6C8F8FE}" presName="spacer" presStyleCnt="0"/>
      <dgm:spPr/>
    </dgm:pt>
    <dgm:pt modelId="{AA2CA378-AD8E-417F-AF01-63E78940E4FA}" type="pres">
      <dgm:prSet presAssocID="{A6DE5A1C-E5D8-4AE7-A4C8-D64ABE48B39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5F0937E-7E1D-476B-AE6D-8A101BCC4FF8}" type="pres">
      <dgm:prSet presAssocID="{A643A219-3EE6-4057-809D-A6DAE76A0219}" presName="spacer" presStyleCnt="0"/>
      <dgm:spPr/>
    </dgm:pt>
    <dgm:pt modelId="{2ECA53C8-1CF6-4969-989E-EDC247640703}" type="pres">
      <dgm:prSet presAssocID="{5957CC59-2DF1-4493-8F42-C1C5CE7772E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BA6141B-C036-4F60-BDDB-A45F646C6E1C}" type="presOf" srcId="{11CDAD6F-9DFA-4333-9A72-7BB09D756E48}" destId="{60F69246-8A77-43B1-9800-CC831EBB94E2}" srcOrd="0" destOrd="0" presId="urn:microsoft.com/office/officeart/2005/8/layout/vList2"/>
    <dgm:cxn modelId="{CCEF703C-1F0C-4FCF-8B5E-170BEA572654}" type="presOf" srcId="{EE4B6F0E-4517-46AE-A948-357143514796}" destId="{A5FADB65-C251-48D2-96DB-F8422DA12929}" srcOrd="0" destOrd="0" presId="urn:microsoft.com/office/officeart/2005/8/layout/vList2"/>
    <dgm:cxn modelId="{AF838C67-459C-4AF3-B844-7B920BAA831C}" srcId="{11CDAD6F-9DFA-4333-9A72-7BB09D756E48}" destId="{A6DE5A1C-E5D8-4AE7-A4C8-D64ABE48B39E}" srcOrd="1" destOrd="0" parTransId="{7F5EADF2-68EA-4041-9E08-E61BC728FA0E}" sibTransId="{A643A219-3EE6-4057-809D-A6DAE76A0219}"/>
    <dgm:cxn modelId="{36490288-2A03-44EC-BC80-82F16AA56842}" type="presOf" srcId="{5957CC59-2DF1-4493-8F42-C1C5CE7772E6}" destId="{2ECA53C8-1CF6-4969-989E-EDC247640703}" srcOrd="0" destOrd="0" presId="urn:microsoft.com/office/officeart/2005/8/layout/vList2"/>
    <dgm:cxn modelId="{47484CB0-DFB1-46A3-A8FA-0212BB6E0B62}" srcId="{11CDAD6F-9DFA-4333-9A72-7BB09D756E48}" destId="{5957CC59-2DF1-4493-8F42-C1C5CE7772E6}" srcOrd="2" destOrd="0" parTransId="{14EAB917-301E-4213-A42B-C302F5C10563}" sibTransId="{34B33208-3E12-46BB-8FCB-762889CB94AC}"/>
    <dgm:cxn modelId="{9462F6B0-076A-4A26-8FA4-69009CD3B914}" srcId="{11CDAD6F-9DFA-4333-9A72-7BB09D756E48}" destId="{EE4B6F0E-4517-46AE-A948-357143514796}" srcOrd="0" destOrd="0" parTransId="{D50867D8-3495-4ABD-B900-FEE773F6662E}" sibTransId="{193863F4-5C6C-4206-B623-4F90C6C8F8FE}"/>
    <dgm:cxn modelId="{B0ABC8B9-4EDA-4A58-BFA0-85DF4C5CD824}" type="presOf" srcId="{A6DE5A1C-E5D8-4AE7-A4C8-D64ABE48B39E}" destId="{AA2CA378-AD8E-417F-AF01-63E78940E4FA}" srcOrd="0" destOrd="0" presId="urn:microsoft.com/office/officeart/2005/8/layout/vList2"/>
    <dgm:cxn modelId="{AC90B63F-676B-4D72-82C1-A9E70F4A8D69}" type="presParOf" srcId="{60F69246-8A77-43B1-9800-CC831EBB94E2}" destId="{A5FADB65-C251-48D2-96DB-F8422DA12929}" srcOrd="0" destOrd="0" presId="urn:microsoft.com/office/officeart/2005/8/layout/vList2"/>
    <dgm:cxn modelId="{70466A06-C902-407B-9FED-878BEEB0B3BF}" type="presParOf" srcId="{60F69246-8A77-43B1-9800-CC831EBB94E2}" destId="{86DE1D67-D080-4845-A455-00BC14EB77EC}" srcOrd="1" destOrd="0" presId="urn:microsoft.com/office/officeart/2005/8/layout/vList2"/>
    <dgm:cxn modelId="{27D44099-A28C-4474-8F4B-92F9C660ED25}" type="presParOf" srcId="{60F69246-8A77-43B1-9800-CC831EBB94E2}" destId="{AA2CA378-AD8E-417F-AF01-63E78940E4FA}" srcOrd="2" destOrd="0" presId="urn:microsoft.com/office/officeart/2005/8/layout/vList2"/>
    <dgm:cxn modelId="{E3B53B41-9873-46BA-831B-E3B5B2B46B65}" type="presParOf" srcId="{60F69246-8A77-43B1-9800-CC831EBB94E2}" destId="{E5F0937E-7E1D-476B-AE6D-8A101BCC4FF8}" srcOrd="3" destOrd="0" presId="urn:microsoft.com/office/officeart/2005/8/layout/vList2"/>
    <dgm:cxn modelId="{C8459857-BEE5-4A20-8DC5-2949E295B937}" type="presParOf" srcId="{60F69246-8A77-43B1-9800-CC831EBB94E2}" destId="{2ECA53C8-1CF6-4969-989E-EDC24764070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4B6F0E-4517-46AE-A948-357143514796}">
      <dgm:prSet/>
      <dgm:spPr/>
      <dgm:t>
        <a:bodyPr/>
        <a:lstStyle/>
        <a:p>
          <a:r>
            <a:rPr lang="en-US" b="1" dirty="0"/>
            <a:t>Pull Request</a:t>
          </a:r>
          <a:r>
            <a:rPr lang="en-US" dirty="0"/>
            <a:t> is a request to merge changes from one branch into another</a:t>
          </a:r>
        </a:p>
      </dgm:t>
    </dgm:pt>
    <dgm:pt modelId="{D50867D8-3495-4ABD-B900-FEE773F6662E}" type="parTrans" cxnId="{9462F6B0-076A-4A26-8FA4-69009CD3B914}">
      <dgm:prSet/>
      <dgm:spPr/>
      <dgm:t>
        <a:bodyPr/>
        <a:lstStyle/>
        <a:p>
          <a:endParaRPr lang="en-US"/>
        </a:p>
      </dgm:t>
    </dgm:pt>
    <dgm:pt modelId="{193863F4-5C6C-4206-B623-4F90C6C8F8FE}" type="sibTrans" cxnId="{9462F6B0-076A-4A26-8FA4-69009CD3B914}">
      <dgm:prSet/>
      <dgm:spPr/>
      <dgm:t>
        <a:bodyPr/>
        <a:lstStyle/>
        <a:p>
          <a:endParaRPr lang="en-US"/>
        </a:p>
      </dgm:t>
    </dgm:pt>
    <dgm:pt modelId="{A6DE5A1C-E5D8-4AE7-A4C8-D64ABE48B39E}">
      <dgm:prSet/>
      <dgm:spPr/>
      <dgm:t>
        <a:bodyPr/>
        <a:lstStyle/>
        <a:p>
          <a:r>
            <a:rPr lang="pt-BR" dirty="0" err="1"/>
            <a:t>All</a:t>
          </a:r>
          <a:r>
            <a:rPr lang="pt-BR" dirty="0"/>
            <a:t> diferences are </a:t>
          </a:r>
          <a:r>
            <a:rPr lang="pt-BR" dirty="0" err="1"/>
            <a:t>shown</a:t>
          </a:r>
          <a:endParaRPr lang="pt-BR" dirty="0"/>
        </a:p>
      </dgm:t>
    </dgm:pt>
    <dgm:pt modelId="{7F5EADF2-68EA-4041-9E08-E61BC728FA0E}" type="parTrans" cxnId="{AF838C67-459C-4AF3-B844-7B920BAA831C}">
      <dgm:prSet/>
      <dgm:spPr/>
      <dgm:t>
        <a:bodyPr/>
        <a:lstStyle/>
        <a:p>
          <a:endParaRPr lang="pt-BR"/>
        </a:p>
      </dgm:t>
    </dgm:pt>
    <dgm:pt modelId="{A643A219-3EE6-4057-809D-A6DAE76A0219}" type="sibTrans" cxnId="{AF838C67-459C-4AF3-B844-7B920BAA831C}">
      <dgm:prSet/>
      <dgm:spPr/>
      <dgm:t>
        <a:bodyPr/>
        <a:lstStyle/>
        <a:p>
          <a:endParaRPr lang="pt-BR"/>
        </a:p>
      </dgm:t>
    </dgm:pt>
    <dgm:pt modelId="{5957CC59-2DF1-4493-8F42-C1C5CE7772E6}">
      <dgm:prSet/>
      <dgm:spPr/>
      <dgm:t>
        <a:bodyPr/>
        <a:lstStyle/>
        <a:p>
          <a:r>
            <a:rPr lang="pt-BR" dirty="0" err="1"/>
            <a:t>Others</a:t>
          </a:r>
          <a:r>
            <a:rPr lang="pt-BR" dirty="0"/>
            <a:t> </a:t>
          </a:r>
          <a:r>
            <a:rPr lang="pt-BR" dirty="0" err="1"/>
            <a:t>can</a:t>
          </a:r>
          <a:r>
            <a:rPr lang="pt-BR" dirty="0"/>
            <a:t> </a:t>
          </a:r>
          <a:r>
            <a:rPr lang="pt-BR" dirty="0" err="1"/>
            <a:t>comment</a:t>
          </a:r>
          <a:endParaRPr lang="pt-BR" dirty="0"/>
        </a:p>
      </dgm:t>
    </dgm:pt>
    <dgm:pt modelId="{14EAB917-301E-4213-A42B-C302F5C10563}" type="parTrans" cxnId="{47484CB0-DFB1-46A3-A8FA-0212BB6E0B62}">
      <dgm:prSet/>
      <dgm:spPr/>
      <dgm:t>
        <a:bodyPr/>
        <a:lstStyle/>
        <a:p>
          <a:endParaRPr lang="pt-BR"/>
        </a:p>
      </dgm:t>
    </dgm:pt>
    <dgm:pt modelId="{34B33208-3E12-46BB-8FCB-762889CB94AC}" type="sibTrans" cxnId="{47484CB0-DFB1-46A3-A8FA-0212BB6E0B62}">
      <dgm:prSet/>
      <dgm:spPr/>
      <dgm:t>
        <a:bodyPr/>
        <a:lstStyle/>
        <a:p>
          <a:endParaRPr lang="pt-BR"/>
        </a:p>
      </dgm:t>
    </dgm:pt>
    <dgm:pt modelId="{22E3BF67-7251-4E5B-B1B3-3E9FA215860A}">
      <dgm:prSet/>
      <dgm:spPr/>
      <dgm:t>
        <a:bodyPr/>
        <a:lstStyle/>
        <a:p>
          <a:pPr>
            <a:buNone/>
          </a:pPr>
          <a:r>
            <a:rPr lang="en-US"/>
            <a:t>Changes can be approved or requested to modify</a:t>
          </a:r>
        </a:p>
      </dgm:t>
    </dgm:pt>
    <dgm:pt modelId="{DAE41E3B-C28D-4ED1-9F77-D5931C411E63}" type="parTrans" cxnId="{F96A2720-A09A-4E0C-82AC-9FE7351B78D3}">
      <dgm:prSet/>
      <dgm:spPr/>
      <dgm:t>
        <a:bodyPr/>
        <a:lstStyle/>
        <a:p>
          <a:endParaRPr lang="pt-BR"/>
        </a:p>
      </dgm:t>
    </dgm:pt>
    <dgm:pt modelId="{291FA2E0-5050-4ECD-93B0-879CDC7C6C39}" type="sibTrans" cxnId="{F96A2720-A09A-4E0C-82AC-9FE7351B78D3}">
      <dgm:prSet/>
      <dgm:spPr/>
      <dgm:t>
        <a:bodyPr/>
        <a:lstStyle/>
        <a:p>
          <a:endParaRPr lang="pt-BR"/>
        </a:p>
      </dgm:t>
    </dgm:pt>
    <dgm:pt modelId="{CC1D45EA-A09F-45C9-BC16-B8CCCA7065FA}">
      <dgm:prSet/>
      <dgm:spPr/>
      <dgm:t>
        <a:bodyPr/>
        <a:lstStyle/>
        <a:p>
          <a:pPr>
            <a:buNone/>
          </a:pPr>
          <a:r>
            <a:rPr lang="en-US" b="1" dirty="0"/>
            <a:t>Pull Request is not a merge. It is a request to merge.</a:t>
          </a:r>
        </a:p>
      </dgm:t>
    </dgm:pt>
    <dgm:pt modelId="{611E3C1A-AB10-41DA-B8B2-4C6DF9B249CF}" type="parTrans" cxnId="{A06414EF-88DF-484D-BC9C-F1E4A7AFBB47}">
      <dgm:prSet/>
      <dgm:spPr/>
      <dgm:t>
        <a:bodyPr/>
        <a:lstStyle/>
        <a:p>
          <a:endParaRPr lang="pt-BR"/>
        </a:p>
      </dgm:t>
    </dgm:pt>
    <dgm:pt modelId="{4037F4B3-1E0B-4E1B-9B8F-46898C3BB748}" type="sibTrans" cxnId="{A06414EF-88DF-484D-BC9C-F1E4A7AFBB47}">
      <dgm:prSet/>
      <dgm:spPr/>
      <dgm:t>
        <a:bodyPr/>
        <a:lstStyle/>
        <a:p>
          <a:endParaRPr lang="pt-BR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  <dgm:pt modelId="{A5FADB65-C251-48D2-96DB-F8422DA12929}" type="pres">
      <dgm:prSet presAssocID="{EE4B6F0E-4517-46AE-A948-357143514796}" presName="parentText" presStyleLbl="node1" presStyleIdx="0" presStyleCnt="5" custLinFactNeighborX="481" custLinFactNeighborY="14844">
        <dgm:presLayoutVars>
          <dgm:chMax val="0"/>
          <dgm:bulletEnabled val="1"/>
        </dgm:presLayoutVars>
      </dgm:prSet>
      <dgm:spPr/>
    </dgm:pt>
    <dgm:pt modelId="{86DE1D67-D080-4845-A455-00BC14EB77EC}" type="pres">
      <dgm:prSet presAssocID="{193863F4-5C6C-4206-B623-4F90C6C8F8FE}" presName="spacer" presStyleCnt="0"/>
      <dgm:spPr/>
    </dgm:pt>
    <dgm:pt modelId="{AA2CA378-AD8E-417F-AF01-63E78940E4FA}" type="pres">
      <dgm:prSet presAssocID="{A6DE5A1C-E5D8-4AE7-A4C8-D64ABE48B39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5F0937E-7E1D-476B-AE6D-8A101BCC4FF8}" type="pres">
      <dgm:prSet presAssocID="{A643A219-3EE6-4057-809D-A6DAE76A0219}" presName="spacer" presStyleCnt="0"/>
      <dgm:spPr/>
    </dgm:pt>
    <dgm:pt modelId="{2ECA53C8-1CF6-4969-989E-EDC247640703}" type="pres">
      <dgm:prSet presAssocID="{5957CC59-2DF1-4493-8F42-C1C5CE7772E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34278B7-813D-43D9-8ECE-A13071CEBDFF}" type="pres">
      <dgm:prSet presAssocID="{34B33208-3E12-46BB-8FCB-762889CB94AC}" presName="spacer" presStyleCnt="0"/>
      <dgm:spPr/>
    </dgm:pt>
    <dgm:pt modelId="{A63F8F87-7F44-464D-A281-8D9C9A6CB267}" type="pres">
      <dgm:prSet presAssocID="{22E3BF67-7251-4E5B-B1B3-3E9FA215860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4A98DB9-70C2-4048-A0FA-1DB16718DA40}" type="pres">
      <dgm:prSet presAssocID="{291FA2E0-5050-4ECD-93B0-879CDC7C6C39}" presName="spacer" presStyleCnt="0"/>
      <dgm:spPr/>
    </dgm:pt>
    <dgm:pt modelId="{D843BAC7-DFEE-4E47-B338-40A338355123}" type="pres">
      <dgm:prSet presAssocID="{CC1D45EA-A09F-45C9-BC16-B8CCCA7065F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BA6141B-C036-4F60-BDDB-A45F646C6E1C}" type="presOf" srcId="{11CDAD6F-9DFA-4333-9A72-7BB09D756E48}" destId="{60F69246-8A77-43B1-9800-CC831EBB94E2}" srcOrd="0" destOrd="0" presId="urn:microsoft.com/office/officeart/2005/8/layout/vList2"/>
    <dgm:cxn modelId="{F96A2720-A09A-4E0C-82AC-9FE7351B78D3}" srcId="{11CDAD6F-9DFA-4333-9A72-7BB09D756E48}" destId="{22E3BF67-7251-4E5B-B1B3-3E9FA215860A}" srcOrd="3" destOrd="0" parTransId="{DAE41E3B-C28D-4ED1-9F77-D5931C411E63}" sibTransId="{291FA2E0-5050-4ECD-93B0-879CDC7C6C39}"/>
    <dgm:cxn modelId="{CCEF703C-1F0C-4FCF-8B5E-170BEA572654}" type="presOf" srcId="{EE4B6F0E-4517-46AE-A948-357143514796}" destId="{A5FADB65-C251-48D2-96DB-F8422DA12929}" srcOrd="0" destOrd="0" presId="urn:microsoft.com/office/officeart/2005/8/layout/vList2"/>
    <dgm:cxn modelId="{AF838C67-459C-4AF3-B844-7B920BAA831C}" srcId="{11CDAD6F-9DFA-4333-9A72-7BB09D756E48}" destId="{A6DE5A1C-E5D8-4AE7-A4C8-D64ABE48B39E}" srcOrd="1" destOrd="0" parTransId="{7F5EADF2-68EA-4041-9E08-E61BC728FA0E}" sibTransId="{A643A219-3EE6-4057-809D-A6DAE76A0219}"/>
    <dgm:cxn modelId="{3BB4197B-E9F0-48DB-A65F-92EAFDD74B4C}" type="presOf" srcId="{CC1D45EA-A09F-45C9-BC16-B8CCCA7065FA}" destId="{D843BAC7-DFEE-4E47-B338-40A338355123}" srcOrd="0" destOrd="0" presId="urn:microsoft.com/office/officeart/2005/8/layout/vList2"/>
    <dgm:cxn modelId="{36490288-2A03-44EC-BC80-82F16AA56842}" type="presOf" srcId="{5957CC59-2DF1-4493-8F42-C1C5CE7772E6}" destId="{2ECA53C8-1CF6-4969-989E-EDC247640703}" srcOrd="0" destOrd="0" presId="urn:microsoft.com/office/officeart/2005/8/layout/vList2"/>
    <dgm:cxn modelId="{47484CB0-DFB1-46A3-A8FA-0212BB6E0B62}" srcId="{11CDAD6F-9DFA-4333-9A72-7BB09D756E48}" destId="{5957CC59-2DF1-4493-8F42-C1C5CE7772E6}" srcOrd="2" destOrd="0" parTransId="{14EAB917-301E-4213-A42B-C302F5C10563}" sibTransId="{34B33208-3E12-46BB-8FCB-762889CB94AC}"/>
    <dgm:cxn modelId="{9462F6B0-076A-4A26-8FA4-69009CD3B914}" srcId="{11CDAD6F-9DFA-4333-9A72-7BB09D756E48}" destId="{EE4B6F0E-4517-46AE-A948-357143514796}" srcOrd="0" destOrd="0" parTransId="{D50867D8-3495-4ABD-B900-FEE773F6662E}" sibTransId="{193863F4-5C6C-4206-B623-4F90C6C8F8FE}"/>
    <dgm:cxn modelId="{6FDA67B8-29FC-4210-B71E-E0F057C394A2}" type="presOf" srcId="{22E3BF67-7251-4E5B-B1B3-3E9FA215860A}" destId="{A63F8F87-7F44-464D-A281-8D9C9A6CB267}" srcOrd="0" destOrd="0" presId="urn:microsoft.com/office/officeart/2005/8/layout/vList2"/>
    <dgm:cxn modelId="{B0ABC8B9-4EDA-4A58-BFA0-85DF4C5CD824}" type="presOf" srcId="{A6DE5A1C-E5D8-4AE7-A4C8-D64ABE48B39E}" destId="{AA2CA378-AD8E-417F-AF01-63E78940E4FA}" srcOrd="0" destOrd="0" presId="urn:microsoft.com/office/officeart/2005/8/layout/vList2"/>
    <dgm:cxn modelId="{A06414EF-88DF-484D-BC9C-F1E4A7AFBB47}" srcId="{11CDAD6F-9DFA-4333-9A72-7BB09D756E48}" destId="{CC1D45EA-A09F-45C9-BC16-B8CCCA7065FA}" srcOrd="4" destOrd="0" parTransId="{611E3C1A-AB10-41DA-B8B2-4C6DF9B249CF}" sibTransId="{4037F4B3-1E0B-4E1B-9B8F-46898C3BB748}"/>
    <dgm:cxn modelId="{AC90B63F-676B-4D72-82C1-A9E70F4A8D69}" type="presParOf" srcId="{60F69246-8A77-43B1-9800-CC831EBB94E2}" destId="{A5FADB65-C251-48D2-96DB-F8422DA12929}" srcOrd="0" destOrd="0" presId="urn:microsoft.com/office/officeart/2005/8/layout/vList2"/>
    <dgm:cxn modelId="{70466A06-C902-407B-9FED-878BEEB0B3BF}" type="presParOf" srcId="{60F69246-8A77-43B1-9800-CC831EBB94E2}" destId="{86DE1D67-D080-4845-A455-00BC14EB77EC}" srcOrd="1" destOrd="0" presId="urn:microsoft.com/office/officeart/2005/8/layout/vList2"/>
    <dgm:cxn modelId="{27D44099-A28C-4474-8F4B-92F9C660ED25}" type="presParOf" srcId="{60F69246-8A77-43B1-9800-CC831EBB94E2}" destId="{AA2CA378-AD8E-417F-AF01-63E78940E4FA}" srcOrd="2" destOrd="0" presId="urn:microsoft.com/office/officeart/2005/8/layout/vList2"/>
    <dgm:cxn modelId="{E3B53B41-9873-46BA-831B-E3B5B2B46B65}" type="presParOf" srcId="{60F69246-8A77-43B1-9800-CC831EBB94E2}" destId="{E5F0937E-7E1D-476B-AE6D-8A101BCC4FF8}" srcOrd="3" destOrd="0" presId="urn:microsoft.com/office/officeart/2005/8/layout/vList2"/>
    <dgm:cxn modelId="{C8459857-BEE5-4A20-8DC5-2949E295B937}" type="presParOf" srcId="{60F69246-8A77-43B1-9800-CC831EBB94E2}" destId="{2ECA53C8-1CF6-4969-989E-EDC247640703}" srcOrd="4" destOrd="0" presId="urn:microsoft.com/office/officeart/2005/8/layout/vList2"/>
    <dgm:cxn modelId="{93BBD934-C1A7-47E0-910D-9F751AE2235B}" type="presParOf" srcId="{60F69246-8A77-43B1-9800-CC831EBB94E2}" destId="{E34278B7-813D-43D9-8ECE-A13071CEBDFF}" srcOrd="5" destOrd="0" presId="urn:microsoft.com/office/officeart/2005/8/layout/vList2"/>
    <dgm:cxn modelId="{DAA0BC2E-450D-4891-A530-EE3A31602FC1}" type="presParOf" srcId="{60F69246-8A77-43B1-9800-CC831EBB94E2}" destId="{A63F8F87-7F44-464D-A281-8D9C9A6CB267}" srcOrd="6" destOrd="0" presId="urn:microsoft.com/office/officeart/2005/8/layout/vList2"/>
    <dgm:cxn modelId="{2EB624C4-CCE5-43A0-942B-7F654D8246CD}" type="presParOf" srcId="{60F69246-8A77-43B1-9800-CC831EBB94E2}" destId="{44A98DB9-70C2-4048-A0FA-1DB16718DA40}" srcOrd="7" destOrd="0" presId="urn:microsoft.com/office/officeart/2005/8/layout/vList2"/>
    <dgm:cxn modelId="{E0EDA9EF-25C0-4977-A058-C01B17D633BB}" type="presParOf" srcId="{60F69246-8A77-43B1-9800-CC831EBB94E2}" destId="{D843BAC7-DFEE-4E47-B338-40A33835512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0BA6141B-C036-4F60-BDDB-A45F646C6E1C}" type="presOf" srcId="{11CDAD6F-9DFA-4333-9A72-7BB09D756E48}" destId="{60F69246-8A77-43B1-9800-CC831EBB94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0BA6141B-C036-4F60-BDDB-A45F646C6E1C}" type="presOf" srcId="{11CDAD6F-9DFA-4333-9A72-7BB09D756E48}" destId="{60F69246-8A77-43B1-9800-CC831EBB94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0BA6141B-C036-4F60-BDDB-A45F646C6E1C}" type="presOf" srcId="{11CDAD6F-9DFA-4333-9A72-7BB09D756E48}" destId="{60F69246-8A77-43B1-9800-CC831EBB94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0BA6141B-C036-4F60-BDDB-A45F646C6E1C}" type="presOf" srcId="{11CDAD6F-9DFA-4333-9A72-7BB09D756E48}" destId="{60F69246-8A77-43B1-9800-CC831EBB94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0BA6141B-C036-4F60-BDDB-A45F646C6E1C}" type="presOf" srcId="{11CDAD6F-9DFA-4333-9A72-7BB09D756E48}" destId="{60F69246-8A77-43B1-9800-CC831EBB94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9235A7C-A201-47A0-B2F2-7304F9755CD0}">
      <dgm:prSet/>
      <dgm:spPr/>
      <dgm:t>
        <a:bodyPr/>
        <a:lstStyle/>
        <a:p>
          <a:r>
            <a:rPr lang="pt-BR" dirty="0" err="1"/>
            <a:t>Create</a:t>
          </a:r>
          <a:r>
            <a:rPr lang="pt-BR" dirty="0"/>
            <a:t> </a:t>
          </a:r>
          <a:r>
            <a:rPr lang="pt-BR" dirty="0" err="1"/>
            <a:t>your</a:t>
          </a:r>
          <a:r>
            <a:rPr lang="pt-BR" dirty="0"/>
            <a:t> </a:t>
          </a:r>
          <a:r>
            <a:rPr lang="pt-BR" dirty="0" err="1"/>
            <a:t>own</a:t>
          </a:r>
          <a:r>
            <a:rPr lang="pt-BR" dirty="0"/>
            <a:t> </a:t>
          </a:r>
          <a:r>
            <a:rPr lang="pt-BR" dirty="0" err="1"/>
            <a:t>Repository</a:t>
          </a:r>
          <a:r>
            <a:rPr lang="pt-BR" dirty="0"/>
            <a:t> </a:t>
          </a:r>
          <a:r>
            <a:rPr lang="pt-BR" dirty="0" err="1"/>
            <a:t>named</a:t>
          </a:r>
          <a:r>
            <a:rPr lang="pt-BR" dirty="0"/>
            <a:t> DE-</a:t>
          </a:r>
          <a:r>
            <a:rPr lang="pt-BR" dirty="0" err="1"/>
            <a:t>your_initials</a:t>
          </a:r>
          <a:r>
            <a:rPr lang="pt-BR" dirty="0"/>
            <a:t> </a:t>
          </a:r>
          <a:r>
            <a:rPr lang="pt-BR" dirty="0" err="1"/>
            <a:t>with</a:t>
          </a:r>
          <a:r>
            <a:rPr lang="pt-BR" dirty="0"/>
            <a:t> a README.me file</a:t>
          </a:r>
          <a:endParaRPr lang="en-US" dirty="0"/>
        </a:p>
      </dgm:t>
    </dgm:pt>
    <dgm:pt modelId="{3BA165CE-7761-44BF-897C-E37E5BF4F7EE}" type="parTrans" cxnId="{0533F301-F28A-485F-8C0B-5ADE15DA3756}">
      <dgm:prSet/>
      <dgm:spPr/>
      <dgm:t>
        <a:bodyPr/>
        <a:lstStyle/>
        <a:p>
          <a:endParaRPr lang="en-US"/>
        </a:p>
      </dgm:t>
    </dgm:pt>
    <dgm:pt modelId="{92D8FAB2-A2D8-48B7-87AD-EFDCAA586AA8}" type="sibTrans" cxnId="{0533F301-F28A-485F-8C0B-5ADE15DA3756}">
      <dgm:prSet/>
      <dgm:spPr/>
      <dgm:t>
        <a:bodyPr/>
        <a:lstStyle/>
        <a:p>
          <a:endParaRPr lang="en-US"/>
        </a:p>
      </dgm:t>
    </dgm:pt>
    <dgm:pt modelId="{9BCA8DCE-E5C8-41F2-9085-A4D49B1CFFBE}">
      <dgm:prSet/>
      <dgm:spPr/>
      <dgm:t>
        <a:bodyPr/>
        <a:lstStyle/>
        <a:p>
          <a:r>
            <a:rPr lang="en-US" dirty="0"/>
            <a:t>Open README.md</a:t>
          </a:r>
          <a:br>
            <a:rPr lang="en-US" dirty="0"/>
          </a:br>
          <a:r>
            <a:rPr lang="en-US" dirty="0"/>
            <a:t>Add </a:t>
          </a:r>
          <a:r>
            <a:rPr lang="en-US" b="1" dirty="0"/>
            <a:t>only your initials</a:t>
          </a:r>
          <a:r>
            <a:rPr lang="en-US" dirty="0"/>
            <a:t> on a new line.</a:t>
          </a:r>
        </a:p>
      </dgm:t>
    </dgm:pt>
    <dgm:pt modelId="{A2938E64-D60C-4F32-9F02-94EABCD7BF82}" type="parTrans" cxnId="{A8D09F52-A388-4124-B091-0F179D7C5E8E}">
      <dgm:prSet/>
      <dgm:spPr/>
      <dgm:t>
        <a:bodyPr/>
        <a:lstStyle/>
        <a:p>
          <a:endParaRPr lang="en-US"/>
        </a:p>
      </dgm:t>
    </dgm:pt>
    <dgm:pt modelId="{BE9B33DA-4B53-4EF8-B85E-A23EED92A75C}" type="sibTrans" cxnId="{A8D09F52-A388-4124-B091-0F179D7C5E8E}">
      <dgm:prSet/>
      <dgm:spPr/>
      <dgm:t>
        <a:bodyPr/>
        <a:lstStyle/>
        <a:p>
          <a:endParaRPr lang="en-US"/>
        </a:p>
      </dgm:t>
    </dgm:pt>
    <dgm:pt modelId="{92362EDD-531B-4BA3-89BA-9D80C7B9FD3C}">
      <dgm:prSet/>
      <dgm:spPr/>
      <dgm:t>
        <a:bodyPr/>
        <a:lstStyle/>
        <a:p>
          <a:r>
            <a:rPr lang="en-US" dirty="0"/>
            <a:t>Create a New File on main branch named after your initials - Example: TGVP.md (Add your initials as a comment inside)</a:t>
          </a:r>
        </a:p>
      </dgm:t>
    </dgm:pt>
    <dgm:pt modelId="{B400A67B-259D-42E3-9446-DB2A70BE7096}" type="parTrans" cxnId="{96A3ACCE-D49B-4AF9-8ABB-23CF34CA4C42}">
      <dgm:prSet/>
      <dgm:spPr/>
      <dgm:t>
        <a:bodyPr/>
        <a:lstStyle/>
        <a:p>
          <a:endParaRPr lang="en-US"/>
        </a:p>
      </dgm:t>
    </dgm:pt>
    <dgm:pt modelId="{868EFBDE-EBFD-4465-96EE-146384C3F4F2}" type="sibTrans" cxnId="{96A3ACCE-D49B-4AF9-8ABB-23CF34CA4C42}">
      <dgm:prSet/>
      <dgm:spPr/>
      <dgm:t>
        <a:bodyPr/>
        <a:lstStyle/>
        <a:p>
          <a:endParaRPr lang="en-US"/>
        </a:p>
      </dgm:t>
    </dgm:pt>
    <dgm:pt modelId="{53825E21-5ACD-41FC-BBA9-FA80253D7832}">
      <dgm:prSet/>
      <dgm:spPr/>
      <dgm:t>
        <a:bodyPr/>
        <a:lstStyle/>
        <a:p>
          <a:r>
            <a:rPr lang="pt-PT" dirty="0" err="1"/>
            <a:t>Commit</a:t>
          </a:r>
          <a:r>
            <a:rPr lang="pt-PT" dirty="0"/>
            <a:t> </a:t>
          </a:r>
          <a:r>
            <a:rPr lang="pt-PT" dirty="0" err="1"/>
            <a:t>with</a:t>
          </a:r>
          <a:r>
            <a:rPr lang="pt-PT" dirty="0"/>
            <a:t> </a:t>
          </a:r>
          <a:r>
            <a:rPr lang="pt-PT" dirty="0" err="1"/>
            <a:t>an</a:t>
          </a:r>
          <a:r>
            <a:rPr lang="pt-PT" dirty="0"/>
            <a:t> </a:t>
          </a:r>
          <a:r>
            <a:rPr lang="pt-PT" dirty="0" err="1"/>
            <a:t>informative</a:t>
          </a:r>
          <a:r>
            <a:rPr lang="pt-PT" dirty="0"/>
            <a:t> </a:t>
          </a:r>
          <a:r>
            <a:rPr lang="pt-PT" dirty="0" err="1"/>
            <a:t>message</a:t>
          </a:r>
          <a:r>
            <a:rPr lang="pt-PT" dirty="0"/>
            <a:t> (</a:t>
          </a:r>
          <a:r>
            <a:rPr lang="pt-PT" b="1" dirty="0" err="1"/>
            <a:t>git</a:t>
          </a:r>
          <a:r>
            <a:rPr lang="pt-PT" b="1" dirty="0"/>
            <a:t> </a:t>
          </a:r>
          <a:r>
            <a:rPr lang="pt-PT" b="1" dirty="0" err="1"/>
            <a:t>commit</a:t>
          </a:r>
          <a:r>
            <a:rPr lang="pt-PT" b="1" dirty="0"/>
            <a:t> –m “</a:t>
          </a:r>
          <a:r>
            <a:rPr lang="pt-PT" b="1" dirty="0" err="1"/>
            <a:t>message</a:t>
          </a:r>
          <a:r>
            <a:rPr lang="pt-PT" b="1" dirty="0"/>
            <a:t>”</a:t>
          </a:r>
          <a:r>
            <a:rPr lang="pt-PT" dirty="0"/>
            <a:t>)</a:t>
          </a:r>
          <a:endParaRPr lang="en-US" dirty="0"/>
        </a:p>
      </dgm:t>
    </dgm:pt>
    <dgm:pt modelId="{E62C8B45-DC9A-4485-A7D0-3163C7E19610}" type="parTrans" cxnId="{E3B4066A-21D8-4AD6-A123-1C575A6DB8F3}">
      <dgm:prSet/>
      <dgm:spPr/>
      <dgm:t>
        <a:bodyPr/>
        <a:lstStyle/>
        <a:p>
          <a:endParaRPr lang="en-US"/>
        </a:p>
      </dgm:t>
    </dgm:pt>
    <dgm:pt modelId="{3E7E36D8-E2DA-4C72-AD5C-86EEEAAF5B23}" type="sibTrans" cxnId="{E3B4066A-21D8-4AD6-A123-1C575A6DB8F3}">
      <dgm:prSet/>
      <dgm:spPr/>
      <dgm:t>
        <a:bodyPr/>
        <a:lstStyle/>
        <a:p>
          <a:endParaRPr lang="en-US"/>
        </a:p>
      </dgm:t>
    </dgm:pt>
    <dgm:pt modelId="{51D55DBD-CA3D-4ADC-AD72-5BC738F4230F}">
      <dgm:prSet/>
      <dgm:spPr/>
      <dgm:t>
        <a:bodyPr/>
        <a:lstStyle/>
        <a:p>
          <a:r>
            <a:rPr lang="pt-BR" dirty="0" err="1"/>
            <a:t>Create</a:t>
          </a:r>
          <a:r>
            <a:rPr lang="pt-BR" dirty="0"/>
            <a:t> a Branch </a:t>
          </a:r>
          <a:r>
            <a:rPr lang="pt-BR" dirty="0" err="1"/>
            <a:t>named</a:t>
          </a:r>
          <a:r>
            <a:rPr lang="pt-BR" dirty="0"/>
            <a:t> feature-</a:t>
          </a:r>
          <a:r>
            <a:rPr lang="pt-BR" dirty="0" err="1"/>
            <a:t>your_initials</a:t>
          </a:r>
          <a:r>
            <a:rPr lang="pt-BR" dirty="0"/>
            <a:t> (remembre </a:t>
          </a:r>
          <a:r>
            <a:rPr lang="pt-BR" dirty="0" err="1"/>
            <a:t>to</a:t>
          </a:r>
          <a:r>
            <a:rPr lang="pt-BR" dirty="0"/>
            <a:t> checkout </a:t>
          </a:r>
          <a:r>
            <a:rPr lang="pt-BR" dirty="0" err="1"/>
            <a:t>to</a:t>
          </a:r>
          <a:r>
            <a:rPr lang="pt-BR" dirty="0"/>
            <a:t> it – </a:t>
          </a:r>
          <a:r>
            <a:rPr lang="pt-BR" b="1" dirty="0" err="1"/>
            <a:t>git</a:t>
          </a:r>
          <a:r>
            <a:rPr lang="pt-BR" b="1" dirty="0"/>
            <a:t> checkout feature-</a:t>
          </a:r>
          <a:r>
            <a:rPr lang="pt-BR" b="1" dirty="0" err="1"/>
            <a:t>your_initials</a:t>
          </a:r>
          <a:r>
            <a:rPr lang="pt-BR" dirty="0"/>
            <a:t>)</a:t>
          </a:r>
          <a:endParaRPr lang="en-US" dirty="0"/>
        </a:p>
      </dgm:t>
    </dgm:pt>
    <dgm:pt modelId="{05B8E557-9519-4FBC-B4F8-E3D82521D48D}" type="parTrans" cxnId="{3AF68777-2C76-4B8D-9E43-5A70A2E8A978}">
      <dgm:prSet/>
      <dgm:spPr/>
      <dgm:t>
        <a:bodyPr/>
        <a:lstStyle/>
        <a:p>
          <a:endParaRPr lang="en-US"/>
        </a:p>
      </dgm:t>
    </dgm:pt>
    <dgm:pt modelId="{18F44837-62E5-444E-91AA-15F546630A8F}" type="sibTrans" cxnId="{3AF68777-2C76-4B8D-9E43-5A70A2E8A978}">
      <dgm:prSet/>
      <dgm:spPr/>
      <dgm:t>
        <a:bodyPr/>
        <a:lstStyle/>
        <a:p>
          <a:endParaRPr lang="en-US"/>
        </a:p>
      </dgm:t>
    </dgm:pt>
    <dgm:pt modelId="{8F77B465-C31C-4394-8DE3-4AC07D37151E}">
      <dgm:prSet/>
      <dgm:spPr/>
      <dgm:t>
        <a:bodyPr/>
        <a:lstStyle/>
        <a:p>
          <a:r>
            <a:rPr lang="pt-PT" dirty="0" err="1"/>
            <a:t>Add</a:t>
          </a:r>
          <a:r>
            <a:rPr lang="pt-PT" dirty="0"/>
            <a:t> a </a:t>
          </a:r>
          <a:r>
            <a:rPr lang="pt-PT" dirty="0" err="1"/>
            <a:t>new</a:t>
          </a:r>
          <a:r>
            <a:rPr lang="pt-PT" dirty="0"/>
            <a:t> file </a:t>
          </a:r>
          <a:r>
            <a:rPr lang="pt-PT" dirty="0" err="1"/>
            <a:t>named</a:t>
          </a:r>
          <a:r>
            <a:rPr lang="pt-PT" dirty="0"/>
            <a:t> </a:t>
          </a:r>
          <a:r>
            <a:rPr lang="pt-PT" b="1" dirty="0"/>
            <a:t>feature-your_initials.md (use </a:t>
          </a:r>
          <a:r>
            <a:rPr lang="pt-PT" b="1" dirty="0" err="1"/>
            <a:t>git</a:t>
          </a:r>
          <a:r>
            <a:rPr lang="pt-PT" b="1" dirty="0"/>
            <a:t> </a:t>
          </a:r>
          <a:r>
            <a:rPr lang="pt-PT" b="1" dirty="0" err="1"/>
            <a:t>add</a:t>
          </a:r>
          <a:r>
            <a:rPr lang="pt-PT" b="1" dirty="0"/>
            <a:t>)</a:t>
          </a:r>
          <a:endParaRPr lang="pt-BR" b="1" dirty="0"/>
        </a:p>
      </dgm:t>
    </dgm:pt>
    <dgm:pt modelId="{67F1AB30-4A19-4B71-8E6A-36CF6FD786E2}" type="parTrans" cxnId="{C8CE0E3B-5E92-4F4B-9C90-53637F01BE77}">
      <dgm:prSet/>
      <dgm:spPr/>
      <dgm:t>
        <a:bodyPr/>
        <a:lstStyle/>
        <a:p>
          <a:endParaRPr lang="pt-BR"/>
        </a:p>
      </dgm:t>
    </dgm:pt>
    <dgm:pt modelId="{09B08FD9-EE76-42C4-9620-248143E1FE57}" type="sibTrans" cxnId="{C8CE0E3B-5E92-4F4B-9C90-53637F01BE77}">
      <dgm:prSet/>
      <dgm:spPr/>
      <dgm:t>
        <a:bodyPr/>
        <a:lstStyle/>
        <a:p>
          <a:endParaRPr lang="pt-BR"/>
        </a:p>
      </dgm:t>
    </dgm:pt>
    <dgm:pt modelId="{BEF88882-B84A-46F8-9A4D-B16371204734}">
      <dgm:prSet/>
      <dgm:spPr/>
      <dgm:t>
        <a:bodyPr/>
        <a:lstStyle/>
        <a:p>
          <a:r>
            <a:rPr lang="pt-PT" dirty="0" err="1"/>
            <a:t>Commit</a:t>
          </a:r>
          <a:r>
            <a:rPr lang="pt-PT" dirty="0"/>
            <a:t> </a:t>
          </a:r>
          <a:r>
            <a:rPr lang="pt-PT" dirty="0" err="1"/>
            <a:t>with</a:t>
          </a:r>
          <a:r>
            <a:rPr lang="pt-PT" dirty="0"/>
            <a:t> </a:t>
          </a:r>
          <a:r>
            <a:rPr lang="pt-PT" dirty="0" err="1"/>
            <a:t>an</a:t>
          </a:r>
          <a:r>
            <a:rPr lang="pt-PT" dirty="0"/>
            <a:t> </a:t>
          </a:r>
          <a:r>
            <a:rPr lang="pt-PT" dirty="0" err="1"/>
            <a:t>informative</a:t>
          </a:r>
          <a:r>
            <a:rPr lang="pt-PT" dirty="0"/>
            <a:t> </a:t>
          </a:r>
          <a:r>
            <a:rPr lang="pt-PT" dirty="0" err="1"/>
            <a:t>message</a:t>
          </a:r>
          <a:endParaRPr lang="pt-BR" dirty="0"/>
        </a:p>
      </dgm:t>
    </dgm:pt>
    <dgm:pt modelId="{C527C754-54A2-48FC-8655-F46FE2927610}" type="parTrans" cxnId="{BA5843CD-D0F3-4455-B3EC-E2C3B0598EB4}">
      <dgm:prSet/>
      <dgm:spPr/>
      <dgm:t>
        <a:bodyPr/>
        <a:lstStyle/>
        <a:p>
          <a:endParaRPr lang="pt-BR"/>
        </a:p>
      </dgm:t>
    </dgm:pt>
    <dgm:pt modelId="{73D25EFC-A096-40C1-A495-B1D8EDA1E459}" type="sibTrans" cxnId="{BA5843CD-D0F3-4455-B3EC-E2C3B0598EB4}">
      <dgm:prSet/>
      <dgm:spPr/>
      <dgm:t>
        <a:bodyPr/>
        <a:lstStyle/>
        <a:p>
          <a:endParaRPr lang="pt-BR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  <dgm:pt modelId="{8891874B-0E32-49F3-92C2-FA40290EEB5B}" type="pres">
      <dgm:prSet presAssocID="{E9235A7C-A201-47A0-B2F2-7304F9755CD0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A3A6D2D-7EFA-4A38-AA9D-498B0FB89278}" type="pres">
      <dgm:prSet presAssocID="{92D8FAB2-A2D8-48B7-87AD-EFDCAA586AA8}" presName="spacer" presStyleCnt="0"/>
      <dgm:spPr/>
    </dgm:pt>
    <dgm:pt modelId="{005874A7-5E56-46EB-AFB8-950760F1620F}" type="pres">
      <dgm:prSet presAssocID="{9BCA8DCE-E5C8-41F2-9085-A4D49B1CFFB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2E1B5EB-10AC-4036-8B1E-050432B2B155}" type="pres">
      <dgm:prSet presAssocID="{BE9B33DA-4B53-4EF8-B85E-A23EED92A75C}" presName="spacer" presStyleCnt="0"/>
      <dgm:spPr/>
    </dgm:pt>
    <dgm:pt modelId="{592219F8-3BD0-4AC4-90DA-1C76AD2EAED2}" type="pres">
      <dgm:prSet presAssocID="{92362EDD-531B-4BA3-89BA-9D80C7B9FD3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5103312-A69C-40B4-B14A-D9CE4DB17060}" type="pres">
      <dgm:prSet presAssocID="{868EFBDE-EBFD-4465-96EE-146384C3F4F2}" presName="spacer" presStyleCnt="0"/>
      <dgm:spPr/>
    </dgm:pt>
    <dgm:pt modelId="{60F09819-1B44-4CD1-A891-9BFF1D539356}" type="pres">
      <dgm:prSet presAssocID="{53825E21-5ACD-41FC-BBA9-FA80253D783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6E276B4-AC67-4F65-B436-81E59E75604A}" type="pres">
      <dgm:prSet presAssocID="{3E7E36D8-E2DA-4C72-AD5C-86EEEAAF5B23}" presName="spacer" presStyleCnt="0"/>
      <dgm:spPr/>
    </dgm:pt>
    <dgm:pt modelId="{230F2B42-AD92-4AE4-BA69-929C4179D057}" type="pres">
      <dgm:prSet presAssocID="{51D55DBD-CA3D-4ADC-AD72-5BC738F4230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B2A6962-6E41-4F9F-AD5E-223628BEBB30}" type="pres">
      <dgm:prSet presAssocID="{18F44837-62E5-444E-91AA-15F546630A8F}" presName="spacer" presStyleCnt="0"/>
      <dgm:spPr/>
    </dgm:pt>
    <dgm:pt modelId="{D0B579C4-3E19-4056-A49A-D9EC9BBC04B9}" type="pres">
      <dgm:prSet presAssocID="{8F77B465-C31C-4394-8DE3-4AC07D37151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7E32F06-9798-4948-AA4F-CA8192A3ACBF}" type="pres">
      <dgm:prSet presAssocID="{09B08FD9-EE76-42C4-9620-248143E1FE57}" presName="spacer" presStyleCnt="0"/>
      <dgm:spPr/>
    </dgm:pt>
    <dgm:pt modelId="{9586C1A8-F5CF-4A48-A692-5ACEACBC5B76}" type="pres">
      <dgm:prSet presAssocID="{BEF88882-B84A-46F8-9A4D-B1637120473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0533F301-F28A-485F-8C0B-5ADE15DA3756}" srcId="{11CDAD6F-9DFA-4333-9A72-7BB09D756E48}" destId="{E9235A7C-A201-47A0-B2F2-7304F9755CD0}" srcOrd="0" destOrd="0" parTransId="{3BA165CE-7761-44BF-897C-E37E5BF4F7EE}" sibTransId="{92D8FAB2-A2D8-48B7-87AD-EFDCAA586AA8}"/>
    <dgm:cxn modelId="{0BA6141B-C036-4F60-BDDB-A45F646C6E1C}" type="presOf" srcId="{11CDAD6F-9DFA-4333-9A72-7BB09D756E48}" destId="{60F69246-8A77-43B1-9800-CC831EBB94E2}" srcOrd="0" destOrd="0" presId="urn:microsoft.com/office/officeart/2005/8/layout/vList2"/>
    <dgm:cxn modelId="{52BCFB28-BF39-4298-81C7-1A9B58E9828F}" type="presOf" srcId="{53825E21-5ACD-41FC-BBA9-FA80253D7832}" destId="{60F09819-1B44-4CD1-A891-9BFF1D539356}" srcOrd="0" destOrd="0" presId="urn:microsoft.com/office/officeart/2005/8/layout/vList2"/>
    <dgm:cxn modelId="{B126DF37-6DF9-4C19-B65D-9B57E06C8AAB}" type="presOf" srcId="{51D55DBD-CA3D-4ADC-AD72-5BC738F4230F}" destId="{230F2B42-AD92-4AE4-BA69-929C4179D057}" srcOrd="0" destOrd="0" presId="urn:microsoft.com/office/officeart/2005/8/layout/vList2"/>
    <dgm:cxn modelId="{C8CE0E3B-5E92-4F4B-9C90-53637F01BE77}" srcId="{11CDAD6F-9DFA-4333-9A72-7BB09D756E48}" destId="{8F77B465-C31C-4394-8DE3-4AC07D37151E}" srcOrd="5" destOrd="0" parTransId="{67F1AB30-4A19-4B71-8E6A-36CF6FD786E2}" sibTransId="{09B08FD9-EE76-42C4-9620-248143E1FE57}"/>
    <dgm:cxn modelId="{E3B4066A-21D8-4AD6-A123-1C575A6DB8F3}" srcId="{11CDAD6F-9DFA-4333-9A72-7BB09D756E48}" destId="{53825E21-5ACD-41FC-BBA9-FA80253D7832}" srcOrd="3" destOrd="0" parTransId="{E62C8B45-DC9A-4485-A7D0-3163C7E19610}" sibTransId="{3E7E36D8-E2DA-4C72-AD5C-86EEEAAF5B23}"/>
    <dgm:cxn modelId="{08D8D96C-8AF2-430B-8D7D-2FF0613958D8}" type="presOf" srcId="{8F77B465-C31C-4394-8DE3-4AC07D37151E}" destId="{D0B579C4-3E19-4056-A49A-D9EC9BBC04B9}" srcOrd="0" destOrd="0" presId="urn:microsoft.com/office/officeart/2005/8/layout/vList2"/>
    <dgm:cxn modelId="{A8D09F52-A388-4124-B091-0F179D7C5E8E}" srcId="{11CDAD6F-9DFA-4333-9A72-7BB09D756E48}" destId="{9BCA8DCE-E5C8-41F2-9085-A4D49B1CFFBE}" srcOrd="1" destOrd="0" parTransId="{A2938E64-D60C-4F32-9F02-94EABCD7BF82}" sibTransId="{BE9B33DA-4B53-4EF8-B85E-A23EED92A75C}"/>
    <dgm:cxn modelId="{3AF68777-2C76-4B8D-9E43-5A70A2E8A978}" srcId="{11CDAD6F-9DFA-4333-9A72-7BB09D756E48}" destId="{51D55DBD-CA3D-4ADC-AD72-5BC738F4230F}" srcOrd="4" destOrd="0" parTransId="{05B8E557-9519-4FBC-B4F8-E3D82521D48D}" sibTransId="{18F44837-62E5-444E-91AA-15F546630A8F}"/>
    <dgm:cxn modelId="{C72FC377-54B3-4880-A1A8-F89587DADDC7}" type="presOf" srcId="{9BCA8DCE-E5C8-41F2-9085-A4D49B1CFFBE}" destId="{005874A7-5E56-46EB-AFB8-950760F1620F}" srcOrd="0" destOrd="0" presId="urn:microsoft.com/office/officeart/2005/8/layout/vList2"/>
    <dgm:cxn modelId="{A8BA91A3-8281-4FC7-85AE-8661706BDA75}" type="presOf" srcId="{92362EDD-531B-4BA3-89BA-9D80C7B9FD3C}" destId="{592219F8-3BD0-4AC4-90DA-1C76AD2EAED2}" srcOrd="0" destOrd="0" presId="urn:microsoft.com/office/officeart/2005/8/layout/vList2"/>
    <dgm:cxn modelId="{9418B4C5-FF7C-400B-8CDE-462C11F0ABBE}" type="presOf" srcId="{E9235A7C-A201-47A0-B2F2-7304F9755CD0}" destId="{8891874B-0E32-49F3-92C2-FA40290EEB5B}" srcOrd="0" destOrd="0" presId="urn:microsoft.com/office/officeart/2005/8/layout/vList2"/>
    <dgm:cxn modelId="{BA5843CD-D0F3-4455-B3EC-E2C3B0598EB4}" srcId="{11CDAD6F-9DFA-4333-9A72-7BB09D756E48}" destId="{BEF88882-B84A-46F8-9A4D-B16371204734}" srcOrd="6" destOrd="0" parTransId="{C527C754-54A2-48FC-8655-F46FE2927610}" sibTransId="{73D25EFC-A096-40C1-A495-B1D8EDA1E459}"/>
    <dgm:cxn modelId="{96A3ACCE-D49B-4AF9-8ABB-23CF34CA4C42}" srcId="{11CDAD6F-9DFA-4333-9A72-7BB09D756E48}" destId="{92362EDD-531B-4BA3-89BA-9D80C7B9FD3C}" srcOrd="2" destOrd="0" parTransId="{B400A67B-259D-42E3-9446-DB2A70BE7096}" sibTransId="{868EFBDE-EBFD-4465-96EE-146384C3F4F2}"/>
    <dgm:cxn modelId="{CE0912E1-242D-401D-8DDD-F4C5BFFE0E1B}" type="presOf" srcId="{BEF88882-B84A-46F8-9A4D-B16371204734}" destId="{9586C1A8-F5CF-4A48-A692-5ACEACBC5B76}" srcOrd="0" destOrd="0" presId="urn:microsoft.com/office/officeart/2005/8/layout/vList2"/>
    <dgm:cxn modelId="{068A9590-3604-4C35-91C6-E5658F6480A8}" type="presParOf" srcId="{60F69246-8A77-43B1-9800-CC831EBB94E2}" destId="{8891874B-0E32-49F3-92C2-FA40290EEB5B}" srcOrd="0" destOrd="0" presId="urn:microsoft.com/office/officeart/2005/8/layout/vList2"/>
    <dgm:cxn modelId="{DF35623A-EC73-4E07-B68C-F0C85CCFA1E3}" type="presParOf" srcId="{60F69246-8A77-43B1-9800-CC831EBB94E2}" destId="{4A3A6D2D-7EFA-4A38-AA9D-498B0FB89278}" srcOrd="1" destOrd="0" presId="urn:microsoft.com/office/officeart/2005/8/layout/vList2"/>
    <dgm:cxn modelId="{566989BB-0436-4977-8DB8-2BBE8CB8D7E3}" type="presParOf" srcId="{60F69246-8A77-43B1-9800-CC831EBB94E2}" destId="{005874A7-5E56-46EB-AFB8-950760F1620F}" srcOrd="2" destOrd="0" presId="urn:microsoft.com/office/officeart/2005/8/layout/vList2"/>
    <dgm:cxn modelId="{7FD292D5-8068-4F5D-9EFB-895C26DE21CA}" type="presParOf" srcId="{60F69246-8A77-43B1-9800-CC831EBB94E2}" destId="{E2E1B5EB-10AC-4036-8B1E-050432B2B155}" srcOrd="3" destOrd="0" presId="urn:microsoft.com/office/officeart/2005/8/layout/vList2"/>
    <dgm:cxn modelId="{F086E69E-0C1D-47C4-BA73-3002AE6CD337}" type="presParOf" srcId="{60F69246-8A77-43B1-9800-CC831EBB94E2}" destId="{592219F8-3BD0-4AC4-90DA-1C76AD2EAED2}" srcOrd="4" destOrd="0" presId="urn:microsoft.com/office/officeart/2005/8/layout/vList2"/>
    <dgm:cxn modelId="{5A17C402-C399-4DFD-ACAA-143E271ACE4A}" type="presParOf" srcId="{60F69246-8A77-43B1-9800-CC831EBB94E2}" destId="{65103312-A69C-40B4-B14A-D9CE4DB17060}" srcOrd="5" destOrd="0" presId="urn:microsoft.com/office/officeart/2005/8/layout/vList2"/>
    <dgm:cxn modelId="{B4C01716-D089-4A71-B587-B39BC871F675}" type="presParOf" srcId="{60F69246-8A77-43B1-9800-CC831EBB94E2}" destId="{60F09819-1B44-4CD1-A891-9BFF1D539356}" srcOrd="6" destOrd="0" presId="urn:microsoft.com/office/officeart/2005/8/layout/vList2"/>
    <dgm:cxn modelId="{0DCED296-F615-4461-A8FB-D574C9590C2D}" type="presParOf" srcId="{60F69246-8A77-43B1-9800-CC831EBB94E2}" destId="{96E276B4-AC67-4F65-B436-81E59E75604A}" srcOrd="7" destOrd="0" presId="urn:microsoft.com/office/officeart/2005/8/layout/vList2"/>
    <dgm:cxn modelId="{2F66BAA8-3328-4D33-A929-41A2F83BB3D5}" type="presParOf" srcId="{60F69246-8A77-43B1-9800-CC831EBB94E2}" destId="{230F2B42-AD92-4AE4-BA69-929C4179D057}" srcOrd="8" destOrd="0" presId="urn:microsoft.com/office/officeart/2005/8/layout/vList2"/>
    <dgm:cxn modelId="{CD1AED91-D9F4-41B7-A8F7-D6768B69060F}" type="presParOf" srcId="{60F69246-8A77-43B1-9800-CC831EBB94E2}" destId="{1B2A6962-6E41-4F9F-AD5E-223628BEBB30}" srcOrd="9" destOrd="0" presId="urn:microsoft.com/office/officeart/2005/8/layout/vList2"/>
    <dgm:cxn modelId="{36148BEB-71BB-4709-959F-C230B38B6C77}" type="presParOf" srcId="{60F69246-8A77-43B1-9800-CC831EBB94E2}" destId="{D0B579C4-3E19-4056-A49A-D9EC9BBC04B9}" srcOrd="10" destOrd="0" presId="urn:microsoft.com/office/officeart/2005/8/layout/vList2"/>
    <dgm:cxn modelId="{E01DED51-50CD-4485-B8EE-08AED8B8098C}" type="presParOf" srcId="{60F69246-8A77-43B1-9800-CC831EBB94E2}" destId="{87E32F06-9798-4948-AA4F-CA8192A3ACBF}" srcOrd="11" destOrd="0" presId="urn:microsoft.com/office/officeart/2005/8/layout/vList2"/>
    <dgm:cxn modelId="{9BA068D6-2554-4AE0-A464-82F7D2D243AF}" type="presParOf" srcId="{60F69246-8A77-43B1-9800-CC831EBB94E2}" destId="{9586C1A8-F5CF-4A48-A692-5ACEACBC5B7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9235A7C-A201-47A0-B2F2-7304F9755CD0}">
      <dgm:prSet/>
      <dgm:spPr/>
      <dgm:t>
        <a:bodyPr/>
        <a:lstStyle/>
        <a:p>
          <a:r>
            <a:rPr lang="en-US" dirty="0"/>
            <a:t>Push to the remote repository (</a:t>
          </a:r>
          <a:r>
            <a:rPr lang="en-US" b="1" dirty="0"/>
            <a:t>git push –u origin</a:t>
          </a:r>
          <a:r>
            <a:rPr lang="en-US" dirty="0"/>
            <a:t> main)</a:t>
          </a:r>
        </a:p>
      </dgm:t>
    </dgm:pt>
    <dgm:pt modelId="{3BA165CE-7761-44BF-897C-E37E5BF4F7EE}" type="parTrans" cxnId="{0533F301-F28A-485F-8C0B-5ADE15DA3756}">
      <dgm:prSet/>
      <dgm:spPr/>
      <dgm:t>
        <a:bodyPr/>
        <a:lstStyle/>
        <a:p>
          <a:endParaRPr lang="en-US"/>
        </a:p>
      </dgm:t>
    </dgm:pt>
    <dgm:pt modelId="{92D8FAB2-A2D8-48B7-87AD-EFDCAA586AA8}" type="sibTrans" cxnId="{0533F301-F28A-485F-8C0B-5ADE15DA3756}">
      <dgm:prSet/>
      <dgm:spPr/>
      <dgm:t>
        <a:bodyPr/>
        <a:lstStyle/>
        <a:p>
          <a:endParaRPr lang="en-US"/>
        </a:p>
      </dgm:t>
    </dgm:pt>
    <dgm:pt modelId="{9BCA8DCE-E5C8-41F2-9085-A4D49B1CFFBE}">
      <dgm:prSet/>
      <dgm:spPr/>
      <dgm:t>
        <a:bodyPr/>
        <a:lstStyle/>
        <a:p>
          <a:r>
            <a:rPr lang="en-US" dirty="0"/>
            <a:t>Open a Pull Request</a:t>
          </a:r>
        </a:p>
      </dgm:t>
    </dgm:pt>
    <dgm:pt modelId="{A2938E64-D60C-4F32-9F02-94EABCD7BF82}" type="parTrans" cxnId="{A8D09F52-A388-4124-B091-0F179D7C5E8E}">
      <dgm:prSet/>
      <dgm:spPr/>
      <dgm:t>
        <a:bodyPr/>
        <a:lstStyle/>
        <a:p>
          <a:endParaRPr lang="en-US"/>
        </a:p>
      </dgm:t>
    </dgm:pt>
    <dgm:pt modelId="{BE9B33DA-4B53-4EF8-B85E-A23EED92A75C}" type="sibTrans" cxnId="{A8D09F52-A388-4124-B091-0F179D7C5E8E}">
      <dgm:prSet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  <dgm:pt modelId="{8891874B-0E32-49F3-92C2-FA40290EEB5B}" type="pres">
      <dgm:prSet presAssocID="{E9235A7C-A201-47A0-B2F2-7304F9755C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A3A6D2D-7EFA-4A38-AA9D-498B0FB89278}" type="pres">
      <dgm:prSet presAssocID="{92D8FAB2-A2D8-48B7-87AD-EFDCAA586AA8}" presName="spacer" presStyleCnt="0"/>
      <dgm:spPr/>
    </dgm:pt>
    <dgm:pt modelId="{005874A7-5E56-46EB-AFB8-950760F1620F}" type="pres">
      <dgm:prSet presAssocID="{9BCA8DCE-E5C8-41F2-9085-A4D49B1CFFB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533F301-F28A-485F-8C0B-5ADE15DA3756}" srcId="{11CDAD6F-9DFA-4333-9A72-7BB09D756E48}" destId="{E9235A7C-A201-47A0-B2F2-7304F9755CD0}" srcOrd="0" destOrd="0" parTransId="{3BA165CE-7761-44BF-897C-E37E5BF4F7EE}" sibTransId="{92D8FAB2-A2D8-48B7-87AD-EFDCAA586AA8}"/>
    <dgm:cxn modelId="{0BA6141B-C036-4F60-BDDB-A45F646C6E1C}" type="presOf" srcId="{11CDAD6F-9DFA-4333-9A72-7BB09D756E48}" destId="{60F69246-8A77-43B1-9800-CC831EBB94E2}" srcOrd="0" destOrd="0" presId="urn:microsoft.com/office/officeart/2005/8/layout/vList2"/>
    <dgm:cxn modelId="{A8D09F52-A388-4124-B091-0F179D7C5E8E}" srcId="{11CDAD6F-9DFA-4333-9A72-7BB09D756E48}" destId="{9BCA8DCE-E5C8-41F2-9085-A4D49B1CFFBE}" srcOrd="1" destOrd="0" parTransId="{A2938E64-D60C-4F32-9F02-94EABCD7BF82}" sibTransId="{BE9B33DA-4B53-4EF8-B85E-A23EED92A75C}"/>
    <dgm:cxn modelId="{C72FC377-54B3-4880-A1A8-F89587DADDC7}" type="presOf" srcId="{9BCA8DCE-E5C8-41F2-9085-A4D49B1CFFBE}" destId="{005874A7-5E56-46EB-AFB8-950760F1620F}" srcOrd="0" destOrd="0" presId="urn:microsoft.com/office/officeart/2005/8/layout/vList2"/>
    <dgm:cxn modelId="{9418B4C5-FF7C-400B-8CDE-462C11F0ABBE}" type="presOf" srcId="{E9235A7C-A201-47A0-B2F2-7304F9755CD0}" destId="{8891874B-0E32-49F3-92C2-FA40290EEB5B}" srcOrd="0" destOrd="0" presId="urn:microsoft.com/office/officeart/2005/8/layout/vList2"/>
    <dgm:cxn modelId="{068A9590-3604-4C35-91C6-E5658F6480A8}" type="presParOf" srcId="{60F69246-8A77-43B1-9800-CC831EBB94E2}" destId="{8891874B-0E32-49F3-92C2-FA40290EEB5B}" srcOrd="0" destOrd="0" presId="urn:microsoft.com/office/officeart/2005/8/layout/vList2"/>
    <dgm:cxn modelId="{DF35623A-EC73-4E07-B68C-F0C85CCFA1E3}" type="presParOf" srcId="{60F69246-8A77-43B1-9800-CC831EBB94E2}" destId="{4A3A6D2D-7EFA-4A38-AA9D-498B0FB89278}" srcOrd="1" destOrd="0" presId="urn:microsoft.com/office/officeart/2005/8/layout/vList2"/>
    <dgm:cxn modelId="{566989BB-0436-4977-8DB8-2BBE8CB8D7E3}" type="presParOf" srcId="{60F69246-8A77-43B1-9800-CC831EBB94E2}" destId="{005874A7-5E56-46EB-AFB8-950760F1620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9235A7C-A201-47A0-B2F2-7304F9755CD0}">
      <dgm:prSet/>
      <dgm:spPr/>
      <dgm:t>
        <a:bodyPr/>
        <a:lstStyle/>
        <a:p>
          <a:r>
            <a:rPr lang="en-US" dirty="0"/>
            <a:t>Push to the remote repository (git push –u origin main)</a:t>
          </a:r>
        </a:p>
      </dgm:t>
    </dgm:pt>
    <dgm:pt modelId="{3BA165CE-7761-44BF-897C-E37E5BF4F7EE}" type="parTrans" cxnId="{0533F301-F28A-485F-8C0B-5ADE15DA3756}">
      <dgm:prSet/>
      <dgm:spPr/>
      <dgm:t>
        <a:bodyPr/>
        <a:lstStyle/>
        <a:p>
          <a:endParaRPr lang="en-US"/>
        </a:p>
      </dgm:t>
    </dgm:pt>
    <dgm:pt modelId="{92D8FAB2-A2D8-48B7-87AD-EFDCAA586AA8}" type="sibTrans" cxnId="{0533F301-F28A-485F-8C0B-5ADE15DA3756}">
      <dgm:prSet/>
      <dgm:spPr/>
      <dgm:t>
        <a:bodyPr/>
        <a:lstStyle/>
        <a:p>
          <a:endParaRPr lang="en-US"/>
        </a:p>
      </dgm:t>
    </dgm:pt>
    <dgm:pt modelId="{9BCA8DCE-E5C8-41F2-9085-A4D49B1CFFBE}">
      <dgm:prSet/>
      <dgm:spPr/>
      <dgm:t>
        <a:bodyPr/>
        <a:lstStyle/>
        <a:p>
          <a:r>
            <a:rPr lang="en-US" dirty="0"/>
            <a:t>Open a Pull Request</a:t>
          </a:r>
        </a:p>
      </dgm:t>
    </dgm:pt>
    <dgm:pt modelId="{A2938E64-D60C-4F32-9F02-94EABCD7BF82}" type="parTrans" cxnId="{A8D09F52-A388-4124-B091-0F179D7C5E8E}">
      <dgm:prSet/>
      <dgm:spPr/>
      <dgm:t>
        <a:bodyPr/>
        <a:lstStyle/>
        <a:p>
          <a:endParaRPr lang="en-US"/>
        </a:p>
      </dgm:t>
    </dgm:pt>
    <dgm:pt modelId="{BE9B33DA-4B53-4EF8-B85E-A23EED92A75C}" type="sibTrans" cxnId="{A8D09F52-A388-4124-B091-0F179D7C5E8E}">
      <dgm:prSet/>
      <dgm:spPr/>
      <dgm:t>
        <a:bodyPr/>
        <a:lstStyle/>
        <a:p>
          <a:endParaRPr lang="en-US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  <dgm:pt modelId="{8891874B-0E32-49F3-92C2-FA40290EEB5B}" type="pres">
      <dgm:prSet presAssocID="{E9235A7C-A201-47A0-B2F2-7304F9755CD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A3A6D2D-7EFA-4A38-AA9D-498B0FB89278}" type="pres">
      <dgm:prSet presAssocID="{92D8FAB2-A2D8-48B7-87AD-EFDCAA586AA8}" presName="spacer" presStyleCnt="0"/>
      <dgm:spPr/>
    </dgm:pt>
    <dgm:pt modelId="{005874A7-5E56-46EB-AFB8-950760F1620F}" type="pres">
      <dgm:prSet presAssocID="{9BCA8DCE-E5C8-41F2-9085-A4D49B1CFFB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533F301-F28A-485F-8C0B-5ADE15DA3756}" srcId="{11CDAD6F-9DFA-4333-9A72-7BB09D756E48}" destId="{E9235A7C-A201-47A0-B2F2-7304F9755CD0}" srcOrd="0" destOrd="0" parTransId="{3BA165CE-7761-44BF-897C-E37E5BF4F7EE}" sibTransId="{92D8FAB2-A2D8-48B7-87AD-EFDCAA586AA8}"/>
    <dgm:cxn modelId="{0BA6141B-C036-4F60-BDDB-A45F646C6E1C}" type="presOf" srcId="{11CDAD6F-9DFA-4333-9A72-7BB09D756E48}" destId="{60F69246-8A77-43B1-9800-CC831EBB94E2}" srcOrd="0" destOrd="0" presId="urn:microsoft.com/office/officeart/2005/8/layout/vList2"/>
    <dgm:cxn modelId="{A8D09F52-A388-4124-B091-0F179D7C5E8E}" srcId="{11CDAD6F-9DFA-4333-9A72-7BB09D756E48}" destId="{9BCA8DCE-E5C8-41F2-9085-A4D49B1CFFBE}" srcOrd="1" destOrd="0" parTransId="{A2938E64-D60C-4F32-9F02-94EABCD7BF82}" sibTransId="{BE9B33DA-4B53-4EF8-B85E-A23EED92A75C}"/>
    <dgm:cxn modelId="{C72FC377-54B3-4880-A1A8-F89587DADDC7}" type="presOf" srcId="{9BCA8DCE-E5C8-41F2-9085-A4D49B1CFFBE}" destId="{005874A7-5E56-46EB-AFB8-950760F1620F}" srcOrd="0" destOrd="0" presId="urn:microsoft.com/office/officeart/2005/8/layout/vList2"/>
    <dgm:cxn modelId="{9418B4C5-FF7C-400B-8CDE-462C11F0ABBE}" type="presOf" srcId="{E9235A7C-A201-47A0-B2F2-7304F9755CD0}" destId="{8891874B-0E32-49F3-92C2-FA40290EEB5B}" srcOrd="0" destOrd="0" presId="urn:microsoft.com/office/officeart/2005/8/layout/vList2"/>
    <dgm:cxn modelId="{068A9590-3604-4C35-91C6-E5658F6480A8}" type="presParOf" srcId="{60F69246-8A77-43B1-9800-CC831EBB94E2}" destId="{8891874B-0E32-49F3-92C2-FA40290EEB5B}" srcOrd="0" destOrd="0" presId="urn:microsoft.com/office/officeart/2005/8/layout/vList2"/>
    <dgm:cxn modelId="{DF35623A-EC73-4E07-B68C-F0C85CCFA1E3}" type="presParOf" srcId="{60F69246-8A77-43B1-9800-CC831EBB94E2}" destId="{4A3A6D2D-7EFA-4A38-AA9D-498B0FB89278}" srcOrd="1" destOrd="0" presId="urn:microsoft.com/office/officeart/2005/8/layout/vList2"/>
    <dgm:cxn modelId="{566989BB-0436-4977-8DB8-2BBE8CB8D7E3}" type="presParOf" srcId="{60F69246-8A77-43B1-9800-CC831EBB94E2}" destId="{005874A7-5E56-46EB-AFB8-950760F1620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11CDAD6F-9DFA-4333-9A72-7BB09D756E4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9235A7C-A201-47A0-B2F2-7304F9755CD0}">
      <dgm:prSet/>
      <dgm:spPr/>
      <dgm:t>
        <a:bodyPr/>
        <a:lstStyle/>
        <a:p>
          <a:r>
            <a:rPr lang="en-US" dirty="0"/>
            <a:t>Always Pull Before Starting Work</a:t>
          </a:r>
        </a:p>
      </dgm:t>
    </dgm:pt>
    <dgm:pt modelId="{3BA165CE-7761-44BF-897C-E37E5BF4F7EE}" type="parTrans" cxnId="{0533F301-F28A-485F-8C0B-5ADE15DA3756}">
      <dgm:prSet/>
      <dgm:spPr/>
      <dgm:t>
        <a:bodyPr/>
        <a:lstStyle/>
        <a:p>
          <a:endParaRPr lang="en-US"/>
        </a:p>
      </dgm:t>
    </dgm:pt>
    <dgm:pt modelId="{92D8FAB2-A2D8-48B7-87AD-EFDCAA586AA8}" type="sibTrans" cxnId="{0533F301-F28A-485F-8C0B-5ADE15DA3756}">
      <dgm:prSet/>
      <dgm:spPr/>
      <dgm:t>
        <a:bodyPr/>
        <a:lstStyle/>
        <a:p>
          <a:endParaRPr lang="en-US"/>
        </a:p>
      </dgm:t>
    </dgm:pt>
    <dgm:pt modelId="{9BCA8DCE-E5C8-41F2-9085-A4D49B1CFFBE}">
      <dgm:prSet/>
      <dgm:spPr/>
      <dgm:t>
        <a:bodyPr/>
        <a:lstStyle/>
        <a:p>
          <a:r>
            <a:rPr lang="en-US" dirty="0"/>
            <a:t>Your friends might have pushed changes</a:t>
          </a:r>
        </a:p>
      </dgm:t>
    </dgm:pt>
    <dgm:pt modelId="{A2938E64-D60C-4F32-9F02-94EABCD7BF82}" type="parTrans" cxnId="{A8D09F52-A388-4124-B091-0F179D7C5E8E}">
      <dgm:prSet/>
      <dgm:spPr/>
      <dgm:t>
        <a:bodyPr/>
        <a:lstStyle/>
        <a:p>
          <a:endParaRPr lang="en-US"/>
        </a:p>
      </dgm:t>
    </dgm:pt>
    <dgm:pt modelId="{BE9B33DA-4B53-4EF8-B85E-A23EED92A75C}" type="sibTrans" cxnId="{A8D09F52-A388-4124-B091-0F179D7C5E8E}">
      <dgm:prSet/>
      <dgm:spPr/>
      <dgm:t>
        <a:bodyPr/>
        <a:lstStyle/>
        <a:p>
          <a:endParaRPr lang="en-US"/>
        </a:p>
      </dgm:t>
    </dgm:pt>
    <dgm:pt modelId="{BC78C74E-FD98-4E5B-A1F2-43604D9D5F25}">
      <dgm:prSet/>
      <dgm:spPr/>
      <dgm:t>
        <a:bodyPr/>
        <a:lstStyle/>
        <a:p>
          <a:r>
            <a:rPr lang="pt-BR" dirty="0"/>
            <a:t>&gt; </a:t>
          </a:r>
          <a:r>
            <a:rPr lang="pt-BR" b="1" dirty="0" err="1"/>
            <a:t>git</a:t>
          </a:r>
          <a:r>
            <a:rPr lang="pt-BR" b="1" dirty="0"/>
            <a:t> </a:t>
          </a:r>
          <a:r>
            <a:rPr lang="pt-BR" b="1" dirty="0" err="1"/>
            <a:t>pull</a:t>
          </a:r>
          <a:r>
            <a:rPr lang="pt-BR" dirty="0"/>
            <a:t> </a:t>
          </a:r>
          <a:r>
            <a:rPr lang="pt-BR" b="1" dirty="0" err="1"/>
            <a:t>origin</a:t>
          </a:r>
          <a:r>
            <a:rPr lang="pt-BR" dirty="0"/>
            <a:t> </a:t>
          </a:r>
          <a:r>
            <a:rPr lang="pt-BR" dirty="0" err="1"/>
            <a:t>main</a:t>
          </a:r>
          <a:endParaRPr lang="pt-BR" dirty="0"/>
        </a:p>
      </dgm:t>
    </dgm:pt>
    <dgm:pt modelId="{D66B89FB-EA8F-4AFE-93E3-7E4937744967}" type="parTrans" cxnId="{240FFE6D-8C5D-4DC7-A24A-E8B3AC6B14E2}">
      <dgm:prSet/>
      <dgm:spPr/>
      <dgm:t>
        <a:bodyPr/>
        <a:lstStyle/>
        <a:p>
          <a:endParaRPr lang="pt-BR"/>
        </a:p>
      </dgm:t>
    </dgm:pt>
    <dgm:pt modelId="{1E8D9A19-3188-414F-A2B8-D0A6861F214D}" type="sibTrans" cxnId="{240FFE6D-8C5D-4DC7-A24A-E8B3AC6B14E2}">
      <dgm:prSet/>
      <dgm:spPr/>
      <dgm:t>
        <a:bodyPr/>
        <a:lstStyle/>
        <a:p>
          <a:endParaRPr lang="pt-BR"/>
        </a:p>
      </dgm:t>
    </dgm:pt>
    <dgm:pt modelId="{54C0FF33-476E-45B1-B529-87854BD15F06}">
      <dgm:prSet/>
      <dgm:spPr/>
      <dgm:t>
        <a:bodyPr/>
        <a:lstStyle/>
        <a:p>
          <a:pPr algn="ctr"/>
          <a:r>
            <a:rPr lang="pt-PT" b="1" dirty="0">
              <a:solidFill>
                <a:schemeClr val="bg1"/>
              </a:solidFill>
            </a:rPr>
            <a:t>Deadline: 10/04/2026</a:t>
          </a:r>
          <a:endParaRPr lang="pt-BR" b="1" dirty="0">
            <a:solidFill>
              <a:schemeClr val="bg1"/>
            </a:solidFill>
          </a:endParaRPr>
        </a:p>
      </dgm:t>
    </dgm:pt>
    <dgm:pt modelId="{942534D1-9547-455E-85BF-34FBAF2FEDFB}" type="parTrans" cxnId="{227D3AF2-A78E-4B03-96CA-5EB49FC28765}">
      <dgm:prSet/>
      <dgm:spPr/>
      <dgm:t>
        <a:bodyPr/>
        <a:lstStyle/>
        <a:p>
          <a:endParaRPr lang="pt-BR"/>
        </a:p>
      </dgm:t>
    </dgm:pt>
    <dgm:pt modelId="{D16AB3AA-7B8B-45E8-B5C0-C0A71F44BD41}" type="sibTrans" cxnId="{227D3AF2-A78E-4B03-96CA-5EB49FC28765}">
      <dgm:prSet/>
      <dgm:spPr/>
      <dgm:t>
        <a:bodyPr/>
        <a:lstStyle/>
        <a:p>
          <a:endParaRPr lang="pt-BR"/>
        </a:p>
      </dgm:t>
    </dgm:pt>
    <dgm:pt modelId="{60F69246-8A77-43B1-9800-CC831EBB94E2}" type="pres">
      <dgm:prSet presAssocID="{11CDAD6F-9DFA-4333-9A72-7BB09D756E48}" presName="linear" presStyleCnt="0">
        <dgm:presLayoutVars>
          <dgm:animLvl val="lvl"/>
          <dgm:resizeHandles val="exact"/>
        </dgm:presLayoutVars>
      </dgm:prSet>
      <dgm:spPr/>
    </dgm:pt>
    <dgm:pt modelId="{8891874B-0E32-49F3-92C2-FA40290EEB5B}" type="pres">
      <dgm:prSet presAssocID="{E9235A7C-A201-47A0-B2F2-7304F9755CD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A3A6D2D-7EFA-4A38-AA9D-498B0FB89278}" type="pres">
      <dgm:prSet presAssocID="{92D8FAB2-A2D8-48B7-87AD-EFDCAA586AA8}" presName="spacer" presStyleCnt="0"/>
      <dgm:spPr/>
    </dgm:pt>
    <dgm:pt modelId="{005874A7-5E56-46EB-AFB8-950760F1620F}" type="pres">
      <dgm:prSet presAssocID="{9BCA8DCE-E5C8-41F2-9085-A4D49B1CFFB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C3513C-9A18-4E87-A55D-4677244698BB}" type="pres">
      <dgm:prSet presAssocID="{BE9B33DA-4B53-4EF8-B85E-A23EED92A75C}" presName="spacer" presStyleCnt="0"/>
      <dgm:spPr/>
    </dgm:pt>
    <dgm:pt modelId="{FC4FBACA-9064-4A68-A335-0B35C5143B0C}" type="pres">
      <dgm:prSet presAssocID="{BC78C74E-FD98-4E5B-A1F2-43604D9D5F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09DE04-C8AC-42DE-8797-FEEE92DC4F7F}" type="pres">
      <dgm:prSet presAssocID="{1E8D9A19-3188-414F-A2B8-D0A6861F214D}" presName="spacer" presStyleCnt="0"/>
      <dgm:spPr/>
    </dgm:pt>
    <dgm:pt modelId="{60194B9C-054B-4836-85F3-9083D015FEC6}" type="pres">
      <dgm:prSet presAssocID="{54C0FF33-476E-45B1-B529-87854BD15F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33F301-F28A-485F-8C0B-5ADE15DA3756}" srcId="{11CDAD6F-9DFA-4333-9A72-7BB09D756E48}" destId="{E9235A7C-A201-47A0-B2F2-7304F9755CD0}" srcOrd="0" destOrd="0" parTransId="{3BA165CE-7761-44BF-897C-E37E5BF4F7EE}" sibTransId="{92D8FAB2-A2D8-48B7-87AD-EFDCAA586AA8}"/>
    <dgm:cxn modelId="{0BA6141B-C036-4F60-BDDB-A45F646C6E1C}" type="presOf" srcId="{11CDAD6F-9DFA-4333-9A72-7BB09D756E48}" destId="{60F69246-8A77-43B1-9800-CC831EBB94E2}" srcOrd="0" destOrd="0" presId="urn:microsoft.com/office/officeart/2005/8/layout/vList2"/>
    <dgm:cxn modelId="{240FFE6D-8C5D-4DC7-A24A-E8B3AC6B14E2}" srcId="{11CDAD6F-9DFA-4333-9A72-7BB09D756E48}" destId="{BC78C74E-FD98-4E5B-A1F2-43604D9D5F25}" srcOrd="2" destOrd="0" parTransId="{D66B89FB-EA8F-4AFE-93E3-7E4937744967}" sibTransId="{1E8D9A19-3188-414F-A2B8-D0A6861F214D}"/>
    <dgm:cxn modelId="{A8D09F52-A388-4124-B091-0F179D7C5E8E}" srcId="{11CDAD6F-9DFA-4333-9A72-7BB09D756E48}" destId="{9BCA8DCE-E5C8-41F2-9085-A4D49B1CFFBE}" srcOrd="1" destOrd="0" parTransId="{A2938E64-D60C-4F32-9F02-94EABCD7BF82}" sibTransId="{BE9B33DA-4B53-4EF8-B85E-A23EED92A75C}"/>
    <dgm:cxn modelId="{C72FC377-54B3-4880-A1A8-F89587DADDC7}" type="presOf" srcId="{9BCA8DCE-E5C8-41F2-9085-A4D49B1CFFBE}" destId="{005874A7-5E56-46EB-AFB8-950760F1620F}" srcOrd="0" destOrd="0" presId="urn:microsoft.com/office/officeart/2005/8/layout/vList2"/>
    <dgm:cxn modelId="{33309E8E-185F-4109-97A2-EF51D2A2F54E}" type="presOf" srcId="{54C0FF33-476E-45B1-B529-87854BD15F06}" destId="{60194B9C-054B-4836-85F3-9083D015FEC6}" srcOrd="0" destOrd="0" presId="urn:microsoft.com/office/officeart/2005/8/layout/vList2"/>
    <dgm:cxn modelId="{9418B4C5-FF7C-400B-8CDE-462C11F0ABBE}" type="presOf" srcId="{E9235A7C-A201-47A0-B2F2-7304F9755CD0}" destId="{8891874B-0E32-49F3-92C2-FA40290EEB5B}" srcOrd="0" destOrd="0" presId="urn:microsoft.com/office/officeart/2005/8/layout/vList2"/>
    <dgm:cxn modelId="{A497DAD9-C094-4045-80BF-38859808A581}" type="presOf" srcId="{BC78C74E-FD98-4E5B-A1F2-43604D9D5F25}" destId="{FC4FBACA-9064-4A68-A335-0B35C5143B0C}" srcOrd="0" destOrd="0" presId="urn:microsoft.com/office/officeart/2005/8/layout/vList2"/>
    <dgm:cxn modelId="{227D3AF2-A78E-4B03-96CA-5EB49FC28765}" srcId="{11CDAD6F-9DFA-4333-9A72-7BB09D756E48}" destId="{54C0FF33-476E-45B1-B529-87854BD15F06}" srcOrd="3" destOrd="0" parTransId="{942534D1-9547-455E-85BF-34FBAF2FEDFB}" sibTransId="{D16AB3AA-7B8B-45E8-B5C0-C0A71F44BD41}"/>
    <dgm:cxn modelId="{068A9590-3604-4C35-91C6-E5658F6480A8}" type="presParOf" srcId="{60F69246-8A77-43B1-9800-CC831EBB94E2}" destId="{8891874B-0E32-49F3-92C2-FA40290EEB5B}" srcOrd="0" destOrd="0" presId="urn:microsoft.com/office/officeart/2005/8/layout/vList2"/>
    <dgm:cxn modelId="{DF35623A-EC73-4E07-B68C-F0C85CCFA1E3}" type="presParOf" srcId="{60F69246-8A77-43B1-9800-CC831EBB94E2}" destId="{4A3A6D2D-7EFA-4A38-AA9D-498B0FB89278}" srcOrd="1" destOrd="0" presId="urn:microsoft.com/office/officeart/2005/8/layout/vList2"/>
    <dgm:cxn modelId="{566989BB-0436-4977-8DB8-2BBE8CB8D7E3}" type="presParOf" srcId="{60F69246-8A77-43B1-9800-CC831EBB94E2}" destId="{005874A7-5E56-46EB-AFB8-950760F1620F}" srcOrd="2" destOrd="0" presId="urn:microsoft.com/office/officeart/2005/8/layout/vList2"/>
    <dgm:cxn modelId="{771AD9E0-6F86-4C62-9C60-73C84758E523}" type="presParOf" srcId="{60F69246-8A77-43B1-9800-CC831EBB94E2}" destId="{05C3513C-9A18-4E87-A55D-4677244698BB}" srcOrd="3" destOrd="0" presId="urn:microsoft.com/office/officeart/2005/8/layout/vList2"/>
    <dgm:cxn modelId="{9CAD1B70-B95E-4AD4-9EEF-C6EDE0FE11D5}" type="presParOf" srcId="{60F69246-8A77-43B1-9800-CC831EBB94E2}" destId="{FC4FBACA-9064-4A68-A335-0B35C5143B0C}" srcOrd="4" destOrd="0" presId="urn:microsoft.com/office/officeart/2005/8/layout/vList2"/>
    <dgm:cxn modelId="{5EB21595-EA61-4325-A4D6-74F09B293D4B}" type="presParOf" srcId="{60F69246-8A77-43B1-9800-CC831EBB94E2}" destId="{2209DE04-C8AC-42DE-8797-FEEE92DC4F7F}" srcOrd="5" destOrd="0" presId="urn:microsoft.com/office/officeart/2005/8/layout/vList2"/>
    <dgm:cxn modelId="{C9F8A89C-809C-4C74-B10A-48D7D977B56B}" type="presParOf" srcId="{60F69246-8A77-43B1-9800-CC831EBB94E2}" destId="{60194B9C-054B-4836-85F3-9083D015FE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9C6AF9-DAEB-4D01-94A8-821F62217172}">
      <dsp:nvSpPr>
        <dsp:cNvPr id="0" name=""/>
        <dsp:cNvSpPr/>
      </dsp:nvSpPr>
      <dsp:spPr>
        <a:xfrm>
          <a:off x="0" y="0"/>
          <a:ext cx="10363198" cy="23771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 err="1"/>
            <a:t>Install</a:t>
          </a:r>
          <a:r>
            <a:rPr lang="pt-PT" sz="6500" kern="1200" dirty="0"/>
            <a:t>: </a:t>
          </a:r>
          <a:r>
            <a:rPr lang="pt-BR" sz="6500" kern="1200" dirty="0" err="1">
              <a:hlinkClick xmlns:r="http://schemas.openxmlformats.org/officeDocument/2006/relationships" r:id="rId1"/>
            </a:rPr>
            <a:t>Git-Install</a:t>
          </a:r>
          <a:endParaRPr lang="en-US" sz="6500" kern="1200" dirty="0"/>
        </a:p>
      </dsp:txBody>
      <dsp:txXfrm>
        <a:off x="69624" y="69624"/>
        <a:ext cx="7906235" cy="2237895"/>
      </dsp:txXfrm>
    </dsp:sp>
    <dsp:sp modelId="{3CF18F51-E21B-4205-B398-8AEA49429AA9}">
      <dsp:nvSpPr>
        <dsp:cNvPr id="0" name=""/>
        <dsp:cNvSpPr/>
      </dsp:nvSpPr>
      <dsp:spPr>
        <a:xfrm>
          <a:off x="1828799" y="2905397"/>
          <a:ext cx="10363198" cy="2377143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GitHub: </a:t>
          </a:r>
          <a:r>
            <a:rPr lang="pt-BR" sz="6500" kern="1200" dirty="0" err="1">
              <a:hlinkClick xmlns:r="http://schemas.openxmlformats.org/officeDocument/2006/relationships" r:id="rId2"/>
            </a:rPr>
            <a:t>Signup</a:t>
          </a:r>
          <a:endParaRPr lang="en-US" sz="6500" kern="1200" dirty="0"/>
        </a:p>
      </dsp:txBody>
      <dsp:txXfrm>
        <a:off x="1898423" y="2975021"/>
        <a:ext cx="6850007" cy="2237895"/>
      </dsp:txXfrm>
    </dsp:sp>
    <dsp:sp modelId="{91C0CBE2-4F39-4983-BA45-3806CE09A93D}">
      <dsp:nvSpPr>
        <dsp:cNvPr id="0" name=""/>
        <dsp:cNvSpPr/>
      </dsp:nvSpPr>
      <dsp:spPr>
        <a:xfrm>
          <a:off x="8818055" y="1868698"/>
          <a:ext cx="1545143" cy="15451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165712" y="1868698"/>
        <a:ext cx="849829" cy="11627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46A283-9517-47FD-B0AC-B56E31C750D8}">
      <dsp:nvSpPr>
        <dsp:cNvPr id="0" name=""/>
        <dsp:cNvSpPr/>
      </dsp:nvSpPr>
      <dsp:spPr>
        <a:xfrm>
          <a:off x="0" y="0"/>
          <a:ext cx="8742263" cy="113728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git config  --list</a:t>
          </a:r>
          <a:endParaRPr lang="en-US" sz="3000" kern="1200"/>
        </a:p>
      </dsp:txBody>
      <dsp:txXfrm>
        <a:off x="33310" y="33310"/>
        <a:ext cx="7418945" cy="1070663"/>
      </dsp:txXfrm>
    </dsp:sp>
    <dsp:sp modelId="{B34347F9-C90A-49B2-9211-DA9AE52B04EE}">
      <dsp:nvSpPr>
        <dsp:cNvPr id="0" name=""/>
        <dsp:cNvSpPr/>
      </dsp:nvSpPr>
      <dsp:spPr>
        <a:xfrm>
          <a:off x="732164" y="1344062"/>
          <a:ext cx="8742263" cy="1137283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&gt; </a:t>
          </a:r>
          <a:r>
            <a:rPr lang="pt-PT" sz="3000" kern="1200" dirty="0" err="1"/>
            <a:t>git</a:t>
          </a:r>
          <a:r>
            <a:rPr lang="pt-PT" sz="3000" kern="1200" dirty="0"/>
            <a:t> </a:t>
          </a:r>
          <a:r>
            <a:rPr lang="pt-PT" sz="3000" kern="1200" dirty="0" err="1"/>
            <a:t>config</a:t>
          </a:r>
          <a:r>
            <a:rPr lang="pt-PT" sz="3000" kern="1200" dirty="0"/>
            <a:t> –global user.name “</a:t>
          </a:r>
          <a:r>
            <a:rPr lang="pt-PT" sz="3000" kern="1200" dirty="0" err="1"/>
            <a:t>your</a:t>
          </a:r>
          <a:r>
            <a:rPr lang="pt-PT" sz="3000" kern="1200" dirty="0"/>
            <a:t> </a:t>
          </a:r>
          <a:r>
            <a:rPr lang="pt-PT" sz="3000" kern="1200" dirty="0" err="1"/>
            <a:t>name</a:t>
          </a:r>
          <a:r>
            <a:rPr lang="pt-PT" sz="3000" kern="1200" dirty="0"/>
            <a:t>"</a:t>
          </a:r>
          <a:endParaRPr lang="en-US" sz="3000" kern="1200" dirty="0"/>
        </a:p>
      </dsp:txBody>
      <dsp:txXfrm>
        <a:off x="765474" y="1377372"/>
        <a:ext cx="7204244" cy="1070663"/>
      </dsp:txXfrm>
    </dsp:sp>
    <dsp:sp modelId="{198E50B4-50F7-40FA-9A3E-3921C22A7F4F}">
      <dsp:nvSpPr>
        <dsp:cNvPr id="0" name=""/>
        <dsp:cNvSpPr/>
      </dsp:nvSpPr>
      <dsp:spPr>
        <a:xfrm>
          <a:off x="1453401" y="2688124"/>
          <a:ext cx="8742263" cy="1137283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 dirty="0"/>
            <a:t>&gt; </a:t>
          </a:r>
          <a:r>
            <a:rPr lang="pt-PT" sz="2000" kern="1200" dirty="0" err="1"/>
            <a:t>git</a:t>
          </a:r>
          <a:r>
            <a:rPr lang="pt-PT" sz="2000" kern="1200" dirty="0"/>
            <a:t> </a:t>
          </a:r>
          <a:r>
            <a:rPr lang="pt-PT" sz="2000" kern="1200" dirty="0" err="1"/>
            <a:t>config</a:t>
          </a:r>
          <a:r>
            <a:rPr lang="pt-PT" sz="2000" kern="1200" dirty="0"/>
            <a:t> –global </a:t>
          </a:r>
          <a:r>
            <a:rPr lang="pt-PT" sz="2000" kern="1200" dirty="0" err="1"/>
            <a:t>user.email</a:t>
          </a:r>
          <a:r>
            <a:rPr lang="pt-PT" sz="2000" kern="1200" dirty="0"/>
            <a:t> </a:t>
          </a:r>
          <a:r>
            <a:rPr lang="pt-PT" sz="2000" kern="1200" dirty="0">
              <a:hlinkClick xmlns:r="http://schemas.openxmlformats.org/officeDocument/2006/relationships" r:id="rId1"/>
            </a:rPr>
            <a:t>“</a:t>
          </a:r>
          <a:r>
            <a:rPr lang="pt-PT" sz="2000" u="sng" kern="1200" dirty="0">
              <a:hlinkClick xmlns:r="http://schemas.openxmlformats.org/officeDocument/2006/relationships" r:id="rId1"/>
            </a:rPr>
            <a:t>your_email@email.com</a:t>
          </a:r>
          <a:r>
            <a:rPr lang="pt-PT" sz="2000" u="sng" kern="1200" dirty="0"/>
            <a:t>”</a:t>
          </a:r>
          <a:endParaRPr lang="en-US" sz="2000" kern="1200" dirty="0"/>
        </a:p>
      </dsp:txBody>
      <dsp:txXfrm>
        <a:off x="1486711" y="2721434"/>
        <a:ext cx="7215172" cy="1070663"/>
      </dsp:txXfrm>
    </dsp:sp>
    <dsp:sp modelId="{FE18E341-02CD-404A-A7AE-89D8D888A750}">
      <dsp:nvSpPr>
        <dsp:cNvPr id="0" name=""/>
        <dsp:cNvSpPr/>
      </dsp:nvSpPr>
      <dsp:spPr>
        <a:xfrm>
          <a:off x="2185565" y="4032186"/>
          <a:ext cx="8742263" cy="1137283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&gt; git config --global </a:t>
          </a:r>
          <a:r>
            <a:rPr lang="en-US" sz="3000" kern="1200" dirty="0" err="1"/>
            <a:t>init.</a:t>
          </a:r>
          <a:r>
            <a:rPr lang="en-US" sz="3000" kern="1200" err="1"/>
            <a:t>defaultBranch</a:t>
          </a:r>
          <a:r>
            <a:rPr lang="en-US" sz="3000" kern="1200"/>
            <a:t> main</a:t>
          </a:r>
          <a:endParaRPr lang="en-US" sz="3000" kern="1200" dirty="0"/>
        </a:p>
      </dsp:txBody>
      <dsp:txXfrm>
        <a:off x="2218875" y="4065496"/>
        <a:ext cx="7204244" cy="1070663"/>
      </dsp:txXfrm>
    </dsp:sp>
    <dsp:sp modelId="{5CFB1DDD-60F7-4D3B-B012-4298AFCB41C9}">
      <dsp:nvSpPr>
        <dsp:cNvPr id="0" name=""/>
        <dsp:cNvSpPr/>
      </dsp:nvSpPr>
      <dsp:spPr>
        <a:xfrm>
          <a:off x="8003028" y="871055"/>
          <a:ext cx="739234" cy="73923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169356" y="871055"/>
        <a:ext cx="406578" cy="556274"/>
      </dsp:txXfrm>
    </dsp:sp>
    <dsp:sp modelId="{761297E4-5604-488B-BF7D-E6EBB2679329}">
      <dsp:nvSpPr>
        <dsp:cNvPr id="0" name=""/>
        <dsp:cNvSpPr/>
      </dsp:nvSpPr>
      <dsp:spPr>
        <a:xfrm>
          <a:off x="8735193" y="2215117"/>
          <a:ext cx="739234" cy="73923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901521" y="2215117"/>
        <a:ext cx="406578" cy="556274"/>
      </dsp:txXfrm>
    </dsp:sp>
    <dsp:sp modelId="{AFDE5A30-6994-4F5F-BA2A-E901357D6879}">
      <dsp:nvSpPr>
        <dsp:cNvPr id="0" name=""/>
        <dsp:cNvSpPr/>
      </dsp:nvSpPr>
      <dsp:spPr>
        <a:xfrm>
          <a:off x="9456430" y="3559180"/>
          <a:ext cx="739234" cy="73923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622758" y="3559180"/>
        <a:ext cx="406578" cy="5562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22FFA-336F-4408-8A91-C61648819466}">
      <dsp:nvSpPr>
        <dsp:cNvPr id="0" name=""/>
        <dsp:cNvSpPr/>
      </dsp:nvSpPr>
      <dsp:spPr>
        <a:xfrm>
          <a:off x="1582" y="712654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BF2EBC-0B64-4271-9CC0-75033A2D34B7}">
      <dsp:nvSpPr>
        <dsp:cNvPr id="0" name=""/>
        <dsp:cNvSpPr/>
      </dsp:nvSpPr>
      <dsp:spPr>
        <a:xfrm>
          <a:off x="1582" y="1973039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3100" kern="1200"/>
            <a:t>Working directory</a:t>
          </a:r>
          <a:endParaRPr lang="en-US" sz="3100" kern="1200"/>
        </a:p>
      </dsp:txBody>
      <dsp:txXfrm>
        <a:off x="1582" y="1973039"/>
        <a:ext cx="3261093" cy="489164"/>
      </dsp:txXfrm>
    </dsp:sp>
    <dsp:sp modelId="{E08039F4-9FC8-43DF-BE70-F78D29A7E282}">
      <dsp:nvSpPr>
        <dsp:cNvPr id="0" name=""/>
        <dsp:cNvSpPr/>
      </dsp:nvSpPr>
      <dsp:spPr>
        <a:xfrm>
          <a:off x="1582" y="2517553"/>
          <a:ext cx="3261093" cy="962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/>
            <a:t>podemos fazer alterações em arquivos e diretórios para que possam ser acompanhadas pelo git</a:t>
          </a:r>
          <a:endParaRPr lang="en-US" sz="1700" kern="1200"/>
        </a:p>
      </dsp:txBody>
      <dsp:txXfrm>
        <a:off x="1582" y="2517553"/>
        <a:ext cx="3261093" cy="962597"/>
      </dsp:txXfrm>
    </dsp:sp>
    <dsp:sp modelId="{7FA0B21C-FD7B-434E-8D9F-74BE5819DBF4}">
      <dsp:nvSpPr>
        <dsp:cNvPr id="0" name=""/>
        <dsp:cNvSpPr/>
      </dsp:nvSpPr>
      <dsp:spPr>
        <a:xfrm>
          <a:off x="3833367" y="712654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11426-0092-4DE8-94E3-7C988FE84F4F}">
      <dsp:nvSpPr>
        <dsp:cNvPr id="0" name=""/>
        <dsp:cNvSpPr/>
      </dsp:nvSpPr>
      <dsp:spPr>
        <a:xfrm>
          <a:off x="3833367" y="1973039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3100" kern="1200"/>
            <a:t>Staging area</a:t>
          </a:r>
          <a:endParaRPr lang="en-US" sz="3100" kern="1200"/>
        </a:p>
      </dsp:txBody>
      <dsp:txXfrm>
        <a:off x="3833367" y="1973039"/>
        <a:ext cx="3261093" cy="489164"/>
      </dsp:txXfrm>
    </dsp:sp>
    <dsp:sp modelId="{775D1060-C157-4AC5-8D9B-0CE9BA0FA6A8}">
      <dsp:nvSpPr>
        <dsp:cNvPr id="0" name=""/>
        <dsp:cNvSpPr/>
      </dsp:nvSpPr>
      <dsp:spPr>
        <a:xfrm>
          <a:off x="3833367" y="2517553"/>
          <a:ext cx="3261093" cy="962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/>
            <a:t>informamos o que queremos adicionar para que o git mantenha o acompanhamento dos arquivos</a:t>
          </a:r>
          <a:endParaRPr lang="en-US" sz="1700" kern="1200"/>
        </a:p>
      </dsp:txBody>
      <dsp:txXfrm>
        <a:off x="3833367" y="2517553"/>
        <a:ext cx="3261093" cy="962597"/>
      </dsp:txXfrm>
    </dsp:sp>
    <dsp:sp modelId="{B5E6ED62-90D1-460C-8820-AE7D67B2BEB4}">
      <dsp:nvSpPr>
        <dsp:cNvPr id="0" name=""/>
        <dsp:cNvSpPr/>
      </dsp:nvSpPr>
      <dsp:spPr>
        <a:xfrm>
          <a:off x="7665152" y="712654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036F7A-3DD2-423A-B127-E0C5443340A6}">
      <dsp:nvSpPr>
        <dsp:cNvPr id="0" name=""/>
        <dsp:cNvSpPr/>
      </dsp:nvSpPr>
      <dsp:spPr>
        <a:xfrm>
          <a:off x="7665152" y="1973039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3100" kern="1200"/>
            <a:t>Local repository</a:t>
          </a:r>
          <a:endParaRPr lang="en-US" sz="3100" kern="1200"/>
        </a:p>
      </dsp:txBody>
      <dsp:txXfrm>
        <a:off x="7665152" y="1973039"/>
        <a:ext cx="3261093" cy="489164"/>
      </dsp:txXfrm>
    </dsp:sp>
    <dsp:sp modelId="{DE4A93CD-931D-4908-BB95-E7753E6B9820}">
      <dsp:nvSpPr>
        <dsp:cNvPr id="0" name=""/>
        <dsp:cNvSpPr/>
      </dsp:nvSpPr>
      <dsp:spPr>
        <a:xfrm>
          <a:off x="7665152" y="2517553"/>
          <a:ext cx="3261093" cy="962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/>
            <a:t>representa onde os nossos snapshots estão guardados como um histórico do nosso projeto</a:t>
          </a:r>
          <a:endParaRPr lang="en-US" sz="1700" kern="1200"/>
        </a:p>
      </dsp:txBody>
      <dsp:txXfrm>
        <a:off x="7665152" y="2517553"/>
        <a:ext cx="3261093" cy="9625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8F5F4-2424-4E63-A3AB-FDDDAE3A7F42}">
      <dsp:nvSpPr>
        <dsp:cNvPr id="0" name=""/>
        <dsp:cNvSpPr/>
      </dsp:nvSpPr>
      <dsp:spPr>
        <a:xfrm>
          <a:off x="592336" y="2601"/>
          <a:ext cx="2559844" cy="15359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mkdir ListaTFC</a:t>
          </a:r>
          <a:endParaRPr lang="en-US" sz="3000" kern="1200"/>
        </a:p>
      </dsp:txBody>
      <dsp:txXfrm>
        <a:off x="592336" y="2601"/>
        <a:ext cx="2559844" cy="1535906"/>
      </dsp:txXfrm>
    </dsp:sp>
    <dsp:sp modelId="{A56E52F4-B125-41BD-8AD2-82BE4ADD4410}">
      <dsp:nvSpPr>
        <dsp:cNvPr id="0" name=""/>
        <dsp:cNvSpPr/>
      </dsp:nvSpPr>
      <dsp:spPr>
        <a:xfrm>
          <a:off x="3408164" y="2601"/>
          <a:ext cx="2559844" cy="15359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cd ListaTFC</a:t>
          </a:r>
          <a:endParaRPr lang="en-US" sz="3000" kern="1200"/>
        </a:p>
      </dsp:txBody>
      <dsp:txXfrm>
        <a:off x="3408164" y="2601"/>
        <a:ext cx="2559844" cy="1535906"/>
      </dsp:txXfrm>
    </dsp:sp>
    <dsp:sp modelId="{49148499-651F-4D79-8C0F-EF39A445EEE2}">
      <dsp:nvSpPr>
        <dsp:cNvPr id="0" name=""/>
        <dsp:cNvSpPr/>
      </dsp:nvSpPr>
      <dsp:spPr>
        <a:xfrm>
          <a:off x="6223993" y="2601"/>
          <a:ext cx="2559844" cy="15359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git init</a:t>
          </a:r>
          <a:endParaRPr lang="en-US" sz="3000" kern="1200"/>
        </a:p>
      </dsp:txBody>
      <dsp:txXfrm>
        <a:off x="6223993" y="2601"/>
        <a:ext cx="2559844" cy="1535906"/>
      </dsp:txXfrm>
    </dsp:sp>
    <dsp:sp modelId="{ED03CEE3-5805-4159-9ABD-9365F9020BC2}">
      <dsp:nvSpPr>
        <dsp:cNvPr id="0" name=""/>
        <dsp:cNvSpPr/>
      </dsp:nvSpPr>
      <dsp:spPr>
        <a:xfrm>
          <a:off x="9039821" y="2601"/>
          <a:ext cx="2559844" cy="153590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ls -a</a:t>
          </a:r>
          <a:endParaRPr lang="en-US" sz="3000" kern="1200"/>
        </a:p>
      </dsp:txBody>
      <dsp:txXfrm>
        <a:off x="9039821" y="2601"/>
        <a:ext cx="2559844" cy="1535906"/>
      </dsp:txXfrm>
    </dsp:sp>
    <dsp:sp modelId="{8C656A03-B7FD-4D71-BE4E-C97742D25A66}">
      <dsp:nvSpPr>
        <dsp:cNvPr id="0" name=""/>
        <dsp:cNvSpPr/>
      </dsp:nvSpPr>
      <dsp:spPr>
        <a:xfrm>
          <a:off x="592336" y="1794492"/>
          <a:ext cx="2559844" cy="153590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touch README.md</a:t>
          </a:r>
          <a:endParaRPr lang="en-US" sz="3000" kern="1200"/>
        </a:p>
      </dsp:txBody>
      <dsp:txXfrm>
        <a:off x="592336" y="1794492"/>
        <a:ext cx="2559844" cy="1535906"/>
      </dsp:txXfrm>
    </dsp:sp>
    <dsp:sp modelId="{7461EBE6-B453-4772-AB34-615725F74AAE}">
      <dsp:nvSpPr>
        <dsp:cNvPr id="0" name=""/>
        <dsp:cNvSpPr/>
      </dsp:nvSpPr>
      <dsp:spPr>
        <a:xfrm>
          <a:off x="3408164" y="1794492"/>
          <a:ext cx="2559844" cy="15359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git status</a:t>
          </a:r>
          <a:endParaRPr lang="en-US" sz="3000" kern="1200"/>
        </a:p>
      </dsp:txBody>
      <dsp:txXfrm>
        <a:off x="3408164" y="1794492"/>
        <a:ext cx="2559844" cy="1535906"/>
      </dsp:txXfrm>
    </dsp:sp>
    <dsp:sp modelId="{5206A6C7-AC16-41B0-AB32-8B71B63582B6}">
      <dsp:nvSpPr>
        <dsp:cNvPr id="0" name=""/>
        <dsp:cNvSpPr/>
      </dsp:nvSpPr>
      <dsp:spPr>
        <a:xfrm>
          <a:off x="6223993" y="1794492"/>
          <a:ext cx="2559844" cy="15359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git add README.md</a:t>
          </a:r>
          <a:endParaRPr lang="en-US" sz="3000" kern="1200"/>
        </a:p>
      </dsp:txBody>
      <dsp:txXfrm>
        <a:off x="6223993" y="1794492"/>
        <a:ext cx="2559844" cy="1535906"/>
      </dsp:txXfrm>
    </dsp:sp>
    <dsp:sp modelId="{D0CAE001-9516-4CA5-9986-6F31E8D32527}">
      <dsp:nvSpPr>
        <dsp:cNvPr id="0" name=""/>
        <dsp:cNvSpPr/>
      </dsp:nvSpPr>
      <dsp:spPr>
        <a:xfrm>
          <a:off x="9039821" y="1794492"/>
          <a:ext cx="2559844" cy="15359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git status</a:t>
          </a:r>
          <a:endParaRPr lang="en-US" sz="3000" kern="1200"/>
        </a:p>
      </dsp:txBody>
      <dsp:txXfrm>
        <a:off x="9039821" y="1794492"/>
        <a:ext cx="2559844" cy="1535906"/>
      </dsp:txXfrm>
    </dsp:sp>
    <dsp:sp modelId="{DE00531D-E621-4163-8A72-795D2FD02B1A}">
      <dsp:nvSpPr>
        <dsp:cNvPr id="0" name=""/>
        <dsp:cNvSpPr/>
      </dsp:nvSpPr>
      <dsp:spPr>
        <a:xfrm>
          <a:off x="3408164" y="3586383"/>
          <a:ext cx="2559844" cy="153590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&gt; </a:t>
          </a:r>
          <a:r>
            <a:rPr lang="pt-PT" sz="3000" kern="1200" dirty="0" err="1"/>
            <a:t>git</a:t>
          </a:r>
          <a:r>
            <a:rPr lang="pt-PT" sz="3000" kern="1200" dirty="0"/>
            <a:t> </a:t>
          </a:r>
          <a:r>
            <a:rPr lang="pt-PT" sz="3000" kern="1200" dirty="0" err="1"/>
            <a:t>commit</a:t>
          </a:r>
          <a:r>
            <a:rPr lang="pt-PT" sz="3000" kern="1200" dirty="0"/>
            <a:t> –m "</a:t>
          </a:r>
          <a:r>
            <a:rPr lang="pt-PT" sz="3000" kern="1200" dirty="0" err="1"/>
            <a:t>Add</a:t>
          </a:r>
          <a:r>
            <a:rPr lang="pt-PT" sz="3000" kern="1200" dirty="0"/>
            <a:t> README.md"</a:t>
          </a:r>
          <a:endParaRPr lang="en-US" sz="3000" kern="1200" dirty="0"/>
        </a:p>
      </dsp:txBody>
      <dsp:txXfrm>
        <a:off x="3408164" y="3586383"/>
        <a:ext cx="2559844" cy="1535906"/>
      </dsp:txXfrm>
    </dsp:sp>
    <dsp:sp modelId="{23AA9A27-66BD-4E1F-8A8B-29CC8BE5AAF5}">
      <dsp:nvSpPr>
        <dsp:cNvPr id="0" name=""/>
        <dsp:cNvSpPr/>
      </dsp:nvSpPr>
      <dsp:spPr>
        <a:xfrm>
          <a:off x="6223993" y="3586383"/>
          <a:ext cx="2559844" cy="153590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&gt; git log</a:t>
          </a:r>
          <a:endParaRPr lang="en-US" sz="3000" kern="1200"/>
        </a:p>
      </dsp:txBody>
      <dsp:txXfrm>
        <a:off x="6223993" y="3586383"/>
        <a:ext cx="2559844" cy="15359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873DA-DA37-45BF-A854-4383AE1FDAED}">
      <dsp:nvSpPr>
        <dsp:cNvPr id="0" name=""/>
        <dsp:cNvSpPr/>
      </dsp:nvSpPr>
      <dsp:spPr>
        <a:xfrm>
          <a:off x="0" y="24192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Make small commits, not one large commit</a:t>
          </a:r>
        </a:p>
      </dsp:txBody>
      <dsp:txXfrm>
        <a:off x="27586" y="269510"/>
        <a:ext cx="6611661" cy="509938"/>
      </dsp:txXfrm>
    </dsp:sp>
    <dsp:sp modelId="{7F37D7F8-90E4-4550-B2E5-199AE4BFAF06}">
      <dsp:nvSpPr>
        <dsp:cNvPr id="0" name=""/>
        <dsp:cNvSpPr/>
      </dsp:nvSpPr>
      <dsp:spPr>
        <a:xfrm>
          <a:off x="0" y="87327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Easier to understand, review, merge, and revert</a:t>
          </a:r>
        </a:p>
      </dsp:txBody>
      <dsp:txXfrm>
        <a:off x="27586" y="900860"/>
        <a:ext cx="6611661" cy="509938"/>
      </dsp:txXfrm>
    </dsp:sp>
    <dsp:sp modelId="{D999A295-D5E0-401E-BDAD-8AB974819842}">
      <dsp:nvSpPr>
        <dsp:cNvPr id="0" name=""/>
        <dsp:cNvSpPr/>
      </dsp:nvSpPr>
      <dsp:spPr>
        <a:xfrm>
          <a:off x="0" y="1504624"/>
          <a:ext cx="6666833" cy="56511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How to make small commits:</a:t>
          </a:r>
        </a:p>
      </dsp:txBody>
      <dsp:txXfrm>
        <a:off x="27586" y="1532210"/>
        <a:ext cx="6611661" cy="509938"/>
      </dsp:txXfrm>
    </dsp:sp>
    <dsp:sp modelId="{66C3EA6C-AB81-4C02-83D9-AF6A496F0B68}">
      <dsp:nvSpPr>
        <dsp:cNvPr id="0" name=""/>
        <dsp:cNvSpPr/>
      </dsp:nvSpPr>
      <dsp:spPr>
        <a:xfrm>
          <a:off x="0" y="2069735"/>
          <a:ext cx="6666833" cy="314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Do only one task at a time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/>
            <a:t>Make a commit after each task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/>
            <a:t>If working on multiple tasks in one clone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/>
            <a:t>Commit only a subset of files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/>
            <a:t>Be aware of potential errors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/>
            <a:t>Create a new clone for each simultaneous task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/>
            <a:t>You can have as many as you want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/>
            <a:t>Create a branch for each simultaneous task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/>
            <a:t>In many cases, this is more efficient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800" kern="1200" dirty="0"/>
            <a:t>However, it can also be more complex and more error-prone</a:t>
          </a:r>
        </a:p>
      </dsp:txBody>
      <dsp:txXfrm>
        <a:off x="0" y="2069735"/>
        <a:ext cx="6666833" cy="31422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CEC07-7F45-4F11-9C60-A8A1E44121B6}">
      <dsp:nvSpPr>
        <dsp:cNvPr id="0" name=""/>
        <dsp:cNvSpPr/>
      </dsp:nvSpPr>
      <dsp:spPr>
        <a:xfrm>
          <a:off x="2169914" y="20875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AC5E3-CEA2-444C-9FE6-CBEEA9030F6E}">
      <dsp:nvSpPr>
        <dsp:cNvPr id="0" name=""/>
        <dsp:cNvSpPr/>
      </dsp:nvSpPr>
      <dsp:spPr>
        <a:xfrm>
          <a:off x="765914" y="188309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Git stores changes (diffs) between versions —</a:t>
          </a:r>
          <a:br>
            <a:rPr lang="en-US" sz="1600" kern="1200" dirty="0"/>
          </a:br>
          <a:r>
            <a:rPr lang="en-US" sz="1600" kern="1200" dirty="0"/>
            <a:t>not the entire file every time.</a:t>
          </a:r>
        </a:p>
      </dsp:txBody>
      <dsp:txXfrm>
        <a:off x="765914" y="1883097"/>
        <a:ext cx="4320000" cy="648000"/>
      </dsp:txXfrm>
    </dsp:sp>
    <dsp:sp modelId="{9872B6A0-B8FD-46E0-BC0F-2C1846CA5142}">
      <dsp:nvSpPr>
        <dsp:cNvPr id="0" name=""/>
        <dsp:cNvSpPr/>
      </dsp:nvSpPr>
      <dsp:spPr>
        <a:xfrm>
          <a:off x="765914" y="2606602"/>
          <a:ext cx="4320000" cy="1377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4A82B3-CC19-4027-95E9-EFE84436785F}">
      <dsp:nvSpPr>
        <dsp:cNvPr id="0" name=""/>
        <dsp:cNvSpPr/>
      </dsp:nvSpPr>
      <dsp:spPr>
        <a:xfrm>
          <a:off x="7245914" y="20875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A0466-4F74-4A82-9D13-C0D0EA8FADD2}">
      <dsp:nvSpPr>
        <dsp:cNvPr id="0" name=""/>
        <dsp:cNvSpPr/>
      </dsp:nvSpPr>
      <dsp:spPr>
        <a:xfrm>
          <a:off x="5841914" y="188309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Do Not Commit Generated Files</a:t>
          </a:r>
        </a:p>
      </dsp:txBody>
      <dsp:txXfrm>
        <a:off x="5841914" y="1883097"/>
        <a:ext cx="4320000" cy="648000"/>
      </dsp:txXfrm>
    </dsp:sp>
    <dsp:sp modelId="{88E9F537-A244-4BD2-BC67-1F4EEE836EFF}">
      <dsp:nvSpPr>
        <dsp:cNvPr id="0" name=""/>
        <dsp:cNvSpPr/>
      </dsp:nvSpPr>
      <dsp:spPr>
        <a:xfrm>
          <a:off x="5841914" y="2606602"/>
          <a:ext cx="4320000" cy="13774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Compiled files
Build artifacts
Binary files</a:t>
          </a:r>
          <a:r>
            <a:rPr lang="pt-PT" sz="2400" kern="1200" dirty="0"/>
            <a:t>s</a:t>
          </a:r>
          <a:endParaRPr lang="en-US" sz="2400" kern="1200" dirty="0"/>
        </a:p>
      </dsp:txBody>
      <dsp:txXfrm>
        <a:off x="5841914" y="2606602"/>
        <a:ext cx="4320000" cy="13774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23CCD-67B6-4C16-99F1-10F5324680C9}">
      <dsp:nvSpPr>
        <dsp:cNvPr id="0" name=""/>
        <dsp:cNvSpPr/>
      </dsp:nvSpPr>
      <dsp:spPr>
        <a:xfrm>
          <a:off x="0" y="27219"/>
          <a:ext cx="8154176" cy="15970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/>
            <a:t>Pull</a:t>
          </a:r>
          <a:endParaRPr lang="en-US" sz="6500" kern="1200" dirty="0"/>
        </a:p>
      </dsp:txBody>
      <dsp:txXfrm>
        <a:off x="77962" y="105181"/>
        <a:ext cx="7998252" cy="1441126"/>
      </dsp:txXfrm>
    </dsp:sp>
    <dsp:sp modelId="{70EFA2ED-57A5-4CC9-87E3-E2947315BF90}">
      <dsp:nvSpPr>
        <dsp:cNvPr id="0" name=""/>
        <dsp:cNvSpPr/>
      </dsp:nvSpPr>
      <dsp:spPr>
        <a:xfrm>
          <a:off x="0" y="1624270"/>
          <a:ext cx="8154176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95" tIns="82550" rIns="462280" bIns="825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PT" sz="5100" kern="1200" dirty="0" err="1"/>
            <a:t>Obtain</a:t>
          </a:r>
          <a:r>
            <a:rPr lang="pt-PT" sz="5100" kern="1200" dirty="0"/>
            <a:t> </a:t>
          </a:r>
          <a:r>
            <a:rPr lang="pt-PT" sz="5100" kern="1200" dirty="0" err="1"/>
            <a:t>updated</a:t>
          </a:r>
          <a:r>
            <a:rPr lang="pt-PT" sz="5100" kern="1200" dirty="0"/>
            <a:t> </a:t>
          </a:r>
          <a:r>
            <a:rPr lang="pt-PT" sz="5100" kern="1200" dirty="0" err="1"/>
            <a:t>version</a:t>
          </a:r>
          <a:endParaRPr lang="en-US" sz="5100" kern="1200" dirty="0"/>
        </a:p>
      </dsp:txBody>
      <dsp:txXfrm>
        <a:off x="0" y="1624270"/>
        <a:ext cx="8154176" cy="1076400"/>
      </dsp:txXfrm>
    </dsp:sp>
    <dsp:sp modelId="{F79CE107-9536-4A31-81B8-A6D4AC0C3E2F}">
      <dsp:nvSpPr>
        <dsp:cNvPr id="0" name=""/>
        <dsp:cNvSpPr/>
      </dsp:nvSpPr>
      <dsp:spPr>
        <a:xfrm>
          <a:off x="0" y="2700670"/>
          <a:ext cx="8154176" cy="159705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6500" kern="1200" dirty="0" err="1"/>
            <a:t>git</a:t>
          </a:r>
          <a:r>
            <a:rPr lang="pt-PT" sz="6500" kern="1200" dirty="0"/>
            <a:t> pull</a:t>
          </a:r>
          <a:endParaRPr lang="en-US" sz="6500" kern="1200" dirty="0"/>
        </a:p>
      </dsp:txBody>
      <dsp:txXfrm>
        <a:off x="77962" y="2778632"/>
        <a:ext cx="7998252" cy="1441126"/>
      </dsp:txXfrm>
    </dsp:sp>
    <dsp:sp modelId="{D31767CB-BEB7-44C4-A86E-1A61878759A0}">
      <dsp:nvSpPr>
        <dsp:cNvPr id="0" name=""/>
        <dsp:cNvSpPr/>
      </dsp:nvSpPr>
      <dsp:spPr>
        <a:xfrm>
          <a:off x="0" y="4297720"/>
          <a:ext cx="8154176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95" tIns="82550" rIns="462280" bIns="825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5100" kern="1200" dirty="0"/>
            <a:t>Already up to date</a:t>
          </a:r>
        </a:p>
      </dsp:txBody>
      <dsp:txXfrm>
        <a:off x="0" y="4297720"/>
        <a:ext cx="8154176" cy="10764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23CCD-67B6-4C16-99F1-10F5324680C9}">
      <dsp:nvSpPr>
        <dsp:cNvPr id="0" name=""/>
        <dsp:cNvSpPr/>
      </dsp:nvSpPr>
      <dsp:spPr>
        <a:xfrm>
          <a:off x="0" y="35329"/>
          <a:ext cx="6666833" cy="884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 err="1"/>
            <a:t>Fetch</a:t>
          </a:r>
          <a:r>
            <a:rPr lang="pt-BR" sz="3600" kern="1200" dirty="0"/>
            <a:t> </a:t>
          </a:r>
          <a:r>
            <a:rPr lang="pt-BR" sz="3600" kern="1200" dirty="0" err="1"/>
            <a:t>Frequently</a:t>
          </a:r>
          <a:endParaRPr lang="en-US" sz="3600" kern="1200" dirty="0"/>
        </a:p>
      </dsp:txBody>
      <dsp:txXfrm>
        <a:off x="43179" y="78508"/>
        <a:ext cx="6580475" cy="798162"/>
      </dsp:txXfrm>
    </dsp:sp>
    <dsp:sp modelId="{70EFA2ED-57A5-4CC9-87E3-E2947315BF90}">
      <dsp:nvSpPr>
        <dsp:cNvPr id="0" name=""/>
        <dsp:cNvSpPr/>
      </dsp:nvSpPr>
      <dsp:spPr>
        <a:xfrm>
          <a:off x="0" y="919850"/>
          <a:ext cx="6666833" cy="1751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Avoid falling behind main or your teammates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Reduce the risk of large merge conflicts</a:t>
          </a:r>
        </a:p>
      </dsp:txBody>
      <dsp:txXfrm>
        <a:off x="0" y="919850"/>
        <a:ext cx="6666833" cy="1751220"/>
      </dsp:txXfrm>
    </dsp:sp>
    <dsp:sp modelId="{F79CE107-9536-4A31-81B8-A6D4AC0C3E2F}">
      <dsp:nvSpPr>
        <dsp:cNvPr id="0" name=""/>
        <dsp:cNvSpPr/>
      </dsp:nvSpPr>
      <dsp:spPr>
        <a:xfrm>
          <a:off x="0" y="2671070"/>
          <a:ext cx="6666833" cy="8845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600" kern="1200" dirty="0" err="1"/>
            <a:t>Push</a:t>
          </a:r>
          <a:r>
            <a:rPr lang="pt-PT" sz="3600" kern="1200" dirty="0"/>
            <a:t> </a:t>
          </a:r>
          <a:r>
            <a:rPr lang="pt-PT" sz="3600" kern="1200" dirty="0" err="1"/>
            <a:t>Frequently</a:t>
          </a:r>
          <a:endParaRPr lang="en-US" sz="3600" kern="1200" dirty="0"/>
        </a:p>
      </dsp:txBody>
      <dsp:txXfrm>
        <a:off x="43179" y="2714249"/>
        <a:ext cx="6580475" cy="798162"/>
      </dsp:txXfrm>
    </dsp:sp>
    <dsp:sp modelId="{D31767CB-BEB7-44C4-A86E-1A61878759A0}">
      <dsp:nvSpPr>
        <dsp:cNvPr id="0" name=""/>
        <dsp:cNvSpPr/>
      </dsp:nvSpPr>
      <dsp:spPr>
        <a:xfrm>
          <a:off x="0" y="3555590"/>
          <a:ext cx="6666833" cy="1863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800" kern="1200" dirty="0"/>
            <a:t>Do </a:t>
          </a:r>
          <a:r>
            <a:rPr lang="pt-BR" sz="2800" kern="1200" dirty="0" err="1"/>
            <a:t>not</a:t>
          </a:r>
          <a:r>
            <a:rPr lang="pt-BR" sz="2800" kern="1200" dirty="0"/>
            <a:t> </a:t>
          </a:r>
          <a:r>
            <a:rPr lang="pt-BR" sz="2800" kern="1200" dirty="0" err="1"/>
            <a:t>destabilize</a:t>
          </a:r>
          <a:r>
            <a:rPr lang="pt-BR" sz="2800" kern="1200" dirty="0"/>
            <a:t> </a:t>
          </a:r>
          <a:r>
            <a:rPr lang="pt-BR" sz="2800" kern="1200" dirty="0" err="1"/>
            <a:t>main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Keep changes small and incremental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Running automated tests on every push is a good practice</a:t>
          </a:r>
        </a:p>
      </dsp:txBody>
      <dsp:txXfrm>
        <a:off x="0" y="3555590"/>
        <a:ext cx="6666833" cy="1863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7CE05-53D5-4420-A409-53085C60ECDE}">
      <dsp:nvSpPr>
        <dsp:cNvPr id="0" name=""/>
        <dsp:cNvSpPr/>
      </dsp:nvSpPr>
      <dsp:spPr>
        <a:xfrm>
          <a:off x="2250914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1AB01B-65BB-4E20-B175-8731888D8101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302B0-32CD-40BA-B4B7-0B212CFD9E0D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Branches are simply references (pointers)</a:t>
          </a:r>
          <a:br>
            <a:rPr lang="en-US" sz="1300" kern="1200" dirty="0"/>
          </a:br>
          <a:r>
            <a:rPr lang="en-US" sz="1300" kern="1200" dirty="0"/>
            <a:t>to a specific commit.</a:t>
          </a:r>
        </a:p>
      </dsp:txBody>
      <dsp:txXfrm>
        <a:off x="1548914" y="3176402"/>
        <a:ext cx="3600000" cy="720000"/>
      </dsp:txXfrm>
    </dsp:sp>
    <dsp:sp modelId="{46A0EDBB-094D-4C52-8D5E-87590C6C5A5A}">
      <dsp:nvSpPr>
        <dsp:cNvPr id="0" name=""/>
        <dsp:cNvSpPr/>
      </dsp:nvSpPr>
      <dsp:spPr>
        <a:xfrm>
          <a:off x="6480914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760A4-D7C1-442D-9176-3EDC4166DBA9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D2852-6CB1-4E00-BE3E-F73FDE823995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Every time you create a commit: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BR" sz="1300" kern="1200" dirty="0"/>
            <a:t>The </a:t>
          </a:r>
          <a:r>
            <a:rPr lang="pt-BR" sz="1300" kern="1200" dirty="0" err="1"/>
            <a:t>branch</a:t>
          </a:r>
          <a:r>
            <a:rPr lang="pt-BR" sz="1300" kern="1200" dirty="0"/>
            <a:t> moves </a:t>
          </a:r>
          <a:r>
            <a:rPr lang="pt-BR" sz="1300" kern="1200" dirty="0" err="1"/>
            <a:t>forward</a:t>
          </a:r>
          <a:endParaRPr lang="pt-BR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 dirty="0"/>
            <a:t>It now points to the new (latest) commit</a:t>
          </a:r>
        </a:p>
      </dsp:txBody>
      <dsp:txXfrm>
        <a:off x="5778914" y="3176402"/>
        <a:ext cx="36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EBF4D-1EBF-44D1-84F9-93B8B6317493}">
      <dsp:nvSpPr>
        <dsp:cNvPr id="0" name=""/>
        <dsp:cNvSpPr/>
      </dsp:nvSpPr>
      <dsp:spPr>
        <a:xfrm>
          <a:off x="2057097" y="100777"/>
          <a:ext cx="1509048" cy="13996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CFA54A-CFB1-4A64-99B0-FB0275D5A79E}">
      <dsp:nvSpPr>
        <dsp:cNvPr id="0" name=""/>
        <dsp:cNvSpPr/>
      </dsp:nvSpPr>
      <dsp:spPr>
        <a:xfrm>
          <a:off x="775085" y="1566746"/>
          <a:ext cx="4311566" cy="59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PT" sz="1900" kern="1200" dirty="0"/>
            <a:t>Divida o seu trabalho em módulos</a:t>
          </a:r>
          <a:endParaRPr lang="en-US" sz="1900" kern="1200" dirty="0"/>
        </a:p>
      </dsp:txBody>
      <dsp:txXfrm>
        <a:off x="775085" y="1566746"/>
        <a:ext cx="4311566" cy="599865"/>
      </dsp:txXfrm>
    </dsp:sp>
    <dsp:sp modelId="{21FF5E92-506F-414C-8977-124D1DB2762A}">
      <dsp:nvSpPr>
        <dsp:cNvPr id="0" name=""/>
        <dsp:cNvSpPr/>
      </dsp:nvSpPr>
      <dsp:spPr>
        <a:xfrm>
          <a:off x="775085" y="2244315"/>
          <a:ext cx="4311566" cy="1948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Organize the work so that individuals or teams own a module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Other team members only need to understand the specification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Requires good documentation and tests</a:t>
          </a:r>
        </a:p>
      </dsp:txBody>
      <dsp:txXfrm>
        <a:off x="775085" y="2244315"/>
        <a:ext cx="4311566" cy="1948489"/>
      </dsp:txXfrm>
    </dsp:sp>
    <dsp:sp modelId="{817DD225-88F2-4617-94C9-990A2C5CBA03}">
      <dsp:nvSpPr>
        <dsp:cNvPr id="0" name=""/>
        <dsp:cNvSpPr/>
      </dsp:nvSpPr>
      <dsp:spPr>
        <a:xfrm>
          <a:off x="7146322" y="27307"/>
          <a:ext cx="1509048" cy="13996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A37C6-6B63-4A51-AF51-83820DCB4CBE}">
      <dsp:nvSpPr>
        <dsp:cNvPr id="0" name=""/>
        <dsp:cNvSpPr/>
      </dsp:nvSpPr>
      <dsp:spPr>
        <a:xfrm>
          <a:off x="5841176" y="1566746"/>
          <a:ext cx="4311566" cy="59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Communicate Changes That May Cause Conflicts</a:t>
          </a:r>
        </a:p>
      </dsp:txBody>
      <dsp:txXfrm>
        <a:off x="5841176" y="1566746"/>
        <a:ext cx="4311566" cy="599865"/>
      </dsp:txXfrm>
    </dsp:sp>
    <dsp:sp modelId="{0A74AB1F-E59E-4E79-A959-C75E0A8D36DA}">
      <dsp:nvSpPr>
        <dsp:cNvPr id="0" name=""/>
        <dsp:cNvSpPr/>
      </dsp:nvSpPr>
      <dsp:spPr>
        <a:xfrm>
          <a:off x="5841176" y="2244315"/>
          <a:ext cx="4311566" cy="1948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Inform teammates about major changes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But avoid over-communication — keep it relevant and focused.</a:t>
          </a:r>
        </a:p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5841176" y="2244315"/>
        <a:ext cx="4311566" cy="194848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6DB66-60F0-41B6-97FC-33F51A62517E}">
      <dsp:nvSpPr>
        <dsp:cNvPr id="0" name=""/>
        <dsp:cNvSpPr/>
      </dsp:nvSpPr>
      <dsp:spPr>
        <a:xfrm>
          <a:off x="0" y="43080"/>
          <a:ext cx="8154188" cy="1081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400" kern="1200" dirty="0"/>
            <a:t>No </a:t>
          </a:r>
          <a:r>
            <a:rPr lang="pt-PT" sz="4400" kern="1200" dirty="0" err="1"/>
            <a:t>conflicts</a:t>
          </a:r>
          <a:r>
            <a:rPr lang="pt-PT" sz="4400" kern="1200" dirty="0"/>
            <a:t> - </a:t>
          </a:r>
          <a:r>
            <a:rPr lang="pt-PT" sz="4400" kern="1200" dirty="0" err="1"/>
            <a:t>automatic</a:t>
          </a:r>
          <a:endParaRPr lang="en-US" sz="4400" kern="1200" dirty="0"/>
        </a:p>
      </dsp:txBody>
      <dsp:txXfrm>
        <a:off x="52774" y="95854"/>
        <a:ext cx="8048640" cy="975532"/>
      </dsp:txXfrm>
    </dsp:sp>
    <dsp:sp modelId="{40B825D8-2874-4AD7-9A81-BEE8C66071A1}">
      <dsp:nvSpPr>
        <dsp:cNvPr id="0" name=""/>
        <dsp:cNvSpPr/>
      </dsp:nvSpPr>
      <dsp:spPr>
        <a:xfrm>
          <a:off x="0" y="1124160"/>
          <a:ext cx="8154188" cy="2459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95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Changes are in different files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400" kern="1200" dirty="0"/>
            <a:t>Or in different lines of the same file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400" b="1" kern="1200" dirty="0"/>
            <a:t>The concept of “no conflict” is textual, not semantic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The code may still be wrong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It may fail to compile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pt-BR" sz="2400" kern="1200" dirty="0"/>
            <a:t>It </a:t>
          </a:r>
          <a:r>
            <a:rPr lang="pt-BR" sz="2400" kern="1200" dirty="0" err="1"/>
            <a:t>may</a:t>
          </a:r>
          <a:r>
            <a:rPr lang="pt-BR" sz="2400" kern="1200" dirty="0"/>
            <a:t> break </a:t>
          </a:r>
          <a:r>
            <a:rPr lang="pt-BR" sz="2400" kern="1200" dirty="0" err="1"/>
            <a:t>tests</a:t>
          </a:r>
          <a:endParaRPr lang="pt-BR" sz="2400" kern="1200" dirty="0"/>
        </a:p>
      </dsp:txBody>
      <dsp:txXfrm>
        <a:off x="0" y="1124160"/>
        <a:ext cx="8154188" cy="2459160"/>
      </dsp:txXfrm>
    </dsp:sp>
    <dsp:sp modelId="{7B425BE5-07EA-4BDF-944E-42D333955224}">
      <dsp:nvSpPr>
        <dsp:cNvPr id="0" name=""/>
        <dsp:cNvSpPr/>
      </dsp:nvSpPr>
      <dsp:spPr>
        <a:xfrm>
          <a:off x="0" y="3583321"/>
          <a:ext cx="8154188" cy="10810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4400" kern="1200" dirty="0" err="1"/>
            <a:t>With</a:t>
          </a:r>
          <a:r>
            <a:rPr lang="pt-PT" sz="4400" kern="1200" dirty="0"/>
            <a:t> </a:t>
          </a:r>
          <a:r>
            <a:rPr lang="pt-PT" sz="4400" kern="1200" dirty="0" err="1"/>
            <a:t>conflicts</a:t>
          </a:r>
          <a:r>
            <a:rPr lang="pt-PT" sz="4400" kern="1200" dirty="0"/>
            <a:t> - manual</a:t>
          </a:r>
          <a:endParaRPr lang="en-US" sz="4400" kern="1200" dirty="0"/>
        </a:p>
      </dsp:txBody>
      <dsp:txXfrm>
        <a:off x="52774" y="3636095"/>
        <a:ext cx="8048640" cy="975532"/>
      </dsp:txXfrm>
    </dsp:sp>
    <dsp:sp modelId="{2AA38C79-41D0-48AA-B6B7-12C0DDC55BD6}">
      <dsp:nvSpPr>
        <dsp:cNvPr id="0" name=""/>
        <dsp:cNvSpPr/>
      </dsp:nvSpPr>
      <dsp:spPr>
        <a:xfrm>
          <a:off x="0" y="4664401"/>
          <a:ext cx="8154188" cy="2140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895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Simultaneous changes in the same line of a file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Git cannot decide which version to keep</a:t>
          </a:r>
        </a:p>
      </dsp:txBody>
      <dsp:txXfrm>
        <a:off x="0" y="4664401"/>
        <a:ext cx="8154188" cy="214038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2237C-9458-482D-A965-15C73A588C1F}">
      <dsp:nvSpPr>
        <dsp:cNvPr id="0" name=""/>
        <dsp:cNvSpPr/>
      </dsp:nvSpPr>
      <dsp:spPr>
        <a:xfrm>
          <a:off x="0" y="1034941"/>
          <a:ext cx="8154176" cy="54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We currently only have the main branch</a:t>
          </a:r>
        </a:p>
      </dsp:txBody>
      <dsp:txXfrm>
        <a:off x="26387" y="1061328"/>
        <a:ext cx="8101402" cy="487766"/>
      </dsp:txXfrm>
    </dsp:sp>
    <dsp:sp modelId="{B5E93269-3758-45B2-A9F3-28AD47C42694}">
      <dsp:nvSpPr>
        <dsp:cNvPr id="0" name=""/>
        <dsp:cNvSpPr/>
      </dsp:nvSpPr>
      <dsp:spPr>
        <a:xfrm>
          <a:off x="0" y="1638841"/>
          <a:ext cx="8154176" cy="540540"/>
        </a:xfrm>
        <a:prstGeom prst="roundRect">
          <a:avLst/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* next to main indicates that we are currently on that branch</a:t>
          </a:r>
        </a:p>
      </dsp:txBody>
      <dsp:txXfrm>
        <a:off x="26387" y="1665228"/>
        <a:ext cx="8101402" cy="487766"/>
      </dsp:txXfrm>
    </dsp:sp>
    <dsp:sp modelId="{862E2E6A-DDD7-448C-9358-D22D55CC280C}">
      <dsp:nvSpPr>
        <dsp:cNvPr id="0" name=""/>
        <dsp:cNvSpPr/>
      </dsp:nvSpPr>
      <dsp:spPr>
        <a:xfrm>
          <a:off x="0" y="2242741"/>
          <a:ext cx="8154176" cy="540540"/>
        </a:xfrm>
        <a:prstGeom prst="roundRect">
          <a:avLst/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Any change we commit will be added to the main branch</a:t>
          </a:r>
        </a:p>
      </dsp:txBody>
      <dsp:txXfrm>
        <a:off x="26387" y="2269128"/>
        <a:ext cx="8101402" cy="487766"/>
      </dsp:txXfrm>
    </dsp:sp>
    <dsp:sp modelId="{0C80088D-D955-4E79-8289-4BD14F413144}">
      <dsp:nvSpPr>
        <dsp:cNvPr id="0" name=""/>
        <dsp:cNvSpPr/>
      </dsp:nvSpPr>
      <dsp:spPr>
        <a:xfrm>
          <a:off x="0" y="2846641"/>
          <a:ext cx="8154176" cy="540540"/>
        </a:xfrm>
        <a:prstGeom prst="roundRect">
          <a:avLst/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HEAD points to the most recent commit of the current branch</a:t>
          </a:r>
        </a:p>
      </dsp:txBody>
      <dsp:txXfrm>
        <a:off x="26387" y="2873028"/>
        <a:ext cx="8101402" cy="487766"/>
      </dsp:txXfrm>
    </dsp:sp>
    <dsp:sp modelId="{C2690109-7769-45FD-9AC8-19BB29CDD76D}">
      <dsp:nvSpPr>
        <dsp:cNvPr id="0" name=""/>
        <dsp:cNvSpPr/>
      </dsp:nvSpPr>
      <dsp:spPr>
        <a:xfrm>
          <a:off x="0" y="3450542"/>
          <a:ext cx="8154176" cy="540540"/>
        </a:xfrm>
        <a:prstGeom prst="roundRect">
          <a:avLst/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 err="1"/>
            <a:t>Useful</a:t>
          </a:r>
          <a:r>
            <a:rPr lang="pt-PT" sz="2200" kern="1200" dirty="0"/>
            <a:t> </a:t>
          </a:r>
          <a:r>
            <a:rPr lang="pt-PT" sz="2200" kern="1200" dirty="0" err="1"/>
            <a:t>commands</a:t>
          </a:r>
          <a:r>
            <a:rPr lang="pt-PT" sz="2200" kern="1200" dirty="0"/>
            <a:t>:</a:t>
          </a:r>
          <a:endParaRPr lang="en-US" sz="2200" kern="1200" dirty="0"/>
        </a:p>
      </dsp:txBody>
      <dsp:txXfrm>
        <a:off x="26387" y="3476929"/>
        <a:ext cx="8101402" cy="487766"/>
      </dsp:txXfrm>
    </dsp:sp>
    <dsp:sp modelId="{34AD7639-915D-4FD0-8980-F3F50BBD3347}">
      <dsp:nvSpPr>
        <dsp:cNvPr id="0" name=""/>
        <dsp:cNvSpPr/>
      </dsp:nvSpPr>
      <dsp:spPr>
        <a:xfrm>
          <a:off x="0" y="4054442"/>
          <a:ext cx="8154176" cy="540540"/>
        </a:xfrm>
        <a:prstGeom prst="roundRect">
          <a:avLst/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/>
            <a:t>	&gt; </a:t>
          </a:r>
          <a:r>
            <a:rPr lang="pt-PT" sz="2200" kern="1200" dirty="0" err="1"/>
            <a:t>git</a:t>
          </a:r>
          <a:r>
            <a:rPr lang="pt-PT" sz="2200" kern="1200" dirty="0"/>
            <a:t> status</a:t>
          </a:r>
          <a:endParaRPr lang="en-US" sz="2200" kern="1200" dirty="0"/>
        </a:p>
      </dsp:txBody>
      <dsp:txXfrm>
        <a:off x="26387" y="4080829"/>
        <a:ext cx="8101402" cy="487766"/>
      </dsp:txXfrm>
    </dsp:sp>
    <dsp:sp modelId="{6BE34A67-9743-48B0-B1AB-0E92310F46B3}">
      <dsp:nvSpPr>
        <dsp:cNvPr id="0" name=""/>
        <dsp:cNvSpPr/>
      </dsp:nvSpPr>
      <dsp:spPr>
        <a:xfrm>
          <a:off x="0" y="4658342"/>
          <a:ext cx="8154176" cy="540540"/>
        </a:xfrm>
        <a:prstGeom prst="roundRect">
          <a:avLst/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/>
            <a:t>	&gt; </a:t>
          </a:r>
          <a:r>
            <a:rPr lang="pt-PT" sz="2200" kern="1200" dirty="0" err="1"/>
            <a:t>git</a:t>
          </a:r>
          <a:r>
            <a:rPr lang="pt-PT" sz="2200" kern="1200" dirty="0"/>
            <a:t> show-</a:t>
          </a:r>
          <a:r>
            <a:rPr lang="pt-PT" sz="2200" kern="1200" dirty="0" err="1"/>
            <a:t>ref</a:t>
          </a:r>
          <a:r>
            <a:rPr lang="pt-PT" sz="2200" kern="1200" dirty="0"/>
            <a:t> --</a:t>
          </a:r>
          <a:r>
            <a:rPr lang="pt-PT" sz="2200" kern="1200" dirty="0" err="1"/>
            <a:t>head</a:t>
          </a:r>
          <a:endParaRPr lang="en-US" sz="2200" kern="1200" dirty="0"/>
        </a:p>
      </dsp:txBody>
      <dsp:txXfrm>
        <a:off x="26387" y="4684729"/>
        <a:ext cx="8101402" cy="487766"/>
      </dsp:txXfrm>
    </dsp:sp>
    <dsp:sp modelId="{5A207296-7CBF-4F27-81C0-1DFADA9DC80B}">
      <dsp:nvSpPr>
        <dsp:cNvPr id="0" name=""/>
        <dsp:cNvSpPr/>
      </dsp:nvSpPr>
      <dsp:spPr>
        <a:xfrm>
          <a:off x="0" y="5262242"/>
          <a:ext cx="8154176" cy="5405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/>
            <a:t>	&gt; </a:t>
          </a:r>
          <a:r>
            <a:rPr lang="pt-PT" sz="2200" kern="1200" dirty="0" err="1"/>
            <a:t>git</a:t>
          </a:r>
          <a:r>
            <a:rPr lang="pt-PT" sz="2200" kern="1200" dirty="0"/>
            <a:t> log</a:t>
          </a:r>
          <a:endParaRPr lang="en-US" sz="2200" kern="1200" dirty="0"/>
        </a:p>
      </dsp:txBody>
      <dsp:txXfrm>
        <a:off x="26387" y="5288629"/>
        <a:ext cx="8101402" cy="48776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ADB65-C251-48D2-96DB-F8422DA12929}">
      <dsp:nvSpPr>
        <dsp:cNvPr id="0" name=""/>
        <dsp:cNvSpPr/>
      </dsp:nvSpPr>
      <dsp:spPr>
        <a:xfrm>
          <a:off x="0" y="996631"/>
          <a:ext cx="8019497" cy="73709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u="sng" kern="1200">
              <a:hlinkClick xmlns:r="http://schemas.openxmlformats.org/officeDocument/2006/relationships" r:id="rId1"/>
            </a:rPr>
            <a:t>http://git-school.github.io/visualizing-git/</a:t>
          </a:r>
          <a:endParaRPr lang="en-US" sz="3000" kern="1200"/>
        </a:p>
      </dsp:txBody>
      <dsp:txXfrm>
        <a:off x="35982" y="1032613"/>
        <a:ext cx="7947533" cy="665135"/>
      </dsp:txXfrm>
    </dsp:sp>
    <dsp:sp modelId="{8891874B-0E32-49F3-92C2-FA40290EEB5B}">
      <dsp:nvSpPr>
        <dsp:cNvPr id="0" name=""/>
        <dsp:cNvSpPr/>
      </dsp:nvSpPr>
      <dsp:spPr>
        <a:xfrm>
          <a:off x="0" y="1820131"/>
          <a:ext cx="8019497" cy="737099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&gt; </a:t>
          </a:r>
          <a:r>
            <a:rPr lang="pt-PT" sz="3000" kern="1200" dirty="0" err="1"/>
            <a:t>git</a:t>
          </a:r>
          <a:r>
            <a:rPr lang="pt-PT" sz="3000" kern="1200" dirty="0"/>
            <a:t> </a:t>
          </a:r>
          <a:r>
            <a:rPr lang="pt-PT" sz="3000" kern="1200" dirty="0" err="1"/>
            <a:t>commit</a:t>
          </a:r>
          <a:endParaRPr lang="en-US" sz="3000" kern="1200" dirty="0"/>
        </a:p>
      </dsp:txBody>
      <dsp:txXfrm>
        <a:off x="35982" y="1856113"/>
        <a:ext cx="7947533" cy="665135"/>
      </dsp:txXfrm>
    </dsp:sp>
    <dsp:sp modelId="{005874A7-5E56-46EB-AFB8-950760F1620F}">
      <dsp:nvSpPr>
        <dsp:cNvPr id="0" name=""/>
        <dsp:cNvSpPr/>
      </dsp:nvSpPr>
      <dsp:spPr>
        <a:xfrm>
          <a:off x="0" y="2643631"/>
          <a:ext cx="8019497" cy="737099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&gt; </a:t>
          </a:r>
          <a:r>
            <a:rPr lang="pt-PT" sz="3000" kern="1200" dirty="0" err="1"/>
            <a:t>git</a:t>
          </a:r>
          <a:r>
            <a:rPr lang="pt-PT" sz="3000" kern="1200" dirty="0"/>
            <a:t> </a:t>
          </a:r>
          <a:r>
            <a:rPr lang="pt-PT" sz="3000" kern="1200" dirty="0" err="1"/>
            <a:t>branch</a:t>
          </a:r>
          <a:r>
            <a:rPr lang="pt-PT" sz="3000" kern="1200" dirty="0"/>
            <a:t> </a:t>
          </a:r>
          <a:r>
            <a:rPr lang="pt-PT" sz="3000" kern="1200" dirty="0" err="1"/>
            <a:t>new-feature</a:t>
          </a:r>
          <a:r>
            <a:rPr lang="pt-PT" sz="3000" kern="1200" dirty="0"/>
            <a:t> # </a:t>
          </a:r>
          <a:r>
            <a:rPr lang="pt-PT" sz="3000" kern="1200" dirty="0" err="1"/>
            <a:t>create</a:t>
          </a:r>
          <a:r>
            <a:rPr lang="pt-PT" sz="3000" kern="1200" dirty="0"/>
            <a:t> a </a:t>
          </a:r>
          <a:r>
            <a:rPr lang="pt-PT" sz="3000" kern="1200" dirty="0" err="1"/>
            <a:t>new</a:t>
          </a:r>
          <a:r>
            <a:rPr lang="pt-PT" sz="3000" kern="1200" dirty="0"/>
            <a:t> </a:t>
          </a:r>
          <a:r>
            <a:rPr lang="pt-PT" sz="3000" kern="1200" dirty="0" err="1"/>
            <a:t>branch</a:t>
          </a:r>
          <a:endParaRPr lang="en-US" sz="3000" kern="1200" dirty="0"/>
        </a:p>
      </dsp:txBody>
      <dsp:txXfrm>
        <a:off x="35982" y="2679613"/>
        <a:ext cx="7947533" cy="665135"/>
      </dsp:txXfrm>
    </dsp:sp>
    <dsp:sp modelId="{592219F8-3BD0-4AC4-90DA-1C76AD2EAED2}">
      <dsp:nvSpPr>
        <dsp:cNvPr id="0" name=""/>
        <dsp:cNvSpPr/>
      </dsp:nvSpPr>
      <dsp:spPr>
        <a:xfrm>
          <a:off x="0" y="3467131"/>
          <a:ext cx="8019497" cy="737099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&gt; </a:t>
          </a:r>
          <a:r>
            <a:rPr lang="pt-PT" sz="3000" kern="1200" dirty="0" err="1"/>
            <a:t>git</a:t>
          </a:r>
          <a:r>
            <a:rPr lang="pt-PT" sz="3000" kern="1200" dirty="0"/>
            <a:t> </a:t>
          </a:r>
          <a:r>
            <a:rPr lang="pt-PT" sz="3000" kern="1200" dirty="0" err="1"/>
            <a:t>commit</a:t>
          </a:r>
          <a:r>
            <a:rPr lang="pt-PT" sz="3000" kern="1200" dirty="0"/>
            <a:t> # em qual </a:t>
          </a:r>
          <a:r>
            <a:rPr lang="pt-PT" sz="3000" kern="1200" dirty="0" err="1"/>
            <a:t>branch</a:t>
          </a:r>
          <a:r>
            <a:rPr lang="pt-PT" sz="3000" kern="1200" dirty="0"/>
            <a:t> foi o </a:t>
          </a:r>
          <a:r>
            <a:rPr lang="pt-PT" sz="3000" kern="1200" dirty="0" err="1"/>
            <a:t>commit</a:t>
          </a:r>
          <a:r>
            <a:rPr lang="pt-PT" sz="3000" kern="1200" dirty="0"/>
            <a:t>?</a:t>
          </a:r>
          <a:endParaRPr lang="en-US" sz="3000" kern="1200" dirty="0"/>
        </a:p>
      </dsp:txBody>
      <dsp:txXfrm>
        <a:off x="35982" y="3503113"/>
        <a:ext cx="7947533" cy="665135"/>
      </dsp:txXfrm>
    </dsp:sp>
    <dsp:sp modelId="{60F09819-1B44-4CD1-A891-9BFF1D539356}">
      <dsp:nvSpPr>
        <dsp:cNvPr id="0" name=""/>
        <dsp:cNvSpPr/>
      </dsp:nvSpPr>
      <dsp:spPr>
        <a:xfrm>
          <a:off x="0" y="4290631"/>
          <a:ext cx="8019497" cy="737099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&gt; </a:t>
          </a:r>
          <a:r>
            <a:rPr lang="pt-PT" sz="3000" kern="1200" dirty="0" err="1"/>
            <a:t>git</a:t>
          </a:r>
          <a:r>
            <a:rPr lang="pt-PT" sz="3000" kern="1200" dirty="0"/>
            <a:t> checkout </a:t>
          </a:r>
          <a:r>
            <a:rPr lang="pt-PT" sz="3000" kern="1200" dirty="0" err="1"/>
            <a:t>new-feature</a:t>
          </a:r>
          <a:endParaRPr lang="en-US" sz="3000" kern="1200" dirty="0"/>
        </a:p>
      </dsp:txBody>
      <dsp:txXfrm>
        <a:off x="35982" y="4326613"/>
        <a:ext cx="7947533" cy="665135"/>
      </dsp:txXfrm>
    </dsp:sp>
    <dsp:sp modelId="{230F2B42-AD92-4AE4-BA69-929C4179D057}">
      <dsp:nvSpPr>
        <dsp:cNvPr id="0" name=""/>
        <dsp:cNvSpPr/>
      </dsp:nvSpPr>
      <dsp:spPr>
        <a:xfrm>
          <a:off x="0" y="5114131"/>
          <a:ext cx="8019497" cy="73709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 dirty="0"/>
            <a:t>&gt; </a:t>
          </a:r>
          <a:r>
            <a:rPr lang="pt-PT" sz="3000" kern="1200" dirty="0" err="1"/>
            <a:t>git</a:t>
          </a:r>
          <a:r>
            <a:rPr lang="pt-PT" sz="3000" kern="1200" dirty="0"/>
            <a:t> </a:t>
          </a:r>
          <a:r>
            <a:rPr lang="pt-PT" sz="3000" kern="1200" dirty="0" err="1"/>
            <a:t>commit</a:t>
          </a:r>
          <a:endParaRPr lang="en-US" sz="3000" kern="1200" dirty="0"/>
        </a:p>
      </dsp:txBody>
      <dsp:txXfrm>
        <a:off x="35982" y="5150113"/>
        <a:ext cx="7947533" cy="66513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45D21-37B5-4C67-8432-8186D196270A}">
      <dsp:nvSpPr>
        <dsp:cNvPr id="0" name=""/>
        <dsp:cNvSpPr/>
      </dsp:nvSpPr>
      <dsp:spPr>
        <a:xfrm>
          <a:off x="813" y="663920"/>
          <a:ext cx="3173907" cy="190434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 dirty="0" err="1"/>
            <a:t>Protect</a:t>
          </a:r>
          <a:r>
            <a:rPr lang="pt-PT" sz="2700" kern="1200" dirty="0"/>
            <a:t> </a:t>
          </a:r>
          <a:r>
            <a:rPr lang="pt-PT" sz="2700" kern="1200" dirty="0" err="1"/>
            <a:t>the</a:t>
          </a:r>
          <a:r>
            <a:rPr lang="pt-PT" sz="2700" kern="1200" dirty="0"/>
            <a:t> </a:t>
          </a:r>
          <a:r>
            <a:rPr lang="pt-PT" sz="2700" kern="1200" dirty="0" err="1"/>
            <a:t>main</a:t>
          </a:r>
          <a:endParaRPr lang="en-US" sz="2700" kern="1200" dirty="0"/>
        </a:p>
      </dsp:txBody>
      <dsp:txXfrm>
        <a:off x="813" y="663920"/>
        <a:ext cx="3173907" cy="1904344"/>
      </dsp:txXfrm>
    </dsp:sp>
    <dsp:sp modelId="{667AEA8E-B83C-42AB-84EA-292DCCE8DD1A}">
      <dsp:nvSpPr>
        <dsp:cNvPr id="0" name=""/>
        <dsp:cNvSpPr/>
      </dsp:nvSpPr>
      <dsp:spPr>
        <a:xfrm>
          <a:off x="3492111" y="663920"/>
          <a:ext cx="3173907" cy="19043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 dirty="0" err="1"/>
            <a:t>If</a:t>
          </a:r>
          <a:r>
            <a:rPr lang="pt-PT" sz="2700" kern="1200" dirty="0"/>
            <a:t> </a:t>
          </a:r>
          <a:r>
            <a:rPr lang="pt-PT" sz="2700" kern="1200" dirty="0" err="1"/>
            <a:t>anything</a:t>
          </a:r>
          <a:r>
            <a:rPr lang="pt-PT" sz="2700" kern="1200" dirty="0"/>
            <a:t> </a:t>
          </a:r>
          <a:r>
            <a:rPr lang="pt-PT" sz="2700" kern="1200" dirty="0" err="1"/>
            <a:t>goes</a:t>
          </a:r>
          <a:r>
            <a:rPr lang="pt-PT" sz="2700" kern="1200" dirty="0"/>
            <a:t> </a:t>
          </a:r>
          <a:r>
            <a:rPr lang="pt-PT" sz="2700" kern="1200" dirty="0" err="1"/>
            <a:t>wrong</a:t>
          </a:r>
          <a:r>
            <a:rPr lang="pt-PT" sz="2700" kern="1200" dirty="0"/>
            <a:t>, </a:t>
          </a:r>
          <a:r>
            <a:rPr lang="pt-PT" sz="2700" kern="1200" dirty="0" err="1"/>
            <a:t>you</a:t>
          </a:r>
          <a:r>
            <a:rPr lang="pt-PT" sz="2700" kern="1200" dirty="0"/>
            <a:t> can </a:t>
          </a:r>
          <a:r>
            <a:rPr lang="pt-PT" sz="2700" kern="1200" dirty="0" err="1"/>
            <a:t>safely</a:t>
          </a:r>
          <a:r>
            <a:rPr lang="pt-PT" sz="2700" kern="1200" dirty="0"/>
            <a:t> </a:t>
          </a:r>
          <a:r>
            <a:rPr lang="pt-PT" sz="2700" kern="1200" dirty="0" err="1"/>
            <a:t>discard</a:t>
          </a:r>
          <a:r>
            <a:rPr lang="pt-PT" sz="2700" kern="1200" dirty="0"/>
            <a:t> </a:t>
          </a:r>
          <a:r>
            <a:rPr lang="pt-PT" sz="2700" kern="1200" dirty="0" err="1"/>
            <a:t>it</a:t>
          </a:r>
          <a:endParaRPr lang="en-US" sz="2700" kern="1200" dirty="0"/>
        </a:p>
      </dsp:txBody>
      <dsp:txXfrm>
        <a:off x="3492111" y="663920"/>
        <a:ext cx="3173907" cy="1904344"/>
      </dsp:txXfrm>
    </dsp:sp>
    <dsp:sp modelId="{D9C84A32-2D90-4394-AA8E-236A20D9E78F}">
      <dsp:nvSpPr>
        <dsp:cNvPr id="0" name=""/>
        <dsp:cNvSpPr/>
      </dsp:nvSpPr>
      <dsp:spPr>
        <a:xfrm>
          <a:off x="813" y="2885655"/>
          <a:ext cx="3173907" cy="190434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 dirty="0"/>
            <a:t>&gt; </a:t>
          </a:r>
          <a:r>
            <a:rPr lang="pt-PT" sz="2700" kern="1200" dirty="0" err="1"/>
            <a:t>git</a:t>
          </a:r>
          <a:r>
            <a:rPr lang="pt-PT" sz="2700" kern="1200" dirty="0"/>
            <a:t> checkout </a:t>
          </a:r>
          <a:r>
            <a:rPr lang="pt-PT" sz="2700" kern="1200" dirty="0" err="1"/>
            <a:t>master</a:t>
          </a:r>
          <a:endParaRPr lang="en-US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100" kern="1200" dirty="0" err="1"/>
            <a:t>We</a:t>
          </a:r>
          <a:r>
            <a:rPr lang="pt-PT" sz="2100" kern="1200" dirty="0"/>
            <a:t> can </a:t>
          </a:r>
          <a:r>
            <a:rPr lang="pt-PT" sz="2100" kern="1200" dirty="0" err="1"/>
            <a:t>switch</a:t>
          </a:r>
          <a:r>
            <a:rPr lang="pt-PT" sz="2100" kern="1200" dirty="0"/>
            <a:t> to diferente </a:t>
          </a:r>
          <a:r>
            <a:rPr lang="pt-PT" sz="2100" kern="1200" dirty="0" err="1"/>
            <a:t>branches</a:t>
          </a:r>
          <a:endParaRPr lang="en-US" sz="2100" kern="1200" dirty="0"/>
        </a:p>
      </dsp:txBody>
      <dsp:txXfrm>
        <a:off x="813" y="2885655"/>
        <a:ext cx="3173907" cy="1904344"/>
      </dsp:txXfrm>
    </dsp:sp>
    <dsp:sp modelId="{1E128D45-5350-4A68-8E78-58C84900AFB4}">
      <dsp:nvSpPr>
        <dsp:cNvPr id="0" name=""/>
        <dsp:cNvSpPr/>
      </dsp:nvSpPr>
      <dsp:spPr>
        <a:xfrm>
          <a:off x="3492111" y="2885655"/>
          <a:ext cx="3173907" cy="190434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kern="1200" dirty="0"/>
            <a:t>&gt;</a:t>
          </a:r>
          <a:r>
            <a:rPr lang="pt-PT" sz="2700" kern="1200" dirty="0" err="1"/>
            <a:t>git</a:t>
          </a:r>
          <a:r>
            <a:rPr lang="pt-PT" sz="2700" kern="1200" dirty="0"/>
            <a:t> </a:t>
          </a:r>
          <a:r>
            <a:rPr lang="pt-PT" sz="2700" kern="1200" dirty="0" err="1"/>
            <a:t>branch</a:t>
          </a:r>
          <a:r>
            <a:rPr lang="pt-PT" sz="2700" kern="1200" dirty="0"/>
            <a:t> -d </a:t>
          </a:r>
          <a:r>
            <a:rPr lang="pt-PT" sz="2700" kern="1200" dirty="0" err="1"/>
            <a:t>new-feature</a:t>
          </a:r>
          <a:endParaRPr lang="pt-PT" sz="2700" kern="1200" dirty="0"/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Implement new features</a:t>
          </a:r>
        </a:p>
      </dsp:txBody>
      <dsp:txXfrm>
        <a:off x="3492111" y="2885655"/>
        <a:ext cx="3173907" cy="190434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43E164-0EA3-4DF9-A7DB-5484581D8703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B64AC-BE70-4111-A623-B4501D31113E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>
              <a:hlinkClick xmlns:r="http://schemas.openxmlformats.org/officeDocument/2006/relationships" r:id="rId3"/>
            </a:rPr>
            <a:t>https://learngitbranching.js.org/</a:t>
          </a:r>
          <a:endParaRPr lang="en-US" sz="2400" kern="1200"/>
        </a:p>
      </dsp:txBody>
      <dsp:txXfrm>
        <a:off x="765914" y="2943510"/>
        <a:ext cx="4320000" cy="720000"/>
      </dsp:txXfrm>
    </dsp:sp>
    <dsp:sp modelId="{9CD686F7-2184-4E79-8F23-1386539F8FCD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A05FC-F3BE-4D7B-AC03-16A450FFF367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 err="1">
              <a:hlinkClick xmlns:r="http://schemas.openxmlformats.org/officeDocument/2006/relationships" r:id="rId6"/>
            </a:rPr>
            <a:t>Lab</a:t>
          </a:r>
          <a:r>
            <a:rPr lang="pt-BR" sz="2400" kern="1200" dirty="0">
              <a:hlinkClick xmlns:r="http://schemas.openxmlformats.org/officeDocument/2006/relationships" r:id="rId6"/>
            </a:rPr>
            <a:t> 1 - </a:t>
          </a:r>
          <a:r>
            <a:rPr lang="pt-BR" sz="2400" kern="1200" dirty="0" err="1">
              <a:hlinkClick xmlns:r="http://schemas.openxmlformats.org/officeDocument/2006/relationships" r:id="rId6"/>
            </a:rPr>
            <a:t>Git</a:t>
          </a:r>
          <a:r>
            <a:rPr lang="pt-BR" sz="2400" kern="1200" dirty="0">
              <a:hlinkClick xmlns:r="http://schemas.openxmlformats.org/officeDocument/2006/relationships" r:id="rId6"/>
            </a:rPr>
            <a:t> </a:t>
          </a:r>
          <a:r>
            <a:rPr lang="pt-BR" sz="2400" kern="1200" dirty="0" err="1">
              <a:hlinkClick xmlns:r="http://schemas.openxmlformats.org/officeDocument/2006/relationships" r:id="rId6"/>
            </a:rPr>
            <a:t>Immersion</a:t>
          </a:r>
          <a:endParaRPr lang="en-US" sz="2400" kern="1200" dirty="0"/>
        </a:p>
      </dsp:txBody>
      <dsp:txXfrm>
        <a:off x="5841914" y="2943510"/>
        <a:ext cx="4320000" cy="7200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ADB65-C251-48D2-96DB-F8422DA12929}">
      <dsp:nvSpPr>
        <dsp:cNvPr id="0" name=""/>
        <dsp:cNvSpPr/>
      </dsp:nvSpPr>
      <dsp:spPr>
        <a:xfrm>
          <a:off x="0" y="27538"/>
          <a:ext cx="8154176" cy="13127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Cloning creates a </a:t>
          </a:r>
          <a:r>
            <a:rPr lang="en-US" sz="3300" b="1" kern="1200" dirty="0"/>
            <a:t>complete copy</a:t>
          </a:r>
          <a:r>
            <a:rPr lang="en-US" sz="3300" kern="1200" dirty="0"/>
            <a:t> of a remote repository</a:t>
          </a:r>
        </a:p>
      </dsp:txBody>
      <dsp:txXfrm>
        <a:off x="64083" y="91621"/>
        <a:ext cx="8026010" cy="1184574"/>
      </dsp:txXfrm>
    </dsp:sp>
    <dsp:sp modelId="{005874A7-5E56-46EB-AFB8-950760F1620F}">
      <dsp:nvSpPr>
        <dsp:cNvPr id="0" name=""/>
        <dsp:cNvSpPr/>
      </dsp:nvSpPr>
      <dsp:spPr>
        <a:xfrm>
          <a:off x="0" y="1435318"/>
          <a:ext cx="8154176" cy="13127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300" kern="1200" dirty="0"/>
            <a:t>&gt; </a:t>
          </a:r>
          <a:r>
            <a:rPr lang="pt-PT" sz="3300" kern="1200" dirty="0" err="1"/>
            <a:t>git</a:t>
          </a:r>
          <a:r>
            <a:rPr lang="pt-PT" sz="3300" kern="1200" dirty="0"/>
            <a:t> clone </a:t>
          </a:r>
          <a:r>
            <a:rPr lang="pt-BR" sz="3300" kern="1200" dirty="0"/>
            <a:t>&lt;</a:t>
          </a:r>
          <a:r>
            <a:rPr lang="pt-BR" sz="3300" kern="1200" dirty="0" err="1"/>
            <a:t>repository-url</a:t>
          </a:r>
          <a:r>
            <a:rPr lang="pt-BR" sz="3300" kern="1200" dirty="0"/>
            <a:t>&gt;</a:t>
          </a:r>
          <a:endParaRPr lang="en-US" sz="3300" kern="1200" dirty="0"/>
        </a:p>
      </dsp:txBody>
      <dsp:txXfrm>
        <a:off x="64083" y="1499401"/>
        <a:ext cx="8026010" cy="118457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ADB65-C251-48D2-96DB-F8422DA12929}">
      <dsp:nvSpPr>
        <dsp:cNvPr id="0" name=""/>
        <dsp:cNvSpPr/>
      </dsp:nvSpPr>
      <dsp:spPr>
        <a:xfrm>
          <a:off x="0" y="36408"/>
          <a:ext cx="8154176" cy="78192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Creates your own copy</a:t>
          </a:r>
          <a:br>
            <a:rPr lang="en-US" sz="1700" kern="1200" dirty="0"/>
          </a:br>
          <a:r>
            <a:rPr lang="en-US" sz="1700" kern="1200" dirty="0"/>
            <a:t>of someone else’s repository</a:t>
          </a:r>
        </a:p>
      </dsp:txBody>
      <dsp:txXfrm>
        <a:off x="38170" y="74578"/>
        <a:ext cx="8077836" cy="705585"/>
      </dsp:txXfrm>
    </dsp:sp>
    <dsp:sp modelId="{AA2CA378-AD8E-417F-AF01-63E78940E4FA}">
      <dsp:nvSpPr>
        <dsp:cNvPr id="0" name=""/>
        <dsp:cNvSpPr/>
      </dsp:nvSpPr>
      <dsp:spPr>
        <a:xfrm>
          <a:off x="0" y="860026"/>
          <a:ext cx="8154176" cy="781925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700" kern="1200" dirty="0" err="1"/>
            <a:t>Your</a:t>
          </a:r>
          <a:r>
            <a:rPr lang="pt-PT" sz="1700" kern="1200" dirty="0"/>
            <a:t> </a:t>
          </a:r>
          <a:r>
            <a:rPr lang="pt-PT" sz="1700" kern="1200" dirty="0" err="1"/>
            <a:t>own</a:t>
          </a:r>
          <a:r>
            <a:rPr lang="pt-PT" sz="1700" kern="1200" dirty="0"/>
            <a:t> independente </a:t>
          </a:r>
          <a:r>
            <a:rPr lang="pt-PT" sz="1700" kern="1200" dirty="0" err="1"/>
            <a:t>version</a:t>
          </a:r>
          <a:endParaRPr lang="pt-BR" sz="1700" kern="1200" dirty="0"/>
        </a:p>
      </dsp:txBody>
      <dsp:txXfrm>
        <a:off x="38170" y="898196"/>
        <a:ext cx="8077836" cy="705585"/>
      </dsp:txXfrm>
    </dsp:sp>
    <dsp:sp modelId="{2ECA53C8-1CF6-4969-989E-EDC247640703}">
      <dsp:nvSpPr>
        <dsp:cNvPr id="0" name=""/>
        <dsp:cNvSpPr/>
      </dsp:nvSpPr>
      <dsp:spPr>
        <a:xfrm>
          <a:off x="0" y="1690912"/>
          <a:ext cx="8154176" cy="781925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 err="1"/>
            <a:t>Upstream</a:t>
          </a:r>
          <a:r>
            <a:rPr lang="pt-BR" sz="1700" kern="1200" dirty="0"/>
            <a:t> → original </a:t>
          </a:r>
          <a:r>
            <a:rPr lang="pt-BR" sz="1700" kern="1200" dirty="0" err="1"/>
            <a:t>repository</a:t>
          </a:r>
          <a:endParaRPr lang="pt-BR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1" kern="1200" dirty="0" err="1"/>
            <a:t>Origin</a:t>
          </a:r>
          <a:r>
            <a:rPr lang="pt-BR" sz="1700" kern="1200" dirty="0"/>
            <a:t> → </a:t>
          </a:r>
          <a:r>
            <a:rPr lang="pt-BR" sz="1700" kern="1200" dirty="0" err="1"/>
            <a:t>your</a:t>
          </a:r>
          <a:r>
            <a:rPr lang="pt-BR" sz="1700" kern="1200" dirty="0"/>
            <a:t> </a:t>
          </a:r>
          <a:r>
            <a:rPr lang="pt-BR" sz="1700" kern="1200" dirty="0" err="1"/>
            <a:t>fork</a:t>
          </a:r>
          <a:endParaRPr lang="pt-BR" sz="1700" kern="1200" dirty="0"/>
        </a:p>
      </dsp:txBody>
      <dsp:txXfrm>
        <a:off x="38170" y="1729082"/>
        <a:ext cx="8077836" cy="70558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ADB65-C251-48D2-96DB-F8422DA12929}">
      <dsp:nvSpPr>
        <dsp:cNvPr id="0" name=""/>
        <dsp:cNvSpPr/>
      </dsp:nvSpPr>
      <dsp:spPr>
        <a:xfrm>
          <a:off x="0" y="70893"/>
          <a:ext cx="8154176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Pull Request</a:t>
          </a:r>
          <a:r>
            <a:rPr lang="en-US" sz="3200" kern="1200" dirty="0"/>
            <a:t> is a request to merge changes from one branch into another</a:t>
          </a:r>
        </a:p>
      </dsp:txBody>
      <dsp:txXfrm>
        <a:off x="62141" y="133034"/>
        <a:ext cx="8029894" cy="1148678"/>
      </dsp:txXfrm>
    </dsp:sp>
    <dsp:sp modelId="{AA2CA378-AD8E-417F-AF01-63E78940E4FA}">
      <dsp:nvSpPr>
        <dsp:cNvPr id="0" name=""/>
        <dsp:cNvSpPr/>
      </dsp:nvSpPr>
      <dsp:spPr>
        <a:xfrm>
          <a:off x="0" y="1422333"/>
          <a:ext cx="8154176" cy="127296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 err="1"/>
            <a:t>All</a:t>
          </a:r>
          <a:r>
            <a:rPr lang="pt-BR" sz="3200" kern="1200" dirty="0"/>
            <a:t> diferences are </a:t>
          </a:r>
          <a:r>
            <a:rPr lang="pt-BR" sz="3200" kern="1200" dirty="0" err="1"/>
            <a:t>shown</a:t>
          </a:r>
          <a:endParaRPr lang="pt-BR" sz="3200" kern="1200" dirty="0"/>
        </a:p>
      </dsp:txBody>
      <dsp:txXfrm>
        <a:off x="62141" y="1484474"/>
        <a:ext cx="8029894" cy="1148678"/>
      </dsp:txXfrm>
    </dsp:sp>
    <dsp:sp modelId="{2ECA53C8-1CF6-4969-989E-EDC247640703}">
      <dsp:nvSpPr>
        <dsp:cNvPr id="0" name=""/>
        <dsp:cNvSpPr/>
      </dsp:nvSpPr>
      <dsp:spPr>
        <a:xfrm>
          <a:off x="0" y="2787453"/>
          <a:ext cx="8154176" cy="12729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kern="1200" dirty="0" err="1"/>
            <a:t>Others</a:t>
          </a:r>
          <a:r>
            <a:rPr lang="pt-BR" sz="3200" kern="1200" dirty="0"/>
            <a:t> </a:t>
          </a:r>
          <a:r>
            <a:rPr lang="pt-BR" sz="3200" kern="1200" dirty="0" err="1"/>
            <a:t>can</a:t>
          </a:r>
          <a:r>
            <a:rPr lang="pt-BR" sz="3200" kern="1200" dirty="0"/>
            <a:t> </a:t>
          </a:r>
          <a:r>
            <a:rPr lang="pt-BR" sz="3200" kern="1200" dirty="0" err="1"/>
            <a:t>comment</a:t>
          </a:r>
          <a:endParaRPr lang="pt-BR" sz="3200" kern="1200" dirty="0"/>
        </a:p>
      </dsp:txBody>
      <dsp:txXfrm>
        <a:off x="62141" y="2849594"/>
        <a:ext cx="8029894" cy="1148678"/>
      </dsp:txXfrm>
    </dsp:sp>
    <dsp:sp modelId="{A63F8F87-7F44-464D-A281-8D9C9A6CB267}">
      <dsp:nvSpPr>
        <dsp:cNvPr id="0" name=""/>
        <dsp:cNvSpPr/>
      </dsp:nvSpPr>
      <dsp:spPr>
        <a:xfrm>
          <a:off x="0" y="4152573"/>
          <a:ext cx="8154176" cy="127296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Changes can be approved or requested to modify</a:t>
          </a:r>
        </a:p>
      </dsp:txBody>
      <dsp:txXfrm>
        <a:off x="62141" y="4214714"/>
        <a:ext cx="8029894" cy="1148678"/>
      </dsp:txXfrm>
    </dsp:sp>
    <dsp:sp modelId="{D843BAC7-DFEE-4E47-B338-40A338355123}">
      <dsp:nvSpPr>
        <dsp:cNvPr id="0" name=""/>
        <dsp:cNvSpPr/>
      </dsp:nvSpPr>
      <dsp:spPr>
        <a:xfrm>
          <a:off x="0" y="5517693"/>
          <a:ext cx="8154176" cy="1272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Pull Request is not a merge. It is a request to merge.</a:t>
          </a:r>
        </a:p>
      </dsp:txBody>
      <dsp:txXfrm>
        <a:off x="62141" y="5579834"/>
        <a:ext cx="8029894" cy="114867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1874B-0E32-49F3-92C2-FA40290EEB5B}">
      <dsp:nvSpPr>
        <dsp:cNvPr id="0" name=""/>
        <dsp:cNvSpPr/>
      </dsp:nvSpPr>
      <dsp:spPr>
        <a:xfrm>
          <a:off x="0" y="22920"/>
          <a:ext cx="8019497" cy="9149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 err="1"/>
            <a:t>Create</a:t>
          </a:r>
          <a:r>
            <a:rPr lang="pt-BR" sz="2300" kern="1200" dirty="0"/>
            <a:t> </a:t>
          </a:r>
          <a:r>
            <a:rPr lang="pt-BR" sz="2300" kern="1200" dirty="0" err="1"/>
            <a:t>your</a:t>
          </a:r>
          <a:r>
            <a:rPr lang="pt-BR" sz="2300" kern="1200" dirty="0"/>
            <a:t> </a:t>
          </a:r>
          <a:r>
            <a:rPr lang="pt-BR" sz="2300" kern="1200" dirty="0" err="1"/>
            <a:t>own</a:t>
          </a:r>
          <a:r>
            <a:rPr lang="pt-BR" sz="2300" kern="1200" dirty="0"/>
            <a:t> </a:t>
          </a:r>
          <a:r>
            <a:rPr lang="pt-BR" sz="2300" kern="1200" dirty="0" err="1"/>
            <a:t>Repository</a:t>
          </a:r>
          <a:r>
            <a:rPr lang="pt-BR" sz="2300" kern="1200" dirty="0"/>
            <a:t> </a:t>
          </a:r>
          <a:r>
            <a:rPr lang="pt-BR" sz="2300" kern="1200" dirty="0" err="1"/>
            <a:t>named</a:t>
          </a:r>
          <a:r>
            <a:rPr lang="pt-BR" sz="2300" kern="1200" dirty="0"/>
            <a:t> DE-</a:t>
          </a:r>
          <a:r>
            <a:rPr lang="pt-BR" sz="2300" kern="1200" dirty="0" err="1"/>
            <a:t>your_initials</a:t>
          </a:r>
          <a:r>
            <a:rPr lang="pt-BR" sz="2300" kern="1200" dirty="0"/>
            <a:t> </a:t>
          </a:r>
          <a:r>
            <a:rPr lang="pt-BR" sz="2300" kern="1200" dirty="0" err="1"/>
            <a:t>with</a:t>
          </a:r>
          <a:r>
            <a:rPr lang="pt-BR" sz="2300" kern="1200" dirty="0"/>
            <a:t> a README.me file</a:t>
          </a:r>
          <a:endParaRPr lang="en-US" sz="2300" kern="1200" dirty="0"/>
        </a:p>
      </dsp:txBody>
      <dsp:txXfrm>
        <a:off x="44664" y="67584"/>
        <a:ext cx="7930169" cy="825612"/>
      </dsp:txXfrm>
    </dsp:sp>
    <dsp:sp modelId="{005874A7-5E56-46EB-AFB8-950760F1620F}">
      <dsp:nvSpPr>
        <dsp:cNvPr id="0" name=""/>
        <dsp:cNvSpPr/>
      </dsp:nvSpPr>
      <dsp:spPr>
        <a:xfrm>
          <a:off x="0" y="1004100"/>
          <a:ext cx="8019497" cy="914940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Open README.md</a:t>
          </a:r>
          <a:br>
            <a:rPr lang="en-US" sz="2300" kern="1200" dirty="0"/>
          </a:br>
          <a:r>
            <a:rPr lang="en-US" sz="2300" kern="1200" dirty="0"/>
            <a:t>Add </a:t>
          </a:r>
          <a:r>
            <a:rPr lang="en-US" sz="2300" b="1" kern="1200" dirty="0"/>
            <a:t>only your initials</a:t>
          </a:r>
          <a:r>
            <a:rPr lang="en-US" sz="2300" kern="1200" dirty="0"/>
            <a:t> on a new line.</a:t>
          </a:r>
        </a:p>
      </dsp:txBody>
      <dsp:txXfrm>
        <a:off x="44664" y="1048764"/>
        <a:ext cx="7930169" cy="825612"/>
      </dsp:txXfrm>
    </dsp:sp>
    <dsp:sp modelId="{592219F8-3BD0-4AC4-90DA-1C76AD2EAED2}">
      <dsp:nvSpPr>
        <dsp:cNvPr id="0" name=""/>
        <dsp:cNvSpPr/>
      </dsp:nvSpPr>
      <dsp:spPr>
        <a:xfrm>
          <a:off x="0" y="1985280"/>
          <a:ext cx="8019497" cy="91494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Create a New File on main branch named after your initials - Example: TGVP.md (Add your initials as a comment inside)</a:t>
          </a:r>
        </a:p>
      </dsp:txBody>
      <dsp:txXfrm>
        <a:off x="44664" y="2029944"/>
        <a:ext cx="7930169" cy="825612"/>
      </dsp:txXfrm>
    </dsp:sp>
    <dsp:sp modelId="{60F09819-1B44-4CD1-A891-9BFF1D539356}">
      <dsp:nvSpPr>
        <dsp:cNvPr id="0" name=""/>
        <dsp:cNvSpPr/>
      </dsp:nvSpPr>
      <dsp:spPr>
        <a:xfrm>
          <a:off x="0" y="2966461"/>
          <a:ext cx="8019497" cy="91494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 dirty="0" err="1"/>
            <a:t>Commit</a:t>
          </a:r>
          <a:r>
            <a:rPr lang="pt-PT" sz="2300" kern="1200" dirty="0"/>
            <a:t> </a:t>
          </a:r>
          <a:r>
            <a:rPr lang="pt-PT" sz="2300" kern="1200" dirty="0" err="1"/>
            <a:t>with</a:t>
          </a:r>
          <a:r>
            <a:rPr lang="pt-PT" sz="2300" kern="1200" dirty="0"/>
            <a:t> </a:t>
          </a:r>
          <a:r>
            <a:rPr lang="pt-PT" sz="2300" kern="1200" dirty="0" err="1"/>
            <a:t>an</a:t>
          </a:r>
          <a:r>
            <a:rPr lang="pt-PT" sz="2300" kern="1200" dirty="0"/>
            <a:t> </a:t>
          </a:r>
          <a:r>
            <a:rPr lang="pt-PT" sz="2300" kern="1200" dirty="0" err="1"/>
            <a:t>informative</a:t>
          </a:r>
          <a:r>
            <a:rPr lang="pt-PT" sz="2300" kern="1200" dirty="0"/>
            <a:t> </a:t>
          </a:r>
          <a:r>
            <a:rPr lang="pt-PT" sz="2300" kern="1200" dirty="0" err="1"/>
            <a:t>message</a:t>
          </a:r>
          <a:r>
            <a:rPr lang="pt-PT" sz="2300" kern="1200" dirty="0"/>
            <a:t> (</a:t>
          </a:r>
          <a:r>
            <a:rPr lang="pt-PT" sz="2300" b="1" kern="1200" dirty="0" err="1"/>
            <a:t>git</a:t>
          </a:r>
          <a:r>
            <a:rPr lang="pt-PT" sz="2300" b="1" kern="1200" dirty="0"/>
            <a:t> </a:t>
          </a:r>
          <a:r>
            <a:rPr lang="pt-PT" sz="2300" b="1" kern="1200" dirty="0" err="1"/>
            <a:t>commit</a:t>
          </a:r>
          <a:r>
            <a:rPr lang="pt-PT" sz="2300" b="1" kern="1200" dirty="0"/>
            <a:t> –m “</a:t>
          </a:r>
          <a:r>
            <a:rPr lang="pt-PT" sz="2300" b="1" kern="1200" dirty="0" err="1"/>
            <a:t>message</a:t>
          </a:r>
          <a:r>
            <a:rPr lang="pt-PT" sz="2300" b="1" kern="1200" dirty="0"/>
            <a:t>”</a:t>
          </a:r>
          <a:r>
            <a:rPr lang="pt-PT" sz="2300" kern="1200" dirty="0"/>
            <a:t>)</a:t>
          </a:r>
          <a:endParaRPr lang="en-US" sz="2300" kern="1200" dirty="0"/>
        </a:p>
      </dsp:txBody>
      <dsp:txXfrm>
        <a:off x="44664" y="3011125"/>
        <a:ext cx="7930169" cy="825612"/>
      </dsp:txXfrm>
    </dsp:sp>
    <dsp:sp modelId="{230F2B42-AD92-4AE4-BA69-929C4179D057}">
      <dsp:nvSpPr>
        <dsp:cNvPr id="0" name=""/>
        <dsp:cNvSpPr/>
      </dsp:nvSpPr>
      <dsp:spPr>
        <a:xfrm>
          <a:off x="0" y="3947641"/>
          <a:ext cx="8019497" cy="91494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 err="1"/>
            <a:t>Create</a:t>
          </a:r>
          <a:r>
            <a:rPr lang="pt-BR" sz="2300" kern="1200" dirty="0"/>
            <a:t> a Branch </a:t>
          </a:r>
          <a:r>
            <a:rPr lang="pt-BR" sz="2300" kern="1200" dirty="0" err="1"/>
            <a:t>named</a:t>
          </a:r>
          <a:r>
            <a:rPr lang="pt-BR" sz="2300" kern="1200" dirty="0"/>
            <a:t> feature-</a:t>
          </a:r>
          <a:r>
            <a:rPr lang="pt-BR" sz="2300" kern="1200" dirty="0" err="1"/>
            <a:t>your_initials</a:t>
          </a:r>
          <a:r>
            <a:rPr lang="pt-BR" sz="2300" kern="1200" dirty="0"/>
            <a:t> (remembre </a:t>
          </a:r>
          <a:r>
            <a:rPr lang="pt-BR" sz="2300" kern="1200" dirty="0" err="1"/>
            <a:t>to</a:t>
          </a:r>
          <a:r>
            <a:rPr lang="pt-BR" sz="2300" kern="1200" dirty="0"/>
            <a:t> checkout </a:t>
          </a:r>
          <a:r>
            <a:rPr lang="pt-BR" sz="2300" kern="1200" dirty="0" err="1"/>
            <a:t>to</a:t>
          </a:r>
          <a:r>
            <a:rPr lang="pt-BR" sz="2300" kern="1200" dirty="0"/>
            <a:t> it – </a:t>
          </a:r>
          <a:r>
            <a:rPr lang="pt-BR" sz="2300" b="1" kern="1200" dirty="0" err="1"/>
            <a:t>git</a:t>
          </a:r>
          <a:r>
            <a:rPr lang="pt-BR" sz="2300" b="1" kern="1200" dirty="0"/>
            <a:t> checkout feature-</a:t>
          </a:r>
          <a:r>
            <a:rPr lang="pt-BR" sz="2300" b="1" kern="1200" dirty="0" err="1"/>
            <a:t>your_initials</a:t>
          </a:r>
          <a:r>
            <a:rPr lang="pt-BR" sz="2300" kern="1200" dirty="0"/>
            <a:t>)</a:t>
          </a:r>
          <a:endParaRPr lang="en-US" sz="2300" kern="1200" dirty="0"/>
        </a:p>
      </dsp:txBody>
      <dsp:txXfrm>
        <a:off x="44664" y="3992305"/>
        <a:ext cx="7930169" cy="825612"/>
      </dsp:txXfrm>
    </dsp:sp>
    <dsp:sp modelId="{D0B579C4-3E19-4056-A49A-D9EC9BBC04B9}">
      <dsp:nvSpPr>
        <dsp:cNvPr id="0" name=""/>
        <dsp:cNvSpPr/>
      </dsp:nvSpPr>
      <dsp:spPr>
        <a:xfrm>
          <a:off x="0" y="4928821"/>
          <a:ext cx="8019497" cy="914940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 dirty="0" err="1"/>
            <a:t>Add</a:t>
          </a:r>
          <a:r>
            <a:rPr lang="pt-PT" sz="2300" kern="1200" dirty="0"/>
            <a:t> a </a:t>
          </a:r>
          <a:r>
            <a:rPr lang="pt-PT" sz="2300" kern="1200" dirty="0" err="1"/>
            <a:t>new</a:t>
          </a:r>
          <a:r>
            <a:rPr lang="pt-PT" sz="2300" kern="1200" dirty="0"/>
            <a:t> file </a:t>
          </a:r>
          <a:r>
            <a:rPr lang="pt-PT" sz="2300" kern="1200" dirty="0" err="1"/>
            <a:t>named</a:t>
          </a:r>
          <a:r>
            <a:rPr lang="pt-PT" sz="2300" kern="1200" dirty="0"/>
            <a:t> </a:t>
          </a:r>
          <a:r>
            <a:rPr lang="pt-PT" sz="2300" b="1" kern="1200" dirty="0"/>
            <a:t>feature-your_initials.md (use </a:t>
          </a:r>
          <a:r>
            <a:rPr lang="pt-PT" sz="2300" b="1" kern="1200" dirty="0" err="1"/>
            <a:t>git</a:t>
          </a:r>
          <a:r>
            <a:rPr lang="pt-PT" sz="2300" b="1" kern="1200" dirty="0"/>
            <a:t> </a:t>
          </a:r>
          <a:r>
            <a:rPr lang="pt-PT" sz="2300" b="1" kern="1200" dirty="0" err="1"/>
            <a:t>add</a:t>
          </a:r>
          <a:r>
            <a:rPr lang="pt-PT" sz="2300" b="1" kern="1200" dirty="0"/>
            <a:t>)</a:t>
          </a:r>
          <a:endParaRPr lang="pt-BR" sz="2300" b="1" kern="1200" dirty="0"/>
        </a:p>
      </dsp:txBody>
      <dsp:txXfrm>
        <a:off x="44664" y="4973485"/>
        <a:ext cx="7930169" cy="825612"/>
      </dsp:txXfrm>
    </dsp:sp>
    <dsp:sp modelId="{9586C1A8-F5CF-4A48-A692-5ACEACBC5B76}">
      <dsp:nvSpPr>
        <dsp:cNvPr id="0" name=""/>
        <dsp:cNvSpPr/>
      </dsp:nvSpPr>
      <dsp:spPr>
        <a:xfrm>
          <a:off x="0" y="5910001"/>
          <a:ext cx="8019497" cy="9149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 dirty="0" err="1"/>
            <a:t>Commit</a:t>
          </a:r>
          <a:r>
            <a:rPr lang="pt-PT" sz="2300" kern="1200" dirty="0"/>
            <a:t> </a:t>
          </a:r>
          <a:r>
            <a:rPr lang="pt-PT" sz="2300" kern="1200" dirty="0" err="1"/>
            <a:t>with</a:t>
          </a:r>
          <a:r>
            <a:rPr lang="pt-PT" sz="2300" kern="1200" dirty="0"/>
            <a:t> </a:t>
          </a:r>
          <a:r>
            <a:rPr lang="pt-PT" sz="2300" kern="1200" dirty="0" err="1"/>
            <a:t>an</a:t>
          </a:r>
          <a:r>
            <a:rPr lang="pt-PT" sz="2300" kern="1200" dirty="0"/>
            <a:t> </a:t>
          </a:r>
          <a:r>
            <a:rPr lang="pt-PT" sz="2300" kern="1200" dirty="0" err="1"/>
            <a:t>informative</a:t>
          </a:r>
          <a:r>
            <a:rPr lang="pt-PT" sz="2300" kern="1200" dirty="0"/>
            <a:t> </a:t>
          </a:r>
          <a:r>
            <a:rPr lang="pt-PT" sz="2300" kern="1200" dirty="0" err="1"/>
            <a:t>message</a:t>
          </a:r>
          <a:endParaRPr lang="pt-BR" sz="2300" kern="1200" dirty="0"/>
        </a:p>
      </dsp:txBody>
      <dsp:txXfrm>
        <a:off x="44664" y="5954665"/>
        <a:ext cx="7930169" cy="82561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1874B-0E32-49F3-92C2-FA40290EEB5B}">
      <dsp:nvSpPr>
        <dsp:cNvPr id="0" name=""/>
        <dsp:cNvSpPr/>
      </dsp:nvSpPr>
      <dsp:spPr>
        <a:xfrm>
          <a:off x="0" y="479248"/>
          <a:ext cx="5180603" cy="11536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Push to the remote repository (</a:t>
          </a:r>
          <a:r>
            <a:rPr lang="en-US" sz="2900" b="1" kern="1200" dirty="0"/>
            <a:t>git push –u origin</a:t>
          </a:r>
          <a:r>
            <a:rPr lang="en-US" sz="2900" kern="1200" dirty="0"/>
            <a:t> main)</a:t>
          </a:r>
        </a:p>
      </dsp:txBody>
      <dsp:txXfrm>
        <a:off x="56315" y="535563"/>
        <a:ext cx="5067973" cy="1040990"/>
      </dsp:txXfrm>
    </dsp:sp>
    <dsp:sp modelId="{005874A7-5E56-46EB-AFB8-950760F1620F}">
      <dsp:nvSpPr>
        <dsp:cNvPr id="0" name=""/>
        <dsp:cNvSpPr/>
      </dsp:nvSpPr>
      <dsp:spPr>
        <a:xfrm>
          <a:off x="0" y="1716388"/>
          <a:ext cx="5180603" cy="11536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Open a Pull Request</a:t>
          </a:r>
        </a:p>
      </dsp:txBody>
      <dsp:txXfrm>
        <a:off x="56315" y="1772703"/>
        <a:ext cx="5067973" cy="104099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1874B-0E32-49F3-92C2-FA40290EEB5B}">
      <dsp:nvSpPr>
        <dsp:cNvPr id="0" name=""/>
        <dsp:cNvSpPr/>
      </dsp:nvSpPr>
      <dsp:spPr>
        <a:xfrm>
          <a:off x="0" y="479248"/>
          <a:ext cx="5180603" cy="11536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Push to the remote repository (git push –u origin main)</a:t>
          </a:r>
        </a:p>
      </dsp:txBody>
      <dsp:txXfrm>
        <a:off x="56315" y="535563"/>
        <a:ext cx="5067973" cy="1040990"/>
      </dsp:txXfrm>
    </dsp:sp>
    <dsp:sp modelId="{005874A7-5E56-46EB-AFB8-950760F1620F}">
      <dsp:nvSpPr>
        <dsp:cNvPr id="0" name=""/>
        <dsp:cNvSpPr/>
      </dsp:nvSpPr>
      <dsp:spPr>
        <a:xfrm>
          <a:off x="0" y="1716388"/>
          <a:ext cx="5180603" cy="11536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Open a Pull Request</a:t>
          </a:r>
        </a:p>
      </dsp:txBody>
      <dsp:txXfrm>
        <a:off x="56315" y="1772703"/>
        <a:ext cx="5067973" cy="104099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1874B-0E32-49F3-92C2-FA40290EEB5B}">
      <dsp:nvSpPr>
        <dsp:cNvPr id="0" name=""/>
        <dsp:cNvSpPr/>
      </dsp:nvSpPr>
      <dsp:spPr>
        <a:xfrm>
          <a:off x="0" y="17367"/>
          <a:ext cx="7749530" cy="7616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Always Pull Before Starting Work</a:t>
          </a:r>
        </a:p>
      </dsp:txBody>
      <dsp:txXfrm>
        <a:off x="37182" y="54549"/>
        <a:ext cx="7675166" cy="687306"/>
      </dsp:txXfrm>
    </dsp:sp>
    <dsp:sp modelId="{005874A7-5E56-46EB-AFB8-950760F1620F}">
      <dsp:nvSpPr>
        <dsp:cNvPr id="0" name=""/>
        <dsp:cNvSpPr/>
      </dsp:nvSpPr>
      <dsp:spPr>
        <a:xfrm>
          <a:off x="0" y="868317"/>
          <a:ext cx="7749530" cy="76167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Your friends might have pushed changes</a:t>
          </a:r>
        </a:p>
      </dsp:txBody>
      <dsp:txXfrm>
        <a:off x="37182" y="905499"/>
        <a:ext cx="7675166" cy="687306"/>
      </dsp:txXfrm>
    </dsp:sp>
    <dsp:sp modelId="{FC4FBACA-9064-4A68-A335-0B35C5143B0C}">
      <dsp:nvSpPr>
        <dsp:cNvPr id="0" name=""/>
        <dsp:cNvSpPr/>
      </dsp:nvSpPr>
      <dsp:spPr>
        <a:xfrm>
          <a:off x="0" y="1719268"/>
          <a:ext cx="7749530" cy="76167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kern="1200" dirty="0"/>
            <a:t>&gt; </a:t>
          </a:r>
          <a:r>
            <a:rPr lang="pt-BR" sz="3100" b="1" kern="1200" dirty="0" err="1"/>
            <a:t>git</a:t>
          </a:r>
          <a:r>
            <a:rPr lang="pt-BR" sz="3100" b="1" kern="1200" dirty="0"/>
            <a:t> </a:t>
          </a:r>
          <a:r>
            <a:rPr lang="pt-BR" sz="3100" b="1" kern="1200" dirty="0" err="1"/>
            <a:t>pull</a:t>
          </a:r>
          <a:r>
            <a:rPr lang="pt-BR" sz="3100" kern="1200" dirty="0"/>
            <a:t> </a:t>
          </a:r>
          <a:r>
            <a:rPr lang="pt-BR" sz="3100" b="1" kern="1200" dirty="0" err="1"/>
            <a:t>origin</a:t>
          </a:r>
          <a:r>
            <a:rPr lang="pt-BR" sz="3100" kern="1200" dirty="0"/>
            <a:t> </a:t>
          </a:r>
          <a:r>
            <a:rPr lang="pt-BR" sz="3100" kern="1200" dirty="0" err="1"/>
            <a:t>main</a:t>
          </a:r>
          <a:endParaRPr lang="pt-BR" sz="3100" kern="1200" dirty="0"/>
        </a:p>
      </dsp:txBody>
      <dsp:txXfrm>
        <a:off x="37182" y="1756450"/>
        <a:ext cx="7675166" cy="687306"/>
      </dsp:txXfrm>
    </dsp:sp>
    <dsp:sp modelId="{60194B9C-054B-4836-85F3-9083D015FEC6}">
      <dsp:nvSpPr>
        <dsp:cNvPr id="0" name=""/>
        <dsp:cNvSpPr/>
      </dsp:nvSpPr>
      <dsp:spPr>
        <a:xfrm>
          <a:off x="0" y="2570218"/>
          <a:ext cx="7749530" cy="76167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100" b="1" kern="1200" dirty="0">
              <a:solidFill>
                <a:schemeClr val="bg1"/>
              </a:solidFill>
            </a:rPr>
            <a:t>Deadline: 10/04/2026</a:t>
          </a:r>
          <a:endParaRPr lang="pt-BR" sz="3100" b="1" kern="1200" dirty="0">
            <a:solidFill>
              <a:schemeClr val="bg1"/>
            </a:solidFill>
          </a:endParaRPr>
        </a:p>
      </dsp:txBody>
      <dsp:txXfrm>
        <a:off x="37182" y="2607400"/>
        <a:ext cx="7675166" cy="687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16D7B-54CF-4812-845D-09768C29A0B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7FC7F-256D-4317-A2FC-481547F286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76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44C08902-D284-8568-29E8-C25A955F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246721742d_0_860:notes">
            <a:extLst>
              <a:ext uri="{FF2B5EF4-FFF2-40B4-BE49-F238E27FC236}">
                <a16:creationId xmlns:a16="http://schemas.microsoft.com/office/drawing/2014/main" id="{F4EDE843-FBFA-5A63-E970-F8B5E58BF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246721742d_0_860:notes">
            <a:extLst>
              <a:ext uri="{FF2B5EF4-FFF2-40B4-BE49-F238E27FC236}">
                <a16:creationId xmlns:a16="http://schemas.microsoft.com/office/drawing/2014/main" id="{CCED9ECF-9AF2-93CD-876D-779D1355B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235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246721742d_0_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246721742d_0_8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246721742d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246721742d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>
          <a:extLst>
            <a:ext uri="{FF2B5EF4-FFF2-40B4-BE49-F238E27FC236}">
              <a16:creationId xmlns:a16="http://schemas.microsoft.com/office/drawing/2014/main" id="{F55DDABE-504D-D64F-C964-5CF2CE4B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246721742d_0_836:notes">
            <a:extLst>
              <a:ext uri="{FF2B5EF4-FFF2-40B4-BE49-F238E27FC236}">
                <a16:creationId xmlns:a16="http://schemas.microsoft.com/office/drawing/2014/main" id="{E95C8280-82BF-FA7D-0062-7FC57314C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246721742d_0_836:notes">
            <a:extLst>
              <a:ext uri="{FF2B5EF4-FFF2-40B4-BE49-F238E27FC236}">
                <a16:creationId xmlns:a16="http://schemas.microsoft.com/office/drawing/2014/main" id="{14CF86BC-E827-F4DC-EF9C-4BB9CF624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996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>
          <a:extLst>
            <a:ext uri="{FF2B5EF4-FFF2-40B4-BE49-F238E27FC236}">
              <a16:creationId xmlns:a16="http://schemas.microsoft.com/office/drawing/2014/main" id="{6CB13092-3781-40B0-1E49-2C632EC5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246721742d_0_836:notes">
            <a:extLst>
              <a:ext uri="{FF2B5EF4-FFF2-40B4-BE49-F238E27FC236}">
                <a16:creationId xmlns:a16="http://schemas.microsoft.com/office/drawing/2014/main" id="{C6DE655C-022F-ED7E-7392-BF21729FC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246721742d_0_836:notes">
            <a:extLst>
              <a:ext uri="{FF2B5EF4-FFF2-40B4-BE49-F238E27FC236}">
                <a16:creationId xmlns:a16="http://schemas.microsoft.com/office/drawing/2014/main" id="{883569B8-9C7D-DDBA-6E6F-2860ED389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3067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246721742d_0_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2246721742d_0_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246721742d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246721742d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246721742d_0_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246721742d_0_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246721742d_0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246721742d_0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246721742d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246721742d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246721742d_0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246721742d_0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246721742d_0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246721742d_0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246721742d_0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246721742d_0_9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246721742d_0_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246721742d_0_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246721742d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246721742d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246721742d_0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246721742d_0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FD9759A9-9B5C-A200-CCF4-DD756D00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246721742d_0_816:notes">
            <a:extLst>
              <a:ext uri="{FF2B5EF4-FFF2-40B4-BE49-F238E27FC236}">
                <a16:creationId xmlns:a16="http://schemas.microsoft.com/office/drawing/2014/main" id="{4BCAC2A7-E976-0AAD-9089-9532BB0C9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246721742d_0_816:notes">
            <a:extLst>
              <a:ext uri="{FF2B5EF4-FFF2-40B4-BE49-F238E27FC236}">
                <a16:creationId xmlns:a16="http://schemas.microsoft.com/office/drawing/2014/main" id="{31A02C14-8A17-C243-5EAF-F8A348424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0173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246721742d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246721742d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246721742d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246721742d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246721742d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246721742d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246721742d_0_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246721742d_0_7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DAF3E4B1-CABE-2B53-ADD6-DD30F979E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246721742d_0_795:notes">
            <a:extLst>
              <a:ext uri="{FF2B5EF4-FFF2-40B4-BE49-F238E27FC236}">
                <a16:creationId xmlns:a16="http://schemas.microsoft.com/office/drawing/2014/main" id="{98C386F4-091D-384C-0EE3-993C479D1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246721742d_0_795:notes">
            <a:extLst>
              <a:ext uri="{FF2B5EF4-FFF2-40B4-BE49-F238E27FC236}">
                <a16:creationId xmlns:a16="http://schemas.microsoft.com/office/drawing/2014/main" id="{7D3D258B-F811-869E-79E1-74C7B1C22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7078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246721742d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246721742d_0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246721742d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246721742d_0_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246721742d_0_9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246721742d_0_9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246721742d_0_10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246721742d_0_10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C232CDBF-6CE9-00DB-A886-E5E23839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EA10A733-B94F-1E9B-308D-60960552F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2AD85452-E7D2-9396-EBAA-57C67FA2B5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52073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2C10A506-B78C-580E-E190-E2427785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CD65181A-BDCA-AE56-B8A3-AFD0C4764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94A8639D-796F-61AA-90DC-F963F9FC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92617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58A17011-0CC1-330A-EB92-5EE96DFAC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DDFC3D3C-4F12-91C6-332B-A062C17FD1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9371B82C-6C6D-BE21-A8FD-03AC5409F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9872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6D8452B7-DFEE-EC2F-D68F-F627594B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E17CF6FF-09BD-8616-19C5-83200FA10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9CC3B566-B995-D5D1-CECA-C02E48FD6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4657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61711DD8-5D60-678D-DDEA-BB23D7F3C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523D642E-F30A-4FF4-EE4D-EAD1D8618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637B5D3F-2E8F-0DC4-E16A-C6CA6A0F1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7686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14EE4CC8-A927-3DA7-4658-500C965F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C0CC8B79-4649-3538-79FF-40E17A5ED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E8E53048-AF9C-8664-81F3-A29B6B203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58778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76D334EC-7823-5279-1FCB-0B427C507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E1F5C158-D47E-659E-1F67-31D5981F4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8FF27C4F-F1B9-724F-16A8-0E21964B7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34012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A17126DD-908F-2772-607E-ABAA3D66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481DE687-AB51-CD1D-CDBC-94963E35D6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98A72D59-E4C2-76A3-D3BA-92DE41344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325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C6B46932-68C1-08BD-EF9B-97DE93B3B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DA1F891D-F62A-8CB1-7B5D-072C5C95E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1439C3BA-BAA9-8367-8D3B-7F4512F37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4373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CC2F8BAE-80B6-3A73-F70F-75245AA0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5BA852B3-9B53-DCBA-7349-487B51611C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265D58CE-5675-A6F3-BB67-0495768D8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91901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591314A8-366A-5722-B3E4-31D182D45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C80CEDAB-EFBC-0E59-5574-ABCD5988D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F6C2E3A0-48B2-2B89-53B6-F6032F8E0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75870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53710E16-20EA-336E-8B7B-41BC687A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246721742d_0_978:notes">
            <a:extLst>
              <a:ext uri="{FF2B5EF4-FFF2-40B4-BE49-F238E27FC236}">
                <a16:creationId xmlns:a16="http://schemas.microsoft.com/office/drawing/2014/main" id="{4D502242-6B66-39BC-9DD0-DDFC18192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2246721742d_0_978:notes">
            <a:extLst>
              <a:ext uri="{FF2B5EF4-FFF2-40B4-BE49-F238E27FC236}">
                <a16:creationId xmlns:a16="http://schemas.microsoft.com/office/drawing/2014/main" id="{9C41DC52-6C81-3141-DE57-11FE69019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533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028AE-0DB3-66CE-DF16-73DF71005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923D49-C0A4-B8E6-DFAA-9F905EF8A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D7BC9-CC8A-6725-9627-84D02BB6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A442D-398F-784C-F252-AC255DD4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04B840-75C1-75C4-89FD-46A8E604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98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82BF2-A6D8-E6A8-A37F-24A0265E3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E7D48D-B71E-EA40-5B3C-417E9C973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F3485E-EE68-88F2-B44E-51A7B371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16399-D15E-A059-851D-6EB28FCF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A96B44-0191-477D-8953-9DF58313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23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4E137-C57E-F4F7-A7EA-18219BDF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6CBA8A-DA7F-3940-43F9-6D9931282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DE6972-4658-BE68-0E6E-CF042195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A2C4A4-7191-F5A8-2BD3-8D3F08443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20AD8B-7D5C-BBA0-37A1-65E70F34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636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13438-2F97-E4CF-686C-F658192B8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931C4B-9A3F-DC3F-52B6-08A9DB773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3EED4C6-2AEC-5835-DAA3-87FDC3940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505ACB-D6B4-A2D2-C580-90AC4774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9B081A-8F5E-1F53-7970-49A2E0D4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019F78-A310-FC03-5527-286E40954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16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373FE-18B0-691B-E1B6-35F5A1241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29AEBF-4475-442E-62A9-F17309BA0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C2E9B7-8292-F35A-C70E-0D636FDF8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86D6F3-5730-49D6-38DF-EFA170F72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AD4672-33C7-13CE-EEB4-36FD3303C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4A35B8-BC49-CA85-16B8-5A45757E8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42A3BF-F82C-6ED9-0D79-9AFBA60F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E697E4-066C-1242-3F2A-B6EA39A8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17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3535B-FCE2-B931-0D38-C6DCB8CB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0E2556-6603-6A0C-9EE0-49570379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89D9BD-7EA4-CF25-B558-45336CD7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7CB84B-D10B-8F5C-FBB0-D6D5B8C6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38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EF4BEF-C636-2EE8-5667-7D3A980B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B9D9B2-9E0F-6007-2884-AB8A8AC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369717-D498-1FB4-1A5A-90486BA0A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21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FFCF1-C692-CBE5-9FC5-754DDC6D6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D7CAF7-6CC6-4F26-9A2C-DAD965B0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767752-5F88-EE7E-037C-831028A8A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9934A7-DB6F-E3B3-5DB8-7C2F007F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A4C703-93E7-5302-3B99-76AB762D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E8E732-2B69-7C27-2C83-A1BE7270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69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62078-439F-5EB5-FBD9-74F592C9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87E242-4D86-ECA8-2689-DC9EB2728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7955BD-1BC5-EED6-0935-BF3D4BEC2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3B3217-CF56-4DAD-24B4-334791FD7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324943-9D60-1979-B169-AD2AA401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4BD482-1B55-FBE4-2026-839804B5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59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0BD81-1480-A618-1C2E-E68EBFD3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98F0DF-210A-C569-BFB6-3C5978EEC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BCAB4-9B0A-B182-6083-B49912C9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89D7A0-7482-1706-4CA0-CA5A013A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80911C-AF63-C350-2207-EF7D6B92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89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FDAE28-EE86-20AB-89B6-048E32024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C616F1-E0BA-D246-E90D-BD42FADE6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4F128A-2BCB-A4D0-A06C-AEC7F555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75037C-FDAD-6292-2BD2-DFFCEED3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CD1454-DF11-9D5D-1249-1135B082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411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>
  <p:cSld name="Title and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3480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3480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marL="1219170" lvl="1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10912879" y="6323618"/>
            <a:ext cx="273600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Gill San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640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55E05D-BC2F-ADF3-3673-0EC51297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E16C7D-8FE5-9C70-1E17-4D3B3301A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574834-AABD-9CEF-2046-8DECC2BE7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C0C29-10F8-4A19-B61C-215C941D79AB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FDE86-C7F0-702E-C9AA-AA22BADEC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D6A16C-3707-09A5-C1D9-0A4118AA8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5EDFB-822D-49B2-8A6C-312D6D5AD8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21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vp" TargetMode="External"/><Relationship Id="rId2" Type="http://schemas.openxmlformats.org/officeDocument/2006/relationships/hyperlink" Target="mailto:p7392@ulusofona.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Relationship Id="rId9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10" Type="http://schemas.openxmlformats.org/officeDocument/2006/relationships/image" Target="../media/image41.png"/><Relationship Id="rId4" Type="http://schemas.openxmlformats.org/officeDocument/2006/relationships/diagramLayout" Target="../diagrams/layout21.xml"/><Relationship Id="rId9" Type="http://schemas.openxmlformats.org/officeDocument/2006/relationships/image" Target="../media/image4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Relationship Id="rId9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Relationship Id="rId9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14EC-3866-C16D-AABF-509E855E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393290"/>
            <a:ext cx="11887200" cy="3270286"/>
          </a:xfrm>
        </p:spPr>
        <p:txBody>
          <a:bodyPr anchor="b">
            <a:normAutofit/>
          </a:bodyPr>
          <a:lstStyle/>
          <a:p>
            <a:r>
              <a:rPr lang="pt-PT" sz="4800" dirty="0">
                <a:solidFill>
                  <a:srgbClr val="FFFFFF"/>
                </a:solidFill>
              </a:rPr>
              <a:t>Fundamentals in Data </a:t>
            </a:r>
            <a:r>
              <a:rPr lang="pt-PT" sz="4800" dirty="0" err="1">
                <a:solidFill>
                  <a:srgbClr val="FFFFFF"/>
                </a:solidFill>
              </a:rPr>
              <a:t>Engineering</a:t>
            </a:r>
            <a:endParaRPr lang="pt-BR" sz="48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68529-A030-BD38-C8C9-50A22C8AE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Autofit/>
          </a:bodyPr>
          <a:lstStyle/>
          <a:p>
            <a:pPr algn="l"/>
            <a:r>
              <a:rPr lang="pt-PT" sz="3200" b="1" dirty="0"/>
              <a:t>Thiago de Paiva</a:t>
            </a:r>
          </a:p>
          <a:p>
            <a:pPr algn="l"/>
            <a:r>
              <a:rPr lang="pt-PT" sz="3200" b="1" dirty="0">
                <a:hlinkClick r:id="rId2"/>
              </a:rPr>
              <a:t>p7392@ulusofona.pt</a:t>
            </a:r>
            <a:endParaRPr lang="pt-PT" sz="3200" b="1" dirty="0"/>
          </a:p>
          <a:p>
            <a:pPr algn="l"/>
            <a:r>
              <a:rPr lang="pt-PT" sz="3200" b="1" dirty="0">
                <a:hlinkClick r:id="rId3"/>
              </a:rPr>
              <a:t>https://github.com/tgvp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278631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B91B0A-7200-F035-ECE3-B68431A5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ctr"/>
            <a:r>
              <a:rPr lang="pt-PT" sz="4000" dirty="0" err="1">
                <a:solidFill>
                  <a:srgbClr val="FFFFFF"/>
                </a:solidFill>
              </a:rPr>
              <a:t>Git</a:t>
            </a:r>
            <a:endParaRPr lang="pt-BR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9450C2-AAE5-A505-B21C-266DFEC1A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pt-PT" sz="2000" dirty="0" err="1"/>
              <a:t>Review</a:t>
            </a:r>
            <a:r>
              <a:rPr lang="pt-PT" sz="2000" dirty="0"/>
              <a:t> </a:t>
            </a:r>
            <a:r>
              <a:rPr lang="pt-PT" sz="2000" dirty="0" err="1"/>
              <a:t>last</a:t>
            </a:r>
            <a:r>
              <a:rPr lang="pt-PT" sz="2000" dirty="0"/>
              <a:t> </a:t>
            </a:r>
            <a:r>
              <a:rPr lang="pt-PT" sz="2000" dirty="0" err="1"/>
              <a:t>class</a:t>
            </a:r>
            <a:r>
              <a:rPr lang="pt-PT" sz="2000" dirty="0"/>
              <a:t> </a:t>
            </a:r>
            <a:r>
              <a:rPr lang="pt-PT" sz="2000" dirty="0" err="1"/>
              <a:t>topics</a:t>
            </a:r>
            <a:r>
              <a:rPr lang="pt-PT" sz="2000" dirty="0"/>
              <a:t> </a:t>
            </a:r>
            <a:r>
              <a:rPr lang="pt-PT" sz="2000" dirty="0" err="1"/>
              <a:t>on</a:t>
            </a:r>
            <a:r>
              <a:rPr lang="pt-PT" sz="2000" dirty="0"/>
              <a:t> </a:t>
            </a:r>
            <a:r>
              <a:rPr lang="pt-PT" sz="2000" dirty="0" err="1"/>
              <a:t>versioning</a:t>
            </a:r>
            <a:endParaRPr lang="pt-PT" sz="2000" dirty="0"/>
          </a:p>
          <a:p>
            <a:r>
              <a:rPr lang="pt-PT" sz="2000" dirty="0" err="1"/>
              <a:t>Initial</a:t>
            </a:r>
            <a:r>
              <a:rPr lang="pt-PT" sz="2000" dirty="0"/>
              <a:t> Setup</a:t>
            </a:r>
          </a:p>
          <a:p>
            <a:r>
              <a:rPr lang="pt-PT" sz="2000" dirty="0" err="1"/>
              <a:t>Configuration</a:t>
            </a:r>
            <a:endParaRPr lang="pt-PT" sz="2000" dirty="0"/>
          </a:p>
          <a:p>
            <a:r>
              <a:rPr lang="pt-PT" sz="2000" dirty="0" err="1"/>
              <a:t>Practice</a:t>
            </a:r>
            <a:endParaRPr lang="pt-PT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87234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SETUP</a:t>
            </a:r>
          </a:p>
        </p:txBody>
      </p:sp>
      <p:graphicFrame>
        <p:nvGraphicFramePr>
          <p:cNvPr id="529" name="Google Shape;527;p83">
            <a:extLst>
              <a:ext uri="{FF2B5EF4-FFF2-40B4-BE49-F238E27FC236}">
                <a16:creationId xmlns:a16="http://schemas.microsoft.com/office/drawing/2014/main" id="{E9C76909-4618-68F6-424B-8ED6446970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2039113"/>
              </p:ext>
            </p:extLst>
          </p:nvPr>
        </p:nvGraphicFramePr>
        <p:xfrm>
          <a:off x="0" y="1575458"/>
          <a:ext cx="12191998" cy="528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B4BA3D5B-91E0-2F2E-A735-0A393253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3" name="Rectangle 532">
            <a:extLst>
              <a:ext uri="{FF2B5EF4-FFF2-40B4-BE49-F238E27FC236}">
                <a16:creationId xmlns:a16="http://schemas.microsoft.com/office/drawing/2014/main" id="{619CBD6D-5375-192D-6F78-D0AC5571E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FFDC0A12-E0C8-881A-3555-019D1C8FC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9112BBB-D60A-08D6-0251-962673BDF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961E94D3-6124-B080-7A68-FC66999BA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6" name="Google Shape;526;p83">
            <a:extLst>
              <a:ext uri="{FF2B5EF4-FFF2-40B4-BE49-F238E27FC236}">
                <a16:creationId xmlns:a16="http://schemas.microsoft.com/office/drawing/2014/main" id="{3E8B6273-8494-1B2A-D281-26F7E9D7FA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</a:rPr>
              <a:t>Config steps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29" name="Google Shape;527;p83">
            <a:extLst>
              <a:ext uri="{FF2B5EF4-FFF2-40B4-BE49-F238E27FC236}">
                <a16:creationId xmlns:a16="http://schemas.microsoft.com/office/drawing/2014/main" id="{4358360B-C713-E96F-852F-11CB5864C5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3150926"/>
              </p:ext>
            </p:extLst>
          </p:nvPr>
        </p:nvGraphicFramePr>
        <p:xfrm>
          <a:off x="644056" y="1575459"/>
          <a:ext cx="10927829" cy="5169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56251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0" name="Rectangle 5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" name="Google Shape;513;p81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Three different states</a:t>
            </a:r>
          </a:p>
        </p:txBody>
      </p:sp>
      <p:graphicFrame>
        <p:nvGraphicFramePr>
          <p:cNvPr id="516" name="Google Shape;514;p81">
            <a:extLst>
              <a:ext uri="{FF2B5EF4-FFF2-40B4-BE49-F238E27FC236}">
                <a16:creationId xmlns:a16="http://schemas.microsoft.com/office/drawing/2014/main" id="{6928E09A-681D-7B16-1F59-08B50C7C14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93000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9" name="Rectangle 57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Google Shape;571;p90"/>
          <p:cNvSpPr txBox="1"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/>
              <a:t>Practice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72" name="Google Shape;572;p90"/>
          <p:cNvSpPr txBox="1">
            <a:spLocks noGrp="1"/>
          </p:cNvSpPr>
          <p:nvPr>
            <p:ph type="body" idx="1"/>
          </p:nvPr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indent="-228600"/>
            <a:r>
              <a:rPr lang="en-US" sz="2000" dirty="0"/>
              <a:t>We want to create a local repository with a README.md file and a list of students.</a:t>
            </a:r>
          </a:p>
          <a:p>
            <a:pPr marL="380985" indent="0">
              <a:buNone/>
            </a:pPr>
            <a:endParaRPr lang="en-US" sz="2000" dirty="0"/>
          </a:p>
        </p:txBody>
      </p:sp>
      <p:pic>
        <p:nvPicPr>
          <p:cNvPr id="576" name="Graphic 575" descr="Sala de aula">
            <a:extLst>
              <a:ext uri="{FF2B5EF4-FFF2-40B4-BE49-F238E27FC236}">
                <a16:creationId xmlns:a16="http://schemas.microsoft.com/office/drawing/2014/main" id="{9377B26B-245D-F88D-447E-535793C6D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2442" y="621610"/>
            <a:ext cx="5201023" cy="5201023"/>
          </a:xfrm>
          <a:prstGeom prst="rect">
            <a:avLst/>
          </a:prstGeom>
        </p:spPr>
      </p:pic>
      <p:sp>
        <p:nvSpPr>
          <p:cNvPr id="581" name="Rectangle 58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7">
          <a:extLst>
            <a:ext uri="{FF2B5EF4-FFF2-40B4-BE49-F238E27FC236}">
              <a16:creationId xmlns:a16="http://schemas.microsoft.com/office/drawing/2014/main" id="{E7813543-0B1F-32DE-9F11-7E2A04FE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5" name="Rectangle 504">
            <a:extLst>
              <a:ext uri="{FF2B5EF4-FFF2-40B4-BE49-F238E27FC236}">
                <a16:creationId xmlns:a16="http://schemas.microsoft.com/office/drawing/2014/main" id="{57B1225F-165E-0E77-FED9-FCBD1533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42823D73-A7BE-B072-CF87-CE67C3045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C64AF816-C178-3C4B-F677-8183E8295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8EDBF53A-C51F-992C-7652-957F663DD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8" name="Google Shape;498;p79">
            <a:extLst>
              <a:ext uri="{FF2B5EF4-FFF2-40B4-BE49-F238E27FC236}">
                <a16:creationId xmlns:a16="http://schemas.microsoft.com/office/drawing/2014/main" id="{CCDA9EFA-61B5-CEE9-2C8F-84B538BB86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Repository</a:t>
            </a:r>
          </a:p>
        </p:txBody>
      </p:sp>
      <p:graphicFrame>
        <p:nvGraphicFramePr>
          <p:cNvPr id="501" name="Google Shape;499;p79">
            <a:extLst>
              <a:ext uri="{FF2B5EF4-FFF2-40B4-BE49-F238E27FC236}">
                <a16:creationId xmlns:a16="http://schemas.microsoft.com/office/drawing/2014/main" id="{115250B1-2C6F-4463-085F-0087A0FEED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6149633"/>
              </p:ext>
            </p:extLst>
          </p:nvPr>
        </p:nvGraphicFramePr>
        <p:xfrm>
          <a:off x="0" y="1575459"/>
          <a:ext cx="12192000" cy="528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Google Shape;505;p80">
            <a:extLst>
              <a:ext uri="{FF2B5EF4-FFF2-40B4-BE49-F238E27FC236}">
                <a16:creationId xmlns:a16="http://schemas.microsoft.com/office/drawing/2014/main" id="{B5D486B3-B28E-5ADE-333F-5CEAF0527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258" y="1747132"/>
            <a:ext cx="11052800" cy="4939200"/>
          </a:xfrm>
          <a:prstGeom prst="rect">
            <a:avLst/>
          </a:prstGeom>
        </p:spPr>
        <p:txBody>
          <a:bodyPr spcFirstLastPara="1" vert="horz" wrap="square" lIns="45700" tIns="45700" rIns="45700" bIns="45700" rtlCol="0" anchor="t" anchorCtr="0">
            <a:normAutofit/>
          </a:bodyPr>
          <a:lstStyle/>
          <a:p>
            <a:pPr>
              <a:buChar char="●"/>
            </a:pPr>
            <a:r>
              <a:rPr lang="pt-PT" dirty="0" err="1"/>
              <a:t>First</a:t>
            </a:r>
            <a:r>
              <a:rPr lang="pt-PT" dirty="0"/>
              <a:t>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create</a:t>
            </a:r>
            <a:r>
              <a:rPr lang="pt-PT" dirty="0"/>
              <a:t> a </a:t>
            </a:r>
            <a:r>
              <a:rPr lang="pt-PT" dirty="0" err="1"/>
              <a:t>project</a:t>
            </a:r>
            <a:r>
              <a:rPr lang="pt-PT" dirty="0"/>
              <a:t> </a:t>
            </a:r>
            <a:r>
              <a:rPr lang="pt-PT" dirty="0" err="1"/>
              <a:t>directory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  <a:p>
            <a:pPr>
              <a:buChar char="●"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directory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empty</a:t>
            </a:r>
            <a:r>
              <a:rPr lang="pt-PT" dirty="0"/>
              <a:t> - 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will</a:t>
            </a:r>
            <a:r>
              <a:rPr lang="pt-PT" dirty="0"/>
              <a:t> </a:t>
            </a:r>
            <a:r>
              <a:rPr lang="pt-PT" dirty="0" err="1"/>
              <a:t>initialize</a:t>
            </a:r>
            <a:r>
              <a:rPr lang="pt-PT" dirty="0"/>
              <a:t>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git</a:t>
            </a:r>
            <a:endParaRPr dirty="0"/>
          </a:p>
          <a:p>
            <a:pPr>
              <a:buChar char="●"/>
            </a:pPr>
            <a:endParaRPr lang="pt-PT" dirty="0"/>
          </a:p>
          <a:p>
            <a:pPr>
              <a:buChar char="●"/>
            </a:pPr>
            <a:endParaRPr lang="pt-PT" dirty="0"/>
          </a:p>
          <a:p>
            <a:pPr>
              <a:buChar char="●"/>
            </a:pPr>
            <a:r>
              <a:rPr lang="pt-PT" dirty="0"/>
              <a:t>Is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still</a:t>
            </a:r>
            <a:r>
              <a:rPr lang="pt-PT" dirty="0"/>
              <a:t> </a:t>
            </a:r>
            <a:r>
              <a:rPr lang="pt-PT" dirty="0" err="1"/>
              <a:t>empty</a:t>
            </a:r>
            <a:r>
              <a:rPr lang="pt-PT" dirty="0"/>
              <a:t>?</a:t>
            </a:r>
          </a:p>
          <a:p>
            <a:pPr marL="186262" indent="0">
              <a:buNone/>
            </a:pPr>
            <a:endParaRPr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D1E6F0A-F011-5B14-69FB-B96A407769F5}"/>
              </a:ext>
            </a:extLst>
          </p:cNvPr>
          <p:cNvSpPr/>
          <p:nvPr/>
        </p:nvSpPr>
        <p:spPr>
          <a:xfrm>
            <a:off x="4342348" y="2444767"/>
            <a:ext cx="2846438" cy="984233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&gt; </a:t>
            </a:r>
            <a:r>
              <a:rPr lang="en-US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mkdir</a:t>
            </a:r>
            <a:r>
              <a:rPr lang="en-US" dirty="0"/>
              <a:t> </a:t>
            </a:r>
            <a:r>
              <a:rPr lang="en-US" dirty="0" err="1"/>
              <a:t>MyProject</a:t>
            </a:r>
            <a:endParaRPr lang="en-US" dirty="0"/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cd</a:t>
            </a:r>
            <a:r>
              <a:rPr lang="en-US" dirty="0"/>
              <a:t> </a:t>
            </a:r>
            <a:r>
              <a:rPr lang="en-US" dirty="0" err="1"/>
              <a:t>MyProject</a:t>
            </a:r>
            <a:endParaRPr lang="en-US" dirty="0"/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ls</a:t>
            </a:r>
          </a:p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1CDB414-A716-CEFC-1849-AA24096337A4}"/>
              </a:ext>
            </a:extLst>
          </p:cNvPr>
          <p:cNvSpPr/>
          <p:nvPr/>
        </p:nvSpPr>
        <p:spPr>
          <a:xfrm>
            <a:off x="4342348" y="3921117"/>
            <a:ext cx="2846438" cy="984233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git </a:t>
            </a:r>
            <a:r>
              <a:rPr lang="en-US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init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ls</a:t>
            </a:r>
          </a:p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DB894BF-04F9-E404-0DC2-D6491C3DD995}"/>
              </a:ext>
            </a:extLst>
          </p:cNvPr>
          <p:cNvSpPr/>
          <p:nvPr/>
        </p:nvSpPr>
        <p:spPr>
          <a:xfrm>
            <a:off x="4342348" y="5519736"/>
            <a:ext cx="2846438" cy="984233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ls -a</a:t>
            </a:r>
            <a:endParaRPr lang="en-US" dirty="0"/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cd</a:t>
            </a:r>
            <a:r>
              <a:rPr lang="en-US" dirty="0"/>
              <a:t> .git</a:t>
            </a:r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ls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178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97">
          <a:extLst>
            <a:ext uri="{FF2B5EF4-FFF2-40B4-BE49-F238E27FC236}">
              <a16:creationId xmlns:a16="http://schemas.microsoft.com/office/drawing/2014/main" id="{EFEDF286-A666-475E-B135-607E683E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5" name="Rectangle 504">
            <a:extLst>
              <a:ext uri="{FF2B5EF4-FFF2-40B4-BE49-F238E27FC236}">
                <a16:creationId xmlns:a16="http://schemas.microsoft.com/office/drawing/2014/main" id="{B829E605-C5BD-7D1F-4A08-D5E2DC2D6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7E132E97-3B0B-CE8D-ADFF-8100AEDE5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F19A87D1-1B95-4DEB-0BE6-54DFBBE62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14C61E7F-C16D-24DB-4D98-B786D0241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8" name="Google Shape;498;p79">
            <a:extLst>
              <a:ext uri="{FF2B5EF4-FFF2-40B4-BE49-F238E27FC236}">
                <a16:creationId xmlns:a16="http://schemas.microsoft.com/office/drawing/2014/main" id="{D30B5DE4-3788-8751-23EA-1918DAE40D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Working Directory</a:t>
            </a:r>
          </a:p>
        </p:txBody>
      </p:sp>
      <p:graphicFrame>
        <p:nvGraphicFramePr>
          <p:cNvPr id="501" name="Google Shape;499;p79">
            <a:extLst>
              <a:ext uri="{FF2B5EF4-FFF2-40B4-BE49-F238E27FC236}">
                <a16:creationId xmlns:a16="http://schemas.microsoft.com/office/drawing/2014/main" id="{763BDD48-36B9-371F-CA7E-5DC36FAFA736}"/>
              </a:ext>
            </a:extLst>
          </p:cNvPr>
          <p:cNvGraphicFramePr/>
          <p:nvPr/>
        </p:nvGraphicFramePr>
        <p:xfrm>
          <a:off x="0" y="1575459"/>
          <a:ext cx="12192000" cy="5282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Google Shape;505;p80">
            <a:extLst>
              <a:ext uri="{FF2B5EF4-FFF2-40B4-BE49-F238E27FC236}">
                <a16:creationId xmlns:a16="http://schemas.microsoft.com/office/drawing/2014/main" id="{50C68C3F-ABB4-2E25-4066-06649335B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258" y="1747132"/>
            <a:ext cx="11052800" cy="4939200"/>
          </a:xfrm>
          <a:prstGeom prst="rect">
            <a:avLst/>
          </a:prstGeom>
        </p:spPr>
        <p:txBody>
          <a:bodyPr spcFirstLastPara="1" vert="horz" wrap="square" lIns="45700" tIns="45700" rIns="45700" bIns="45700" rtlCol="0" anchor="t" anchorCtr="0">
            <a:normAutofit/>
          </a:bodyPr>
          <a:lstStyle/>
          <a:p>
            <a:pPr>
              <a:buChar char="●"/>
            </a:pPr>
            <a:r>
              <a:rPr lang="pt-PT" dirty="0" err="1"/>
              <a:t>Now</a:t>
            </a:r>
            <a:r>
              <a:rPr lang="pt-PT" dirty="0"/>
              <a:t> </a:t>
            </a:r>
            <a:r>
              <a:rPr lang="pt-PT" dirty="0" err="1"/>
              <a:t>let’s</a:t>
            </a:r>
            <a:r>
              <a:rPr lang="pt-PT" dirty="0"/>
              <a:t> </a:t>
            </a:r>
            <a:r>
              <a:rPr lang="pt-PT" dirty="0" err="1"/>
              <a:t>create</a:t>
            </a:r>
            <a:r>
              <a:rPr lang="pt-PT" dirty="0"/>
              <a:t> a README.md file 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  <a:p>
            <a:pPr>
              <a:buChar char="●"/>
            </a:pPr>
            <a:r>
              <a:rPr lang="pt-PT" dirty="0" err="1"/>
              <a:t>Verify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status – </a:t>
            </a:r>
            <a:r>
              <a:rPr lang="pt-PT" b="1" dirty="0"/>
              <a:t>“</a:t>
            </a:r>
            <a:r>
              <a:rPr lang="pt-PT" b="1" dirty="0" err="1"/>
              <a:t>untracked</a:t>
            </a:r>
            <a:r>
              <a:rPr lang="pt-PT" b="1" dirty="0"/>
              <a:t>”?</a:t>
            </a:r>
            <a:endParaRPr b="1" dirty="0"/>
          </a:p>
          <a:p>
            <a:pPr>
              <a:buChar char="●"/>
            </a:pPr>
            <a:endParaRPr lang="pt-PT" dirty="0"/>
          </a:p>
          <a:p>
            <a:pPr>
              <a:buChar char="●"/>
            </a:pPr>
            <a:endParaRPr lang="pt-PT" dirty="0"/>
          </a:p>
          <a:p>
            <a:pPr>
              <a:buChar char="●"/>
            </a:pPr>
            <a:r>
              <a:rPr lang="pt-PT" dirty="0" err="1"/>
              <a:t>Send</a:t>
            </a:r>
            <a:r>
              <a:rPr lang="pt-PT" dirty="0"/>
              <a:t> </a:t>
            </a:r>
            <a:r>
              <a:rPr lang="pt-PT" dirty="0" err="1"/>
              <a:t>it</a:t>
            </a:r>
            <a:r>
              <a:rPr lang="pt-PT" dirty="0"/>
              <a:t> to </a:t>
            </a:r>
            <a:r>
              <a:rPr lang="pt-PT" dirty="0" err="1"/>
              <a:t>staging</a:t>
            </a:r>
            <a:r>
              <a:rPr lang="pt-PT" dirty="0"/>
              <a:t> </a:t>
            </a:r>
            <a:r>
              <a:rPr lang="pt-PT" dirty="0" err="1"/>
              <a:t>area</a:t>
            </a:r>
            <a:r>
              <a:rPr lang="pt-PT" dirty="0"/>
              <a:t> – </a:t>
            </a:r>
            <a:r>
              <a:rPr lang="pt-PT" b="1" dirty="0"/>
              <a:t>“</a:t>
            </a:r>
            <a:r>
              <a:rPr lang="pt-PT" b="1" dirty="0" err="1"/>
              <a:t>Changes</a:t>
            </a:r>
            <a:r>
              <a:rPr lang="pt-PT" b="1" dirty="0"/>
              <a:t> to </a:t>
            </a:r>
            <a:r>
              <a:rPr lang="pt-PT" b="1" dirty="0" err="1"/>
              <a:t>be</a:t>
            </a:r>
            <a:r>
              <a:rPr lang="pt-PT" b="1" dirty="0"/>
              <a:t> </a:t>
            </a:r>
            <a:r>
              <a:rPr lang="pt-PT" b="1" dirty="0" err="1"/>
              <a:t>commited</a:t>
            </a:r>
            <a:r>
              <a:rPr lang="pt-PT" b="1" dirty="0"/>
              <a:t>”</a:t>
            </a:r>
          </a:p>
          <a:p>
            <a:pPr marL="186262" indent="0">
              <a:buNone/>
            </a:pPr>
            <a:endParaRPr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9A9EFC4-99DF-5C09-82D3-9DB0718B59FB}"/>
              </a:ext>
            </a:extLst>
          </p:cNvPr>
          <p:cNvSpPr/>
          <p:nvPr/>
        </p:nvSpPr>
        <p:spPr>
          <a:xfrm>
            <a:off x="4342348" y="2444767"/>
            <a:ext cx="2846438" cy="984233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&gt; </a:t>
            </a:r>
            <a:r>
              <a:rPr lang="pt-PT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touch</a:t>
            </a:r>
            <a:r>
              <a:rPr lang="pt-PT" dirty="0"/>
              <a:t> README.md</a:t>
            </a:r>
            <a:endParaRPr lang="en-US" dirty="0"/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cat</a:t>
            </a:r>
            <a:r>
              <a:rPr lang="en-US" dirty="0"/>
              <a:t> README.md</a:t>
            </a:r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ls</a:t>
            </a:r>
          </a:p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8E90A9A-ED3D-029B-60E4-5CB554A08EF4}"/>
              </a:ext>
            </a:extLst>
          </p:cNvPr>
          <p:cNvSpPr/>
          <p:nvPr/>
        </p:nvSpPr>
        <p:spPr>
          <a:xfrm>
            <a:off x="4342348" y="3921117"/>
            <a:ext cx="2846438" cy="984233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git status</a:t>
            </a:r>
          </a:p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D4AC08A-3613-0163-451F-1B0D5A106313}"/>
              </a:ext>
            </a:extLst>
          </p:cNvPr>
          <p:cNvSpPr/>
          <p:nvPr/>
        </p:nvSpPr>
        <p:spPr>
          <a:xfrm>
            <a:off x="4342348" y="5519736"/>
            <a:ext cx="2846438" cy="984233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dirty="0"/>
              <a:t>&gt; </a:t>
            </a:r>
            <a:r>
              <a:rPr lang="pt-PT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PT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add</a:t>
            </a:r>
            <a:r>
              <a:rPr lang="pt-PT" dirty="0"/>
              <a:t> README.md </a:t>
            </a:r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git status</a:t>
            </a:r>
            <a:endParaRPr lang="en-US" dirty="0"/>
          </a:p>
          <a:p>
            <a:r>
              <a:rPr lang="en-US" dirty="0"/>
              <a:t>&gt;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git log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4486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4" name="Rectangle 58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7" name="Google Shape;577;p91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Cheatsheet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80" name="Google Shape;578;p91">
            <a:extLst>
              <a:ext uri="{FF2B5EF4-FFF2-40B4-BE49-F238E27FC236}">
                <a16:creationId xmlns:a16="http://schemas.microsoft.com/office/drawing/2014/main" id="{C504BCFD-2571-9C60-28B5-1E767E9AF3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3786756"/>
              </p:ext>
            </p:extLst>
          </p:nvPr>
        </p:nvGraphicFramePr>
        <p:xfrm>
          <a:off x="-2" y="1733107"/>
          <a:ext cx="12192002" cy="5124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3FE23138-4E9A-C776-3E06-5CBE54985757}"/>
              </a:ext>
            </a:extLst>
          </p:cNvPr>
          <p:cNvSpPr/>
          <p:nvPr/>
        </p:nvSpPr>
        <p:spPr>
          <a:xfrm>
            <a:off x="3667432" y="2644877"/>
            <a:ext cx="26547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1566160B-2FAD-906F-59DE-66EAF8BB14C5}"/>
              </a:ext>
            </a:extLst>
          </p:cNvPr>
          <p:cNvSpPr/>
          <p:nvPr/>
        </p:nvSpPr>
        <p:spPr>
          <a:xfrm>
            <a:off x="3667431" y="4056581"/>
            <a:ext cx="26547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77A65CBD-469F-3780-7856-CD705194ADD6}"/>
              </a:ext>
            </a:extLst>
          </p:cNvPr>
          <p:cNvSpPr/>
          <p:nvPr/>
        </p:nvSpPr>
        <p:spPr>
          <a:xfrm>
            <a:off x="5975234" y="2644877"/>
            <a:ext cx="26547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060B4DE3-B9C0-A3CB-44B3-045AA263C2F5}"/>
              </a:ext>
            </a:extLst>
          </p:cNvPr>
          <p:cNvSpPr/>
          <p:nvPr/>
        </p:nvSpPr>
        <p:spPr>
          <a:xfrm>
            <a:off x="8283036" y="2644877"/>
            <a:ext cx="26547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E896DF8-58F3-3693-0557-71F17E3CBA42}"/>
              </a:ext>
            </a:extLst>
          </p:cNvPr>
          <p:cNvSpPr/>
          <p:nvPr/>
        </p:nvSpPr>
        <p:spPr>
          <a:xfrm>
            <a:off x="5975234" y="4056581"/>
            <a:ext cx="26547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52BD361-2CF4-AA26-EEBF-E146F7512C96}"/>
              </a:ext>
            </a:extLst>
          </p:cNvPr>
          <p:cNvSpPr/>
          <p:nvPr/>
        </p:nvSpPr>
        <p:spPr>
          <a:xfrm>
            <a:off x="8283036" y="4056581"/>
            <a:ext cx="26547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DCA37ABA-F6C7-4414-B6CA-5B72FEFDE63F}"/>
              </a:ext>
            </a:extLst>
          </p:cNvPr>
          <p:cNvSpPr/>
          <p:nvPr/>
        </p:nvSpPr>
        <p:spPr>
          <a:xfrm>
            <a:off x="5975234" y="5569974"/>
            <a:ext cx="26547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9" name="Rectangle 59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Rectangle 59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0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Rectangle 60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3" name="Rectangle 60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Oval 60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2" name="Google Shape;592;p93"/>
          <p:cNvSpPr txBox="1">
            <a:spLocks noGrp="1"/>
          </p:cNvSpPr>
          <p:nvPr>
            <p:ph type="title"/>
          </p:nvPr>
        </p:nvSpPr>
        <p:spPr>
          <a:xfrm>
            <a:off x="664846" y="604822"/>
            <a:ext cx="4230100" cy="338749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Commands List</a:t>
            </a:r>
          </a:p>
        </p:txBody>
      </p:sp>
      <p:sp>
        <p:nvSpPr>
          <p:cNvPr id="593" name="Google Shape;593;p93"/>
          <p:cNvSpPr txBox="1"/>
          <p:nvPr/>
        </p:nvSpPr>
        <p:spPr>
          <a:xfrm>
            <a:off x="5362206" y="10141"/>
            <a:ext cx="6602888" cy="684785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609585" indent="-228600">
              <a:lnSpc>
                <a:spcPct val="90000"/>
              </a:lnSpc>
              <a:spcAft>
                <a:spcPts val="60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 sz="2000" b="1" dirty="0"/>
              <a:t>Now add information to the README.md</a:t>
            </a:r>
          </a:p>
          <a:p>
            <a:pPr marL="990570" lvl="1">
              <a:lnSpc>
                <a:spcPct val="90000"/>
              </a:lnSpc>
              <a:spcAft>
                <a:spcPts val="600"/>
              </a:spcAft>
              <a:buSzPts val="1400"/>
            </a:pPr>
            <a:r>
              <a:rPr lang="en-US" sz="2000" dirty="0"/>
              <a:t>"Students should open students_tfc_list.txt and add their name and TFC theme."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		</a:t>
            </a:r>
            <a:endParaRPr lang="en-US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E0343B0-72D9-3713-96B3-90ADB3AFCB1E}"/>
              </a:ext>
            </a:extLst>
          </p:cNvPr>
          <p:cNvSpPr/>
          <p:nvPr/>
        </p:nvSpPr>
        <p:spPr>
          <a:xfrm>
            <a:off x="5765069" y="3429000"/>
            <a:ext cx="6208167" cy="3050458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&gt;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git diff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&gt;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git add </a:t>
            </a:r>
            <a:r>
              <a:rPr lang="en-US" sz="2400" b="1" dirty="0">
                <a:solidFill>
                  <a:schemeClr val="bg1"/>
                </a:solidFill>
              </a:rPr>
              <a:t>README.md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&gt;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git diff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2400" b="1" dirty="0">
                <a:solidFill>
                  <a:schemeClr val="bg1"/>
                </a:solidFill>
              </a:rPr>
              <a:t>&gt;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git diff </a:t>
            </a:r>
            <a:r>
              <a:rPr lang="en-US" sz="2400" b="1" dirty="0">
                <a:solidFill>
                  <a:schemeClr val="bg1"/>
                </a:solidFill>
              </a:rPr>
              <a:t>—staged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chemeClr val="bg1"/>
                </a:solidFill>
              </a:rPr>
              <a:t>	&gt; </a:t>
            </a:r>
            <a:r>
              <a:rPr lang="pt-PT" sz="2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PT" sz="2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commit</a:t>
            </a:r>
            <a:r>
              <a:rPr lang="pt-PT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–m</a:t>
            </a:r>
            <a:r>
              <a:rPr lang="pt-PT" sz="2400" dirty="0"/>
              <a:t> "</a:t>
            </a:r>
            <a:r>
              <a:rPr lang="pt-PT" sz="2400" dirty="0" err="1"/>
              <a:t>Add</a:t>
            </a:r>
            <a:r>
              <a:rPr lang="pt-PT" sz="2400" dirty="0"/>
              <a:t> </a:t>
            </a:r>
            <a:r>
              <a:rPr lang="pt-PT" sz="2400" dirty="0" err="1"/>
              <a:t>instructions</a:t>
            </a:r>
            <a:r>
              <a:rPr lang="pt-PT" sz="2400" dirty="0"/>
              <a:t>"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pt-BR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8C5ECF-4439-39EF-145B-8FB435883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Removing commits made by mistake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F64C5E-575A-9A4B-FC99-7FD4036A8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/>
            <a:r>
              <a:rPr lang="en-US" sz="2000" b="1" dirty="0"/>
              <a:t>First Scenario</a:t>
            </a:r>
            <a:r>
              <a:rPr lang="en-US" sz="2000" dirty="0"/>
              <a:t> — </a:t>
            </a:r>
            <a:r>
              <a:rPr lang="en-US" sz="2000" b="1" dirty="0"/>
              <a:t>Commit hasn’t been sent yet (git push)</a:t>
            </a:r>
          </a:p>
          <a:p>
            <a:pPr lvl="1" indent="-228600"/>
            <a:r>
              <a:rPr lang="en-US" sz="2000" dirty="0"/>
              <a:t>To remove the last commit, but </a:t>
            </a:r>
            <a:r>
              <a:rPr lang="en-US" sz="2000" b="1" dirty="0"/>
              <a:t>keep the files</a:t>
            </a:r>
          </a:p>
          <a:p>
            <a:pPr lvl="1" indent="-228600"/>
            <a:endParaRPr lang="en-US" sz="2000" b="1" dirty="0"/>
          </a:p>
          <a:p>
            <a:pPr marL="795847" lvl="1" indent="-228600"/>
            <a:endParaRPr lang="en-US" sz="2000" b="1" dirty="0"/>
          </a:p>
          <a:p>
            <a:pPr marL="795847" lvl="1" indent="-228600"/>
            <a:r>
              <a:rPr lang="en-US" sz="2000" b="1" dirty="0"/>
              <a:t>Removes o commit</a:t>
            </a:r>
          </a:p>
          <a:p>
            <a:pPr marL="795847" lvl="1" indent="-228600"/>
            <a:r>
              <a:rPr lang="en-US" sz="2000" b="1" dirty="0"/>
              <a:t>Keeps the files in staging area (git add)</a:t>
            </a:r>
          </a:p>
          <a:p>
            <a:pPr marL="795847" lvl="1" indent="-228600"/>
            <a:r>
              <a:rPr lang="en-US" sz="2000" b="1" dirty="0"/>
              <a:t>It is good to fix the commit message or add more files to be </a:t>
            </a:r>
            <a:r>
              <a:rPr lang="en-US" sz="2000" b="1" dirty="0" err="1"/>
              <a:t>commited</a:t>
            </a:r>
            <a:endParaRPr lang="en-US" sz="2000" b="1" dirty="0"/>
          </a:p>
          <a:p>
            <a:pPr lvl="1" indent="-228600"/>
            <a:endParaRPr lang="en-US" sz="2000" b="1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0CD45A8-55A4-A1E1-603C-67EBA3C52F6D}"/>
              </a:ext>
            </a:extLst>
          </p:cNvPr>
          <p:cNvSpPr/>
          <p:nvPr/>
        </p:nvSpPr>
        <p:spPr>
          <a:xfrm>
            <a:off x="4506430" y="3519275"/>
            <a:ext cx="3179135" cy="46783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pt-BR" dirty="0"/>
          </a:p>
          <a:p>
            <a:pPr algn="ctr">
              <a:spcAft>
                <a:spcPts val="600"/>
              </a:spcAft>
            </a:pPr>
            <a:r>
              <a:rPr lang="pt-B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B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reset --soft HEAD~1</a:t>
            </a:r>
          </a:p>
          <a:p>
            <a:pPr algn="ctr">
              <a:spcAft>
                <a:spcPts val="60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5512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FF339-57EA-F503-BD95-FC69D9E00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1E734B-2FAF-7189-5E7A-C8BA9720F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69285-81D6-58FA-9507-95F445C2A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158450-811E-1FB4-B3F3-8FC9D26E5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305598-6408-BBA5-ED01-43AB9DAE9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D8FA6F-7569-FF16-555A-CD08CCFD7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8FDB69-75BA-D14B-1D2A-AF9B9B4F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</a:rPr>
              <a:t>Removing commits made by mistake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4B155C-7F80-3224-BC51-4324AB3C5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1"/>
            <a:r>
              <a:rPr lang="pt-BR" b="1" dirty="0" err="1"/>
              <a:t>To</a:t>
            </a:r>
            <a:r>
              <a:rPr lang="pt-BR" b="1" dirty="0"/>
              <a:t> remove </a:t>
            </a:r>
            <a:r>
              <a:rPr lang="pt-BR" b="1" dirty="0" err="1"/>
              <a:t>the</a:t>
            </a:r>
            <a:r>
              <a:rPr lang="pt-BR" b="1" dirty="0"/>
              <a:t>  </a:t>
            </a:r>
            <a:r>
              <a:rPr lang="pt-BR" b="1" dirty="0" err="1"/>
              <a:t>last</a:t>
            </a:r>
            <a:r>
              <a:rPr lang="pt-BR" b="1" dirty="0"/>
              <a:t> </a:t>
            </a:r>
            <a:r>
              <a:rPr lang="pt-BR" b="1" dirty="0" err="1"/>
              <a:t>commit</a:t>
            </a:r>
            <a:r>
              <a:rPr lang="pt-BR" b="1" dirty="0"/>
              <a:t> </a:t>
            </a:r>
            <a:r>
              <a:rPr lang="pt-BR" b="1" dirty="0" err="1"/>
              <a:t>taking</a:t>
            </a:r>
            <a:r>
              <a:rPr lang="pt-BR" b="1" dirty="0"/>
              <a:t> it out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staging</a:t>
            </a:r>
            <a:r>
              <a:rPr lang="pt-BR" b="1" dirty="0"/>
              <a:t> </a:t>
            </a:r>
            <a:r>
              <a:rPr lang="pt-BR" b="1" dirty="0" err="1"/>
              <a:t>area</a:t>
            </a:r>
            <a:r>
              <a:rPr lang="pt-BR" b="1" dirty="0"/>
              <a:t> </a:t>
            </a:r>
            <a:r>
              <a:rPr lang="pt-BR" dirty="0"/>
              <a:t>(files still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directory</a:t>
            </a:r>
            <a:r>
              <a:rPr lang="pt-BR" dirty="0"/>
              <a:t>)</a:t>
            </a:r>
          </a:p>
          <a:p>
            <a:pPr lvl="1" indent="-228600"/>
            <a:endParaRPr lang="en-US" sz="2000" b="1" dirty="0"/>
          </a:p>
          <a:p>
            <a:pPr lvl="1" indent="-228600"/>
            <a:endParaRPr lang="en-US" sz="2000" b="1" dirty="0"/>
          </a:p>
          <a:p>
            <a:pPr marL="795847" lvl="1" indent="-228600"/>
            <a:endParaRPr lang="en-US" sz="2000" b="1" dirty="0"/>
          </a:p>
          <a:p>
            <a:pPr marL="795847" lvl="1" indent="-228600"/>
            <a:r>
              <a:rPr lang="en-US" sz="2000" b="1" dirty="0"/>
              <a:t>Removes the commit</a:t>
            </a:r>
          </a:p>
          <a:p>
            <a:pPr marL="795847" lvl="1" indent="-228600"/>
            <a:r>
              <a:rPr lang="en-US" sz="2000" b="1" dirty="0"/>
              <a:t>Removes from staging</a:t>
            </a:r>
          </a:p>
          <a:p>
            <a:pPr marL="795847" lvl="1" indent="-228600"/>
            <a:r>
              <a:rPr lang="en-US" sz="2000" b="1" dirty="0"/>
              <a:t>Files still in the project</a:t>
            </a:r>
          </a:p>
          <a:p>
            <a:pPr lvl="1" indent="-228600"/>
            <a:endParaRPr lang="en-US" sz="2000" b="1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256091B-3784-26EE-1A0A-F1911163656F}"/>
              </a:ext>
            </a:extLst>
          </p:cNvPr>
          <p:cNvSpPr/>
          <p:nvPr/>
        </p:nvSpPr>
        <p:spPr>
          <a:xfrm>
            <a:off x="4506430" y="3519275"/>
            <a:ext cx="3179135" cy="46783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pt-BR" dirty="0"/>
          </a:p>
          <a:p>
            <a:pPr algn="ctr">
              <a:spcAft>
                <a:spcPts val="600"/>
              </a:spcAft>
            </a:pPr>
            <a:r>
              <a:rPr lang="pt-B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B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reset --</a:t>
            </a:r>
            <a:r>
              <a:rPr lang="pt-B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mixed</a:t>
            </a:r>
            <a:r>
              <a:rPr lang="pt-B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HEAD~1</a:t>
            </a:r>
          </a:p>
          <a:p>
            <a:pPr algn="ctr">
              <a:spcAft>
                <a:spcPts val="60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1138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4E9F6-67A0-E527-6E09-633118C39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6108CD-9730-AF2C-11D8-D192D8BFC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E3181D-5720-6E75-CA95-84A870A6E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CEB969-CC5F-AF60-EB37-1BF49F60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5B2774-4E61-8D74-7F8C-DF6DB2B83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8B9699-0EB6-5DB1-52A2-1117116A5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9A1D7-8048-7494-EAA7-23AA80645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</a:rPr>
              <a:t>Removing commits made by mistake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85DFBB-2904-A3D0-6AC8-401A44A68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/>
            <a:r>
              <a:rPr lang="en-US" sz="2000" b="1" dirty="0"/>
              <a:t>Second Scenario</a:t>
            </a:r>
            <a:r>
              <a:rPr lang="en-US" sz="2000" dirty="0"/>
              <a:t> — </a:t>
            </a:r>
            <a:r>
              <a:rPr lang="en-US" sz="2000" b="1" dirty="0"/>
              <a:t>Revert the commit safely</a:t>
            </a:r>
          </a:p>
          <a:p>
            <a:pPr lvl="1" indent="-228600"/>
            <a:r>
              <a:rPr lang="en-US" sz="2000" dirty="0"/>
              <a:t>To remove the last commit, but also </a:t>
            </a:r>
            <a:r>
              <a:rPr lang="en-US" sz="2000" b="1" dirty="0"/>
              <a:t>keep the files</a:t>
            </a:r>
          </a:p>
          <a:p>
            <a:pPr lvl="1" indent="-228600"/>
            <a:endParaRPr lang="en-US" sz="2000" b="1" dirty="0"/>
          </a:p>
          <a:p>
            <a:pPr marL="795847" lvl="1" indent="-228600"/>
            <a:endParaRPr lang="en-US" sz="2000" b="1" dirty="0"/>
          </a:p>
          <a:p>
            <a:pPr marL="795847" lvl="1" indent="-228600"/>
            <a:r>
              <a:rPr lang="en-US" sz="2000" b="1" dirty="0"/>
              <a:t>Creates a new commit that will undo the previous one</a:t>
            </a:r>
          </a:p>
          <a:p>
            <a:pPr marL="795847" lvl="1" indent="-228600"/>
            <a:r>
              <a:rPr lang="en-US" sz="2000" b="1" dirty="0"/>
              <a:t>Use 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git log</a:t>
            </a:r>
            <a:r>
              <a:rPr lang="en-US" sz="2000" b="1" dirty="0"/>
              <a:t> to find out the hash</a:t>
            </a:r>
          </a:p>
          <a:p>
            <a:pPr lvl="1" indent="-228600"/>
            <a:endParaRPr lang="en-US" sz="2000" b="1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03EC8FA-5B49-BA14-22B4-CABA2C001C0C}"/>
              </a:ext>
            </a:extLst>
          </p:cNvPr>
          <p:cNvSpPr/>
          <p:nvPr/>
        </p:nvSpPr>
        <p:spPr>
          <a:xfrm>
            <a:off x="4268085" y="3525966"/>
            <a:ext cx="3655825" cy="46783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pt-BR" dirty="0"/>
          </a:p>
          <a:p>
            <a:pPr algn="ctr">
              <a:spcAft>
                <a:spcPts val="600"/>
              </a:spcAft>
            </a:pPr>
            <a:r>
              <a:rPr lang="pt-B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B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revert</a:t>
            </a:r>
            <a:r>
              <a:rPr lang="pt-B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&lt;</a:t>
            </a:r>
            <a:r>
              <a:rPr lang="pt-BR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hash_do_commit</a:t>
            </a:r>
            <a:r>
              <a:rPr lang="pt-BR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&gt;</a:t>
            </a:r>
          </a:p>
          <a:p>
            <a:pPr algn="ctr">
              <a:spcAft>
                <a:spcPts val="600"/>
              </a:spcAft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952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D87F9-9DA1-2A10-52B6-93145848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54688C-E64F-3CCD-2A7C-56928E39F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547423-1A89-9301-10A5-68DC23E58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95ED4D-3414-3C0F-B79B-AA831D4CD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052F4F-420B-0826-9461-49EB641ED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7EA0A3-E7FC-02F5-940D-9C0F8272A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E4F9F1-DCA9-01FE-B963-D911FC34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</a:rPr>
              <a:t>Removing commits made by mistake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B0909F-470C-DA1B-DDC9-6706DD06B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ctr"/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If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you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haven’t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pushed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yet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with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git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push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pt-B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you</a:t>
            </a:r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are fine</a:t>
            </a:r>
          </a:p>
          <a:p>
            <a:pPr indent="-228600" algn="ctr"/>
            <a:r>
              <a:rPr lang="pt-BR" sz="2000" b="1" dirty="0" err="1">
                <a:solidFill>
                  <a:srgbClr val="FFC000"/>
                </a:solidFill>
              </a:rPr>
              <a:t>If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 err="1">
                <a:solidFill>
                  <a:srgbClr val="FFC000"/>
                </a:solidFill>
              </a:rPr>
              <a:t>you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 err="1">
                <a:solidFill>
                  <a:srgbClr val="FFC000"/>
                </a:solidFill>
              </a:rPr>
              <a:t>did</a:t>
            </a:r>
            <a:r>
              <a:rPr lang="pt-BR" sz="2000" b="1" dirty="0">
                <a:solidFill>
                  <a:srgbClr val="FFC000"/>
                </a:solidFill>
              </a:rPr>
              <a:t> it </a:t>
            </a:r>
            <a:r>
              <a:rPr lang="pt-BR" sz="2000" b="1" dirty="0" err="1">
                <a:solidFill>
                  <a:srgbClr val="FFC000"/>
                </a:solidFill>
              </a:rPr>
              <a:t>already</a:t>
            </a:r>
            <a:r>
              <a:rPr lang="pt-BR" sz="2000" b="1" dirty="0">
                <a:solidFill>
                  <a:srgbClr val="FFC000"/>
                </a:solidFill>
              </a:rPr>
              <a:t>, </a:t>
            </a:r>
            <a:r>
              <a:rPr lang="pt-BR" sz="2000" b="1" dirty="0" err="1">
                <a:solidFill>
                  <a:srgbClr val="FFC000"/>
                </a:solidFill>
              </a:rPr>
              <a:t>think</a:t>
            </a:r>
            <a:r>
              <a:rPr lang="pt-BR" sz="2000" b="1" dirty="0">
                <a:solidFill>
                  <a:srgbClr val="FFC000"/>
                </a:solidFill>
              </a:rPr>
              <a:t> </a:t>
            </a:r>
            <a:r>
              <a:rPr lang="pt-BR" sz="2000" b="1" dirty="0" err="1">
                <a:solidFill>
                  <a:srgbClr val="FFC000"/>
                </a:solidFill>
              </a:rPr>
              <a:t>twice</a:t>
            </a:r>
            <a:endParaRPr lang="en-US" sz="2000" b="1" dirty="0">
              <a:solidFill>
                <a:srgbClr val="FFC000"/>
              </a:solidFill>
            </a:endParaRPr>
          </a:p>
          <a:p>
            <a:pPr marL="380985" indent="0" algn="ctr">
              <a:buNone/>
            </a:pPr>
            <a:endParaRPr lang="en-US" sz="2000" b="1" dirty="0">
              <a:solidFill>
                <a:srgbClr val="FF0000"/>
              </a:solidFill>
            </a:endParaRPr>
          </a:p>
          <a:p>
            <a:pPr marL="380985" indent="0" algn="ctr">
              <a:buNone/>
            </a:pPr>
            <a:r>
              <a:rPr lang="en-US" sz="2000" b="1" dirty="0">
                <a:solidFill>
                  <a:srgbClr val="FF0000"/>
                </a:solidFill>
              </a:rPr>
              <a:t>Watch out!!!</a:t>
            </a:r>
          </a:p>
          <a:p>
            <a:pPr marL="380985" indent="0" algn="ctr">
              <a:buNone/>
            </a:pPr>
            <a:r>
              <a:rPr lang="pt-PT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623A781-CD7C-2CE8-CDA2-A27EF56A14D7}"/>
              </a:ext>
            </a:extLst>
          </p:cNvPr>
          <p:cNvSpPr/>
          <p:nvPr/>
        </p:nvSpPr>
        <p:spPr>
          <a:xfrm>
            <a:off x="4815067" y="4917034"/>
            <a:ext cx="3009014" cy="108452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git reset --hard HEAD~1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git push --force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4853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D291DF-67BE-2E95-1469-F4C34DF9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49675"/>
            <a:ext cx="4284420" cy="145552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</a:rPr>
              <a:t>Push to GitHub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642750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D1CE70A0-32D5-AA29-25B4-8A7C87C10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21" y="1975035"/>
            <a:ext cx="4301795" cy="3898842"/>
          </a:xfrm>
          <a:prstGeom prst="rect">
            <a:avLst/>
          </a:prstGeom>
        </p:spPr>
      </p:pic>
      <p:pic>
        <p:nvPicPr>
          <p:cNvPr id="7" name="Imagem 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5C050FF1-8C17-0480-4578-919C70674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58" y="161098"/>
            <a:ext cx="5466736" cy="1944105"/>
          </a:xfrm>
          <a:prstGeom prst="rect">
            <a:avLst/>
          </a:prstGeom>
        </p:spPr>
      </p:pic>
      <p:pic>
        <p:nvPicPr>
          <p:cNvPr id="11" name="Imagem 10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45131237-2B7B-E334-C174-089AA058F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55" y="2266301"/>
            <a:ext cx="4306824" cy="1193971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9B58A54-E7BF-54DA-BA05-A6CC77744B6C}"/>
              </a:ext>
            </a:extLst>
          </p:cNvPr>
          <p:cNvSpPr/>
          <p:nvPr/>
        </p:nvSpPr>
        <p:spPr>
          <a:xfrm>
            <a:off x="6090972" y="3621370"/>
            <a:ext cx="6095990" cy="2105203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bg1"/>
                </a:solidFill>
              </a:rPr>
              <a:t>&gt;</a:t>
            </a: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git remote add origin</a:t>
            </a:r>
            <a:r>
              <a:rPr lang="en-US" sz="1600" dirty="0"/>
              <a:t> https://github.com/your_user/MyProject.git</a:t>
            </a:r>
          </a:p>
          <a:p>
            <a:pPr algn="just"/>
            <a:r>
              <a:rPr lang="pt-BR" sz="1600" dirty="0" err="1"/>
              <a:t>Username</a:t>
            </a:r>
            <a:r>
              <a:rPr lang="pt-BR" sz="1600" dirty="0"/>
              <a:t> for 'https://github.com’: </a:t>
            </a:r>
            <a:r>
              <a:rPr lang="pt-BR" sz="1600" dirty="0" err="1"/>
              <a:t>your_user</a:t>
            </a:r>
            <a:endParaRPr lang="pt-BR" sz="1600" dirty="0"/>
          </a:p>
          <a:p>
            <a:pPr algn="just"/>
            <a:r>
              <a:rPr lang="pt-BR" sz="1600" dirty="0" err="1"/>
              <a:t>Password</a:t>
            </a:r>
            <a:r>
              <a:rPr lang="pt-BR" sz="1600" dirty="0"/>
              <a:t> for 'https://your_user@github.com’: &lt;Token&gt;</a:t>
            </a:r>
          </a:p>
          <a:p>
            <a:pPr algn="just"/>
            <a:endParaRPr lang="en-US" sz="1600" b="1" dirty="0">
              <a:solidFill>
                <a:schemeClr val="bg1"/>
              </a:solidFill>
            </a:endParaRPr>
          </a:p>
          <a:p>
            <a:pPr algn="just"/>
            <a:r>
              <a:rPr lang="en-US" sz="1600" b="1" dirty="0">
                <a:solidFill>
                  <a:schemeClr val="bg1"/>
                </a:solidFill>
              </a:rPr>
              <a:t>&gt;</a:t>
            </a: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git branch -M</a:t>
            </a:r>
            <a:r>
              <a:rPr lang="en-US" sz="1600" dirty="0"/>
              <a:t> main</a:t>
            </a:r>
          </a:p>
          <a:p>
            <a:pPr algn="just"/>
            <a:r>
              <a:rPr lang="en-US" sz="1600" b="1" dirty="0">
                <a:solidFill>
                  <a:schemeClr val="bg1"/>
                </a:solidFill>
              </a:rPr>
              <a:t>&gt;</a:t>
            </a: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git push -u origin </a:t>
            </a:r>
            <a:r>
              <a:rPr lang="en-US" sz="1600" dirty="0">
                <a:solidFill>
                  <a:schemeClr val="bg1"/>
                </a:solidFill>
              </a:rPr>
              <a:t>main</a:t>
            </a:r>
            <a:endParaRPr lang="pt-BR" sz="1600" dirty="0">
              <a:solidFill>
                <a:schemeClr val="bg1"/>
              </a:solidFill>
            </a:endParaRPr>
          </a:p>
          <a:p>
            <a:pPr algn="just"/>
            <a:endParaRPr lang="pt-BR" sz="1600" dirty="0"/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50970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1" name="Rectangle 54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Google Shape;520;p82"/>
          <p:cNvSpPr txBox="1">
            <a:spLocks noGrp="1"/>
          </p:cNvSpPr>
          <p:nvPr>
            <p:ph type="body" idx="1"/>
          </p:nvPr>
        </p:nvSpPr>
        <p:spPr>
          <a:xfrm>
            <a:off x="-315685" y="0"/>
            <a:ext cx="11038114" cy="6400372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indent="-228600"/>
            <a:endParaRPr lang="en-US" sz="2400" dirty="0"/>
          </a:p>
          <a:p>
            <a:r>
              <a:rPr lang="en-US" sz="2400" dirty="0"/>
              <a:t>In your local copy of a Git repository, files can be in the following states:</a:t>
            </a:r>
          </a:p>
          <a:p>
            <a:pPr lvl="1"/>
            <a:r>
              <a:rPr lang="en-US" dirty="0"/>
              <a:t>In your local repository (working directory)</a:t>
            </a:r>
          </a:p>
          <a:p>
            <a:pPr lvl="2"/>
            <a:r>
              <a:rPr lang="en-US" sz="2400" dirty="0"/>
              <a:t>Committed</a:t>
            </a:r>
          </a:p>
          <a:p>
            <a:pPr lvl="1"/>
            <a:r>
              <a:rPr lang="en-US" dirty="0"/>
              <a:t>Modified and added to tracking, but not yet committed (staging area)</a:t>
            </a:r>
          </a:p>
          <a:p>
            <a:pPr lvl="2"/>
            <a:r>
              <a:rPr lang="en-US" sz="2400" dirty="0"/>
              <a:t>Working copy</a:t>
            </a:r>
          </a:p>
          <a:p>
            <a:pPr lvl="1"/>
            <a:r>
              <a:rPr lang="en-US" dirty="0"/>
              <a:t>Committed (in the repository)</a:t>
            </a:r>
          </a:p>
          <a:p>
            <a:pPr lvl="2"/>
            <a:r>
              <a:rPr lang="en-US" sz="2400" dirty="0"/>
              <a:t>A commit saves a snapshot</a:t>
            </a:r>
            <a:br>
              <a:rPr lang="en-US" sz="2400" dirty="0"/>
            </a:br>
            <a:r>
              <a:rPr lang="en-US" sz="2400" dirty="0"/>
              <a:t>of everything that is in the staged state.</a:t>
            </a:r>
          </a:p>
        </p:txBody>
      </p:sp>
      <p:pic>
        <p:nvPicPr>
          <p:cNvPr id="521" name="Google Shape;521;p82" descr="Diagrama&#10;&#10;O conteúdo gerado por IA pode estar incorreto.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82544" y="2481517"/>
            <a:ext cx="4528456" cy="3739378"/>
          </a:xfrm>
          <a:prstGeom prst="rect">
            <a:avLst/>
          </a:prstGeom>
          <a:noFill/>
        </p:spPr>
      </p:pic>
      <p:sp>
        <p:nvSpPr>
          <p:cNvPr id="543" name="Rectangle 54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4" name="Rectangle 56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Google Shape;557;p88"/>
          <p:cNvSpPr txBox="1"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Workflow</a:t>
            </a:r>
          </a:p>
        </p:txBody>
      </p:sp>
      <p:sp>
        <p:nvSpPr>
          <p:cNvPr id="558" name="Google Shape;558;p88"/>
          <p:cNvSpPr txBox="1">
            <a:spLocks noGrp="1"/>
          </p:cNvSpPr>
          <p:nvPr>
            <p:ph type="body" idx="1"/>
          </p:nvPr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indent="-228600"/>
            <a:r>
              <a:rPr lang="en-US" sz="2000"/>
              <a:t>Modificar arquivos no seu working directory</a:t>
            </a:r>
          </a:p>
          <a:p>
            <a:pPr indent="-228600"/>
            <a:r>
              <a:rPr lang="en-US" sz="2000"/>
              <a:t>Stage arquivos e adicionar snapshots a sua staging area</a:t>
            </a:r>
          </a:p>
          <a:p>
            <a:pPr indent="-228600"/>
            <a:r>
              <a:rPr lang="en-US" sz="2000"/>
              <a:t>Commit, que leva os arquivos da staging area e guarda o snapshot no diretório git</a:t>
            </a:r>
          </a:p>
        </p:txBody>
      </p:sp>
      <p:pic>
        <p:nvPicPr>
          <p:cNvPr id="559" name="Google Shape;559;p8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512442" y="1577298"/>
            <a:ext cx="5201023" cy="3289646"/>
          </a:xfrm>
          <a:prstGeom prst="rect">
            <a:avLst/>
          </a:prstGeom>
          <a:noFill/>
        </p:spPr>
      </p:pic>
      <p:sp>
        <p:nvSpPr>
          <p:cNvPr id="566" name="Rectangle 56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4" name="Rectangle 60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Oval 61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8" name="Google Shape;598;p94"/>
          <p:cNvSpPr txBox="1"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r">
              <a:spcBef>
                <a:spcPct val="0"/>
              </a:spcBef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Commits</a:t>
            </a:r>
          </a:p>
        </p:txBody>
      </p:sp>
      <p:sp>
        <p:nvSpPr>
          <p:cNvPr id="599" name="Google Shape;599;p94"/>
          <p:cNvSpPr txBox="1"/>
          <p:nvPr/>
        </p:nvSpPr>
        <p:spPr>
          <a:xfrm>
            <a:off x="5344887" y="649480"/>
            <a:ext cx="6749142" cy="554604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609585" indent="-228600">
              <a:lnSpc>
                <a:spcPct val="90000"/>
              </a:lnSpc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400" dirty="0"/>
              <a:t>Commits must be short</a:t>
            </a:r>
          </a:p>
          <a:p>
            <a:pPr marL="609585" indent="-228600">
              <a:lnSpc>
                <a:spcPct val="90000"/>
              </a:lnSpc>
              <a:spcAft>
                <a:spcPts val="600"/>
              </a:spcAft>
              <a:buSzPts val="1800"/>
              <a:buFont typeface="Arial" panose="020B0604020202020204" pitchFamily="34" charset="0"/>
              <a:buChar char="•"/>
            </a:pPr>
            <a:r>
              <a:rPr lang="en-US" sz="2400" dirty="0"/>
              <a:t>Commits should represent a logical unit of work.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2" name="Rectangle 49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0" name="Freeform: Shape 49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Google Shape;468;p74"/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Commits</a:t>
            </a:r>
          </a:p>
        </p:txBody>
      </p:sp>
      <p:graphicFrame>
        <p:nvGraphicFramePr>
          <p:cNvPr id="488" name="Google Shape;469;p74">
            <a:extLst>
              <a:ext uri="{FF2B5EF4-FFF2-40B4-BE49-F238E27FC236}">
                <a16:creationId xmlns:a16="http://schemas.microsoft.com/office/drawing/2014/main" id="{9F666E00-D397-8BFE-E4DC-51129FF2E8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93587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9" name="Rectangle 46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2" name="Google Shape;462;p73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Non diff-able files</a:t>
            </a:r>
          </a:p>
        </p:txBody>
      </p:sp>
      <p:graphicFrame>
        <p:nvGraphicFramePr>
          <p:cNvPr id="465" name="Google Shape;463;p73">
            <a:extLst>
              <a:ext uri="{FF2B5EF4-FFF2-40B4-BE49-F238E27FC236}">
                <a16:creationId xmlns:a16="http://schemas.microsoft.com/office/drawing/2014/main" id="{89333331-64A8-1D6D-0430-00A202E4F3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138825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1" name="Rectangle 48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9" name="Freeform: Shape 48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Google Shape;474;p75"/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Syncing</a:t>
            </a:r>
          </a:p>
        </p:txBody>
      </p:sp>
      <p:graphicFrame>
        <p:nvGraphicFramePr>
          <p:cNvPr id="477" name="Google Shape;475;p75">
            <a:extLst>
              <a:ext uri="{FF2B5EF4-FFF2-40B4-BE49-F238E27FC236}">
                <a16:creationId xmlns:a16="http://schemas.microsoft.com/office/drawing/2014/main" id="{88A92581-AC8F-8E44-4FEC-0189975C1F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7944407"/>
              </p:ext>
            </p:extLst>
          </p:nvPr>
        </p:nvGraphicFramePr>
        <p:xfrm>
          <a:off x="4037824" y="765544"/>
          <a:ext cx="8154176" cy="5401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73">
          <a:extLst>
            <a:ext uri="{FF2B5EF4-FFF2-40B4-BE49-F238E27FC236}">
              <a16:creationId xmlns:a16="http://schemas.microsoft.com/office/drawing/2014/main" id="{366E913B-1BC5-8527-3F2B-40D03797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1" name="Rectangle 480">
            <a:extLst>
              <a:ext uri="{FF2B5EF4-FFF2-40B4-BE49-F238E27FC236}">
                <a16:creationId xmlns:a16="http://schemas.microsoft.com/office/drawing/2014/main" id="{45F4C4F9-830C-FB79-D462-A7199D1B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E22197C0-7F92-1F2B-A1EF-D83771224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8CD287C4-1A9C-2436-CD73-986C34F3D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5280CBBE-052A-1532-615D-046EC99A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9" name="Freeform: Shape 488">
            <a:extLst>
              <a:ext uri="{FF2B5EF4-FFF2-40B4-BE49-F238E27FC236}">
                <a16:creationId xmlns:a16="http://schemas.microsoft.com/office/drawing/2014/main" id="{D11C2CAC-2AE8-69D2-0A5B-3453C9004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4A8F4EA6-C774-119F-795C-7BF3D8249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Google Shape;474;p75">
            <a:extLst>
              <a:ext uri="{FF2B5EF4-FFF2-40B4-BE49-F238E27FC236}">
                <a16:creationId xmlns:a16="http://schemas.microsoft.com/office/drawing/2014/main" id="{34795D7A-8183-4C48-0064-A2D8F66F8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Syncing</a:t>
            </a:r>
          </a:p>
        </p:txBody>
      </p:sp>
      <p:graphicFrame>
        <p:nvGraphicFramePr>
          <p:cNvPr id="477" name="Google Shape;475;p75">
            <a:extLst>
              <a:ext uri="{FF2B5EF4-FFF2-40B4-BE49-F238E27FC236}">
                <a16:creationId xmlns:a16="http://schemas.microsoft.com/office/drawing/2014/main" id="{459FA771-AF81-0FD2-8D7C-AE36523CDF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231190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85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2" name="Rectangle 6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5" name="Google Shape;645;p99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Branches and Merging</a:t>
            </a:r>
          </a:p>
        </p:txBody>
      </p:sp>
      <p:graphicFrame>
        <p:nvGraphicFramePr>
          <p:cNvPr id="648" name="Google Shape;646;p99">
            <a:extLst>
              <a:ext uri="{FF2B5EF4-FFF2-40B4-BE49-F238E27FC236}">
                <a16:creationId xmlns:a16="http://schemas.microsoft.com/office/drawing/2014/main" id="{6ED59F5C-B9F9-CD77-B371-71DB57431E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75036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2" name="Rectangle 46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0" name="Freeform: Shape 46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Google Shape;455;p72"/>
          <p:cNvSpPr txBox="1">
            <a:spLocks noGrp="1"/>
          </p:cNvSpPr>
          <p:nvPr>
            <p:ph type="title"/>
          </p:nvPr>
        </p:nvSpPr>
        <p:spPr>
          <a:xfrm>
            <a:off x="418230" y="464137"/>
            <a:ext cx="3201366" cy="3387497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Conflicts</a:t>
            </a:r>
          </a:p>
        </p:txBody>
      </p:sp>
      <p:sp>
        <p:nvSpPr>
          <p:cNvPr id="456" name="Google Shape;456;p72"/>
          <p:cNvSpPr txBox="1">
            <a:spLocks noGrp="1"/>
          </p:cNvSpPr>
          <p:nvPr>
            <p:ph type="body" idx="1"/>
          </p:nvPr>
        </p:nvSpPr>
        <p:spPr>
          <a:xfrm>
            <a:off x="4037826" y="855406"/>
            <a:ext cx="8151126" cy="599245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/>
            <a:r>
              <a:rPr lang="en-US" sz="2400" dirty="0"/>
              <a:t>You decide which version to maintain and how to merge</a:t>
            </a:r>
          </a:p>
          <a:p>
            <a:pPr marL="0" indent="-228600"/>
            <a:endParaRPr lang="en-US" sz="2400" dirty="0"/>
          </a:p>
          <a:p>
            <a:pPr indent="-228600"/>
            <a:r>
              <a:rPr lang="en-US" sz="2400" b="1" dirty="0"/>
              <a:t>Do not panic! </a:t>
            </a:r>
          </a:p>
          <a:p>
            <a:pPr indent="-228600"/>
            <a:r>
              <a:rPr lang="en-US" sz="2400" b="1" dirty="0"/>
              <a:t>You can abandon the merge and try again!!!</a:t>
            </a:r>
          </a:p>
        </p:txBody>
      </p:sp>
      <p:pic>
        <p:nvPicPr>
          <p:cNvPr id="457" name="Google Shape;457;p72" descr="Diagrama&#10;&#10;O conteúdo gerado por IA pode estar incorreto.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094476" y="92907"/>
            <a:ext cx="3615776" cy="21876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2" name="Rectangle 50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0" name="Google Shape;480;p76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avoid conflicts</a:t>
            </a:r>
          </a:p>
        </p:txBody>
      </p:sp>
      <p:graphicFrame>
        <p:nvGraphicFramePr>
          <p:cNvPr id="483" name="Google Shape;481;p76">
            <a:extLst>
              <a:ext uri="{FF2B5EF4-FFF2-40B4-BE49-F238E27FC236}">
                <a16:creationId xmlns:a16="http://schemas.microsoft.com/office/drawing/2014/main" id="{C7D7EE9C-A01A-B217-F92A-1CE40CB09E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56817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6" name="Rectangle 45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4" name="Freeform: Shape 46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Google Shape;449;p71"/>
          <p:cNvSpPr txBox="1">
            <a:spLocks noGrp="1"/>
          </p:cNvSpPr>
          <p:nvPr>
            <p:ph type="title"/>
          </p:nvPr>
        </p:nvSpPr>
        <p:spPr>
          <a:xfrm>
            <a:off x="461273" y="1303804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Merges</a:t>
            </a:r>
          </a:p>
        </p:txBody>
      </p:sp>
      <p:graphicFrame>
        <p:nvGraphicFramePr>
          <p:cNvPr id="452" name="Google Shape;450;p71">
            <a:extLst>
              <a:ext uri="{FF2B5EF4-FFF2-40B4-BE49-F238E27FC236}">
                <a16:creationId xmlns:a16="http://schemas.microsoft.com/office/drawing/2014/main" id="{9A818F7E-EEF1-5479-AD00-BB2581F1F6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415885"/>
              </p:ext>
            </p:extLst>
          </p:nvPr>
        </p:nvGraphicFramePr>
        <p:xfrm>
          <a:off x="4037812" y="0"/>
          <a:ext cx="8154188" cy="6847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48">
          <a:extLst>
            <a:ext uri="{FF2B5EF4-FFF2-40B4-BE49-F238E27FC236}">
              <a16:creationId xmlns:a16="http://schemas.microsoft.com/office/drawing/2014/main" id="{15AB36B4-60D7-7BD5-BB9D-9C0111AB1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6" name="Rectangle 455">
            <a:extLst>
              <a:ext uri="{FF2B5EF4-FFF2-40B4-BE49-F238E27FC236}">
                <a16:creationId xmlns:a16="http://schemas.microsoft.com/office/drawing/2014/main" id="{13278EA8-94E1-5B66-F4CA-4F6419C0B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CD2C7018-A9C3-5E17-2E08-3A7CEBE4B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714950EE-C29C-22E6-A00D-85A337CFA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90BEE9CF-31AD-6723-FB10-0D3291F04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4" name="Freeform: Shape 463">
            <a:extLst>
              <a:ext uri="{FF2B5EF4-FFF2-40B4-BE49-F238E27FC236}">
                <a16:creationId xmlns:a16="http://schemas.microsoft.com/office/drawing/2014/main" id="{DF6CDBF5-3C7B-2595-9176-BB404B6C5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B8F10974-9EC5-452C-1B16-49BEFA93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Google Shape;449;p71">
            <a:extLst>
              <a:ext uri="{FF2B5EF4-FFF2-40B4-BE49-F238E27FC236}">
                <a16:creationId xmlns:a16="http://schemas.microsoft.com/office/drawing/2014/main" id="{DA1E09AE-A926-6784-A382-00BDB065A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273" y="1303804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Merges</a:t>
            </a:r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F2F50661-6609-F6DE-9BD4-6ADCB1C82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552" y="1694649"/>
            <a:ext cx="7824710" cy="391235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1EDB55C-3EBC-0702-3E6A-62038CBBC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&lt;&lt;&lt;&lt;&lt;&lt;&lt; HEAD</a:t>
            </a:r>
            <a:br>
              <a:rPr kumimoji="0" lang="pt-BR" altLang="pt-B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BR" altLang="pt-B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→ Your current branch version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=======</a:t>
            </a:r>
            <a:br>
              <a:rPr kumimoji="0" lang="pt-BR" altLang="pt-B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BR" altLang="pt-B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→ Separator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&gt;&gt;&gt;&gt;&gt;&gt;&gt; feature-branch</a:t>
            </a:r>
            <a:br>
              <a:rPr kumimoji="0" lang="pt-BR" altLang="pt-B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BR" altLang="pt-B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→ Incoming branch version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3190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4" name="Rectangle 66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2" name="Freeform: Shape 67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Google Shape;657;p101"/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Main</a:t>
            </a:r>
          </a:p>
        </p:txBody>
      </p:sp>
      <p:graphicFrame>
        <p:nvGraphicFramePr>
          <p:cNvPr id="660" name="Google Shape;658;p101">
            <a:extLst>
              <a:ext uri="{FF2B5EF4-FFF2-40B4-BE49-F238E27FC236}">
                <a16:creationId xmlns:a16="http://schemas.microsoft.com/office/drawing/2014/main" id="{58AA040A-D620-D5D7-4E6F-86B600BFA5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912112"/>
              </p:ext>
            </p:extLst>
          </p:nvPr>
        </p:nvGraphicFramePr>
        <p:xfrm>
          <a:off x="4037824" y="10138"/>
          <a:ext cx="8154176" cy="6837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/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Branches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B4A27B42-8C1C-770C-44A1-0EAE4B79EA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9462855"/>
              </p:ext>
            </p:extLst>
          </p:nvPr>
        </p:nvGraphicFramePr>
        <p:xfrm>
          <a:off x="4037824" y="0"/>
          <a:ext cx="8019497" cy="6847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6" name="Rectangle 67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4" name="Freeform: Shape 68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Google Shape;669;p103"/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create a new branch?</a:t>
            </a:r>
          </a:p>
        </p:txBody>
      </p:sp>
      <p:graphicFrame>
        <p:nvGraphicFramePr>
          <p:cNvPr id="672" name="Google Shape;670;p103">
            <a:extLst>
              <a:ext uri="{FF2B5EF4-FFF2-40B4-BE49-F238E27FC236}">
                <a16:creationId xmlns:a16="http://schemas.microsoft.com/office/drawing/2014/main" id="{C8FFAAC2-3BB3-DCD0-77A6-B5705FC75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44743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0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spcFirstLastPara="1" vert="horz" wrap="square" lIns="45700" tIns="45700" rIns="45700" bIns="45700" rtlCol="0" anchor="t" anchorCtr="0">
            <a:normAutofit/>
          </a:bodyPr>
          <a:lstStyle/>
          <a:p>
            <a:pPr marL="0" indent="0">
              <a:buNone/>
            </a:pPr>
            <a:endParaRPr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C500C3C-2E34-FF6D-07AE-EF0100990C79}"/>
              </a:ext>
            </a:extLst>
          </p:cNvPr>
          <p:cNvSpPr/>
          <p:nvPr/>
        </p:nvSpPr>
        <p:spPr>
          <a:xfrm>
            <a:off x="0" y="0"/>
            <a:ext cx="11995355" cy="6857999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branch</a:t>
            </a:r>
            <a:r>
              <a:rPr lang="pt-PT" sz="3200" dirty="0"/>
              <a:t> </a:t>
            </a:r>
            <a:r>
              <a:rPr lang="pt-PT" sz="3200" dirty="0" err="1">
                <a:solidFill>
                  <a:schemeClr val="bg1"/>
                </a:solidFill>
              </a:rPr>
              <a:t>add-readme-instructions</a:t>
            </a:r>
            <a:endParaRPr lang="pt-PT" sz="3200" dirty="0">
              <a:solidFill>
                <a:schemeClr val="bg1"/>
              </a:solidFill>
            </a:endParaRP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checkout</a:t>
            </a:r>
            <a:r>
              <a:rPr lang="pt-PT" sz="3200" dirty="0"/>
              <a:t> </a:t>
            </a:r>
            <a:r>
              <a:rPr lang="pt-PT" sz="3200" dirty="0" err="1">
                <a:solidFill>
                  <a:schemeClr val="bg1"/>
                </a:solidFill>
              </a:rPr>
              <a:t>add-readme-instructions</a:t>
            </a:r>
            <a:endParaRPr lang="pt-PT" sz="3200" dirty="0">
              <a:solidFill>
                <a:schemeClr val="bg1"/>
              </a:solidFill>
            </a:endParaRPr>
          </a:p>
          <a:p>
            <a:pPr lvl="2">
              <a:buChar char="●"/>
            </a:pPr>
            <a:r>
              <a:rPr lang="pt-PT" sz="3200" b="1" dirty="0">
                <a:solidFill>
                  <a:schemeClr val="bg1"/>
                </a:solidFill>
              </a:rPr>
              <a:t> </a:t>
            </a:r>
            <a:r>
              <a:rPr lang="pt-PT" sz="3200" b="1" dirty="0" err="1">
                <a:solidFill>
                  <a:schemeClr val="bg1"/>
                </a:solidFill>
              </a:rPr>
              <a:t>Add</a:t>
            </a:r>
            <a:r>
              <a:rPr lang="pt-PT" sz="3200" b="1" dirty="0">
                <a:solidFill>
                  <a:schemeClr val="bg1"/>
                </a:solidFill>
              </a:rPr>
              <a:t> </a:t>
            </a:r>
            <a:r>
              <a:rPr lang="pt-PT" sz="3200" b="1" dirty="0" err="1">
                <a:solidFill>
                  <a:schemeClr val="bg1"/>
                </a:solidFill>
              </a:rPr>
              <a:t>instructions</a:t>
            </a:r>
            <a:r>
              <a:rPr lang="pt-PT" sz="3200" b="1" dirty="0">
                <a:solidFill>
                  <a:schemeClr val="bg1"/>
                </a:solidFill>
              </a:rPr>
              <a:t> to </a:t>
            </a:r>
            <a:r>
              <a:rPr lang="pt-PT" sz="3200" b="1" dirty="0" err="1">
                <a:solidFill>
                  <a:schemeClr val="bg1"/>
                </a:solidFill>
              </a:rPr>
              <a:t>the</a:t>
            </a:r>
            <a:r>
              <a:rPr lang="pt-PT" sz="3200" b="1" dirty="0">
                <a:solidFill>
                  <a:schemeClr val="bg1"/>
                </a:solidFill>
              </a:rPr>
              <a:t> README.md file</a:t>
            </a:r>
          </a:p>
          <a:p>
            <a:r>
              <a:rPr lang="pt-PT" sz="3200" dirty="0"/>
              <a:t>	</a:t>
            </a: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add</a:t>
            </a:r>
            <a:r>
              <a:rPr lang="pt-PT" sz="3200" dirty="0"/>
              <a:t> </a:t>
            </a:r>
            <a:r>
              <a:rPr lang="pt-PT" sz="3200" dirty="0">
                <a:solidFill>
                  <a:schemeClr val="bg1"/>
                </a:solidFill>
              </a:rPr>
              <a:t>README.md</a:t>
            </a: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commit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–m </a:t>
            </a:r>
            <a:r>
              <a:rPr lang="pt-PT" sz="3200" dirty="0"/>
              <a:t> </a:t>
            </a:r>
            <a:r>
              <a:rPr lang="pt-PT" sz="3200" dirty="0">
                <a:solidFill>
                  <a:schemeClr val="bg1"/>
                </a:solidFill>
              </a:rPr>
              <a:t>“</a:t>
            </a:r>
            <a:r>
              <a:rPr lang="pt-PT" sz="3200" dirty="0" err="1">
                <a:solidFill>
                  <a:schemeClr val="bg1"/>
                </a:solidFill>
              </a:rPr>
              <a:t>add</a:t>
            </a:r>
            <a:r>
              <a:rPr lang="pt-PT" sz="3200" dirty="0">
                <a:solidFill>
                  <a:schemeClr val="bg1"/>
                </a:solidFill>
              </a:rPr>
              <a:t> </a:t>
            </a:r>
            <a:r>
              <a:rPr lang="pt-PT" sz="3200" dirty="0" err="1">
                <a:solidFill>
                  <a:schemeClr val="bg1"/>
                </a:solidFill>
              </a:rPr>
              <a:t>instructions</a:t>
            </a:r>
            <a:r>
              <a:rPr lang="pt-PT" sz="3200" dirty="0">
                <a:solidFill>
                  <a:schemeClr val="bg1"/>
                </a:solidFill>
              </a:rPr>
              <a:t> to README.md”</a:t>
            </a: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log</a:t>
            </a: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checkout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main</a:t>
            </a:r>
            <a:endParaRPr lang="pt-PT" sz="3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log</a:t>
            </a: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merge</a:t>
            </a:r>
            <a:r>
              <a:rPr lang="pt-PT" sz="3200" dirty="0"/>
              <a:t> </a:t>
            </a:r>
            <a:r>
              <a:rPr lang="pt-PT" sz="3200" dirty="0" err="1">
                <a:solidFill>
                  <a:schemeClr val="bg1"/>
                </a:solidFill>
              </a:rPr>
              <a:t>add-readme-instructions</a:t>
            </a:r>
            <a:endParaRPr lang="pt-PT" sz="3200" dirty="0">
              <a:solidFill>
                <a:schemeClr val="bg1"/>
              </a:solidFill>
            </a:endParaRP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log</a:t>
            </a: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branch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-d</a:t>
            </a:r>
            <a:r>
              <a:rPr lang="pt-PT" sz="3200" dirty="0"/>
              <a:t> </a:t>
            </a:r>
            <a:r>
              <a:rPr lang="pt-PT" sz="3200" dirty="0" err="1">
                <a:solidFill>
                  <a:schemeClr val="bg1"/>
                </a:solidFill>
              </a:rPr>
              <a:t>add-readme-instructions</a:t>
            </a:r>
            <a:endParaRPr lang="pt-PT" sz="3200" dirty="0">
              <a:solidFill>
                <a:schemeClr val="bg1"/>
              </a:solidFill>
            </a:endParaRPr>
          </a:p>
          <a:p>
            <a:r>
              <a:rPr lang="pt-PT" sz="3200" dirty="0"/>
              <a:t>	&gt;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git</a:t>
            </a:r>
            <a:r>
              <a:rPr lang="pt-PT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pt-PT" sz="3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branch</a:t>
            </a:r>
            <a:endParaRPr lang="pt-PT" sz="3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955" y="116958"/>
            <a:ext cx="8025752" cy="6509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5AAE26-C949-DE7F-7798-75CE37B31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Additional Resources</a:t>
            </a:r>
          </a:p>
        </p:txBody>
      </p:sp>
      <p:graphicFrame>
        <p:nvGraphicFramePr>
          <p:cNvPr id="5" name="Espaço Reservado para Texto 2">
            <a:extLst>
              <a:ext uri="{FF2B5EF4-FFF2-40B4-BE49-F238E27FC236}">
                <a16:creationId xmlns:a16="http://schemas.microsoft.com/office/drawing/2014/main" id="{1FAD2DCD-F521-D85D-0FB0-C2EE57801E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99150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8022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6AD167C1-2875-D086-8712-9DCA5B1A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6CD12C24-DE52-EF4C-A0F6-94641695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154E3A29-5587-8F54-ABDB-6CDFCD967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85710C2-A9E1-61FE-ED42-5718B2E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631314F6-7691-1C17-1266-D8C70B8D0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6D7A8AD6-9372-FAE7-755A-5B1969886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71A3E95D-23E6-9A0B-8058-2C93F2879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E77B2E44-7DEF-B2EB-C56A-2A98F2C4D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Cloning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C3ABD81E-606E-8F92-C0A8-B3B9820FBC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6985919"/>
              </p:ext>
            </p:extLst>
          </p:nvPr>
        </p:nvGraphicFramePr>
        <p:xfrm>
          <a:off x="4037824" y="10133"/>
          <a:ext cx="8154176" cy="2775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Imagem 2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518FD7F2-8E40-F412-39D2-C3A6D7325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3809" y="2892056"/>
            <a:ext cx="5229955" cy="3870251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7DCDAF70-E9E9-8062-398B-EC4E6EB43BFB}"/>
              </a:ext>
            </a:extLst>
          </p:cNvPr>
          <p:cNvSpPr/>
          <p:nvPr/>
        </p:nvSpPr>
        <p:spPr>
          <a:xfrm rot="2416000">
            <a:off x="10139103" y="4036041"/>
            <a:ext cx="829339" cy="11189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DAC908-4DE1-3A80-58ED-04C93AB8BDAC}"/>
              </a:ext>
            </a:extLst>
          </p:cNvPr>
          <p:cNvSpPr/>
          <p:nvPr/>
        </p:nvSpPr>
        <p:spPr>
          <a:xfrm>
            <a:off x="5507665" y="4827181"/>
            <a:ext cx="3690034" cy="6379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53608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01120F44-4FB2-17CF-A341-0FD2C620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823AE4CF-DE12-D249-C7FD-85DF8F997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3FC9F1AB-AB1F-17AD-9D81-2D586C60A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CB9866FF-6498-E966-A1C3-0A77D12C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E8BBB7E0-2FCD-DBF4-4F3D-E808CD0A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DD1AC4B2-B809-935C-CBE7-835623018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477D3679-1933-EE88-6AE7-D7D21D2CA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38CDE01F-53B9-C28B-5E02-6532FFEB3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Forking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009486BF-2BED-8E4C-E5CF-8AC491A515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3110247"/>
              </p:ext>
            </p:extLst>
          </p:nvPr>
        </p:nvGraphicFramePr>
        <p:xfrm>
          <a:off x="4037824" y="10133"/>
          <a:ext cx="8154176" cy="2501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m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BAB83EC-7CFE-E022-4D7E-F2B9CAD277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1600" y="4768073"/>
            <a:ext cx="7692911" cy="1036678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953B838-4622-7E76-F003-55DABB5311E5}"/>
              </a:ext>
            </a:extLst>
          </p:cNvPr>
          <p:cNvSpPr/>
          <p:nvPr/>
        </p:nvSpPr>
        <p:spPr>
          <a:xfrm>
            <a:off x="10643191" y="5316279"/>
            <a:ext cx="1148316" cy="4040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676E0F7-55F2-49A5-8F33-FCFEB0411248}"/>
              </a:ext>
            </a:extLst>
          </p:cNvPr>
          <p:cNvSpPr/>
          <p:nvPr/>
        </p:nvSpPr>
        <p:spPr>
          <a:xfrm>
            <a:off x="4268445" y="5309191"/>
            <a:ext cx="3110549" cy="41112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BDAE55A6-712C-BABE-45AA-A02F221BFE8A}"/>
              </a:ext>
            </a:extLst>
          </p:cNvPr>
          <p:cNvSpPr/>
          <p:nvPr/>
        </p:nvSpPr>
        <p:spPr>
          <a:xfrm rot="13913676">
            <a:off x="8559363" y="5473722"/>
            <a:ext cx="829339" cy="11189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A5B78A42-DE4C-CA8D-478C-75819ADA4A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2846228"/>
            <a:ext cx="3851295" cy="1768621"/>
          </a:xfrm>
          <a:prstGeom prst="rect">
            <a:avLst/>
          </a:prstGeom>
        </p:spPr>
      </p:pic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94B9D034-7104-DE7D-C44B-8027CA26B9B3}"/>
              </a:ext>
            </a:extLst>
          </p:cNvPr>
          <p:cNvSpPr/>
          <p:nvPr/>
        </p:nvSpPr>
        <p:spPr>
          <a:xfrm rot="3773055">
            <a:off x="9832090" y="2379462"/>
            <a:ext cx="829339" cy="1118984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2BCD1DA-1D5F-B9E4-CA80-4AF791D8362F}"/>
              </a:ext>
            </a:extLst>
          </p:cNvPr>
          <p:cNvSpPr/>
          <p:nvPr/>
        </p:nvSpPr>
        <p:spPr>
          <a:xfrm>
            <a:off x="6624083" y="4080115"/>
            <a:ext cx="1653801" cy="46353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277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40ADA533-30F3-A2EF-09AA-1E5978FD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5E2CB493-BC68-49D8-B334-D63A3FF57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B5B8614-9CE4-0031-E30C-3CD073AF2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C643AE04-285E-B461-14F0-F682D1BA4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EF25391-6D52-F58B-63EF-33AA4D820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69B856BB-F4F4-D641-86C5-C26031E9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1F20C08C-CBD6-FD22-64BC-C7136220F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F49CE207-7E3F-4C60-D42F-A0DEECE93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Pull Request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C92361A6-2832-E5B0-128F-84A400CB3A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582876"/>
              </p:ext>
            </p:extLst>
          </p:nvPr>
        </p:nvGraphicFramePr>
        <p:xfrm>
          <a:off x="4037824" y="10133"/>
          <a:ext cx="8154176" cy="6847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80893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4F7DE44D-C520-216F-3D0B-94F12FF61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D7306B0F-55C2-EED6-B1EE-1ECB3BA31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1D7DB38C-337F-79E2-A3FC-696A076AE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305E072-E205-126E-1111-3DD2C5FA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946D3143-27AC-8BD4-B51B-5A8605D0C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D52CF694-C95D-E688-681F-9C93A643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AA18DB8B-C0C5-D37F-078B-B4B80ABD3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B4BF9ABB-E54E-50B7-7943-7B8A4E1E6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Pull Request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8574588E-B973-E6C1-1F0B-80B4BB225D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675081"/>
              </p:ext>
            </p:extLst>
          </p:nvPr>
        </p:nvGraphicFramePr>
        <p:xfrm>
          <a:off x="4037824" y="10133"/>
          <a:ext cx="8154176" cy="6847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F6D12ACB-18AB-7EDD-035F-9E1CC1BA3C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5476" y="208841"/>
            <a:ext cx="7106642" cy="409632"/>
          </a:xfrm>
          <a:prstGeom prst="rect">
            <a:avLst/>
          </a:prstGeom>
        </p:spPr>
      </p:pic>
      <p:pic>
        <p:nvPicPr>
          <p:cNvPr id="5" name="Imagem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C0DA8AF2-CD86-02AE-2197-14B998B2DA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5476" y="817181"/>
            <a:ext cx="4772691" cy="971686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12C35BA7-EF15-3376-D27E-79FF6A7E0E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600" y="1987575"/>
            <a:ext cx="7539258" cy="441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2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F261B619-6313-9B06-E6A9-309559D7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98795185-AD8E-0BAC-A1B8-880EFCAC8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6BBBCF06-D7CA-6A83-7BBA-415BF07B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20EAB985-7799-C126-0EA2-44098D52E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EF302B13-2E58-D067-C910-AEEA2B6FD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259D75A0-05E0-1CCF-1C73-D5E1CF674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CCBB8A83-6EF2-ACAF-9C40-473F2DFDD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C6E3AA5C-416B-1760-83B4-651D509031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Pull Request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239ADA59-D099-2127-69A3-05AA57835F33}"/>
              </a:ext>
            </a:extLst>
          </p:cNvPr>
          <p:cNvGraphicFramePr/>
          <p:nvPr/>
        </p:nvGraphicFramePr>
        <p:xfrm>
          <a:off x="4037824" y="10133"/>
          <a:ext cx="8154176" cy="6847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E3A4368-1DD8-DD64-BEC8-52C5862719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4675" y="587828"/>
            <a:ext cx="7876538" cy="1189389"/>
          </a:xfrm>
          <a:prstGeom prst="rect">
            <a:avLst/>
          </a:prstGeom>
        </p:spPr>
      </p:pic>
      <p:pic>
        <p:nvPicPr>
          <p:cNvPr id="8" name="Imagem 7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2F94489E-4437-E706-8E42-FE76755D8E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7451" y="2028341"/>
            <a:ext cx="7276400" cy="437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942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DCCD9A6E-5797-48B7-CD31-23E9148C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AB3BD61B-114D-A6FB-C52E-2ED05981C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811A8CE4-6666-896E-A365-E7AABEE6E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975F9819-4C42-A5E3-D882-8B7FCBC13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A0D857C1-2BA4-0F04-B817-C7B78300E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D2746E4E-36C8-3A1F-0993-2620E896C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DEAA3BC0-33A9-A798-5D0C-9358BD270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99ABCB0B-3AFE-1EB9-FFC4-49033A13C5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Pull Request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3008FDE8-AEC2-ADBC-E9FA-26743AA1AFA9}"/>
              </a:ext>
            </a:extLst>
          </p:cNvPr>
          <p:cNvGraphicFramePr/>
          <p:nvPr/>
        </p:nvGraphicFramePr>
        <p:xfrm>
          <a:off x="4037824" y="10133"/>
          <a:ext cx="8154176" cy="6847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3BDBDE8-C239-B9E0-4E3C-FDEC5282F4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4675" y="587828"/>
            <a:ext cx="7876538" cy="1189389"/>
          </a:xfrm>
          <a:prstGeom prst="rect">
            <a:avLst/>
          </a:prstGeom>
        </p:spPr>
      </p:pic>
      <p:pic>
        <p:nvPicPr>
          <p:cNvPr id="8" name="Imagem 7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B53F0969-3548-D010-8CAB-EE668BC3C9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7451" y="2028341"/>
            <a:ext cx="7276400" cy="437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53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F1F7D04D-1C14-0659-0F25-72A36625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CC2DBDF2-9ABD-222C-CEF4-78B09A8B6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0230F8B-5623-E1FF-7D1F-63A22CD0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0B038EA0-AB42-8842-F101-2265041B6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61DA00E3-66A6-D1D4-799D-ED0DE5731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9C9144F1-789B-C362-CA75-79F0BECDF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E53974F3-D4C8-4518-01C2-98011081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5ABCB9C1-1477-ED72-0C32-D0A8062FB8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Pull Request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B187B953-DA71-148F-175B-CAC07E8BB9A9}"/>
              </a:ext>
            </a:extLst>
          </p:cNvPr>
          <p:cNvGraphicFramePr/>
          <p:nvPr/>
        </p:nvGraphicFramePr>
        <p:xfrm>
          <a:off x="4037824" y="10133"/>
          <a:ext cx="8154176" cy="6847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AA0A469B-F83C-1540-9CF8-8D5F005455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8614" y="200638"/>
            <a:ext cx="745258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77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64B698DD-42F3-6FCE-84A7-090F154E2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23AC6FF0-3A39-53EB-AA25-630285DAB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44DB12AD-44B3-DDC2-62D2-641F8C999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5CBB86A9-CAA6-0CA0-FAD3-B128E27CA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38B05F5A-ADB2-371D-3CEB-9B0DD67A5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941DE0EC-7E24-EE37-867D-554B5142C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4BFD3D14-6D72-D803-D6E4-B518D7611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F2AF6ED9-F6C1-253F-A843-40ECDF442E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Pull Request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7D6F1FCA-86AC-07BD-680D-1BA53896C5FD}"/>
              </a:ext>
            </a:extLst>
          </p:cNvPr>
          <p:cNvGraphicFramePr/>
          <p:nvPr/>
        </p:nvGraphicFramePr>
        <p:xfrm>
          <a:off x="4037824" y="10133"/>
          <a:ext cx="8154176" cy="6847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agem 3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68582372-C3BA-1EFB-2A26-E3293B712A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7824" y="1295400"/>
            <a:ext cx="8154176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88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D5821AFB-77D2-789E-4056-A3457634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3BA20CBE-36A6-FDB9-CC9B-7C8CBBE1B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7DF8742B-7E24-A470-CDD5-0972F8315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AF1A2F97-630F-13BF-2E0F-B7DBA62A8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B22D3617-3874-6148-DDE9-CDF43D2E0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23BFEADA-AA93-9BF3-EA54-EB5F673A5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CEEE844C-3345-3309-6009-BCA0A09B7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75DE6493-4FD7-AF59-F68D-14BFC9F68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First Assignment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F12F7630-6A93-D23D-F57D-74913B59F8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7635297"/>
              </p:ext>
            </p:extLst>
          </p:nvPr>
        </p:nvGraphicFramePr>
        <p:xfrm>
          <a:off x="4037824" y="0"/>
          <a:ext cx="8019497" cy="6847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2107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1E375036-BB8A-E946-B5F7-6BAEA7B1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CCAAA7CE-FB72-1403-3447-DEE133696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C8EE8788-52C9-1575-9064-E0EA2530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A1BE4075-5B71-1B29-1076-4D091434B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AA4BF178-1D2B-F6E8-12D6-8A2CC6340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ADEE1F21-F9AB-48C4-4677-498163A7E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81A7392B-31BC-37A3-0949-4C1DF9476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81556554-FF93-DA21-7077-85CEE7A80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First Assignment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BAFA0E60-B0FF-5E26-9354-A70238C7A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564786"/>
              </p:ext>
            </p:extLst>
          </p:nvPr>
        </p:nvGraphicFramePr>
        <p:xfrm>
          <a:off x="4158935" y="1754368"/>
          <a:ext cx="5180603" cy="3349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Imagem 2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6E5F3FF5-867B-6149-39BF-02CAFA3DA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0639" y="1354407"/>
            <a:ext cx="2333951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28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4EBC6CEA-6783-40F3-5C57-D0779B72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8587EFE3-6582-9A37-7D31-FA758CD18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44644730-799D-72E6-295F-A1828FDE8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ECC78E49-945B-0E93-EE48-21381B544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7FDBE118-8117-D129-7432-E8BC6AD6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75E1D717-5954-6F42-1580-384160E1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086DF417-208B-9029-E19A-A61FE150D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346E4C70-B6B9-CDA9-CA2E-A10FB9EF4B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First Assignment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3CF383EA-426F-58A1-79CA-9286FF4A5E59}"/>
              </a:ext>
            </a:extLst>
          </p:cNvPr>
          <p:cNvGraphicFramePr/>
          <p:nvPr/>
        </p:nvGraphicFramePr>
        <p:xfrm>
          <a:off x="4158935" y="1754368"/>
          <a:ext cx="5180603" cy="3349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Imagem 2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39654217-0D6C-DC33-5A6E-7710CBE486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0639" y="1354407"/>
            <a:ext cx="2333951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068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62">
          <a:extLst>
            <a:ext uri="{FF2B5EF4-FFF2-40B4-BE49-F238E27FC236}">
              <a16:creationId xmlns:a16="http://schemas.microsoft.com/office/drawing/2014/main" id="{94060823-F050-AB90-C6F8-8A0DB7132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0" name="Rectangle 669">
            <a:extLst>
              <a:ext uri="{FF2B5EF4-FFF2-40B4-BE49-F238E27FC236}">
                <a16:creationId xmlns:a16="http://schemas.microsoft.com/office/drawing/2014/main" id="{F08CC9A6-F532-3463-5441-EC4738A6D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C111046E-9F3E-B22E-378E-B603C70C5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B9BD95E-5B6B-E837-AF2C-1732FB1AE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CE640BCF-372A-3146-070E-22743EFA8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8" name="Freeform: Shape 677">
            <a:extLst>
              <a:ext uri="{FF2B5EF4-FFF2-40B4-BE49-F238E27FC236}">
                <a16:creationId xmlns:a16="http://schemas.microsoft.com/office/drawing/2014/main" id="{98EE3FBE-B0B2-AAC2-52A7-18C2576EE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410A1EC6-E1F9-5ADC-4362-1D61FCD74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Google Shape;663;p102">
            <a:extLst>
              <a:ext uri="{FF2B5EF4-FFF2-40B4-BE49-F238E27FC236}">
                <a16:creationId xmlns:a16="http://schemas.microsoft.com/office/drawing/2014/main" id="{A6415BA3-93AE-9724-EF3F-D64E460B0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First Assignment</a:t>
            </a:r>
          </a:p>
        </p:txBody>
      </p:sp>
      <p:graphicFrame>
        <p:nvGraphicFramePr>
          <p:cNvPr id="666" name="Google Shape;664;p102">
            <a:extLst>
              <a:ext uri="{FF2B5EF4-FFF2-40B4-BE49-F238E27FC236}">
                <a16:creationId xmlns:a16="http://schemas.microsoft.com/office/drawing/2014/main" id="{A8E12F88-A19C-2C78-1515-F001E09E97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417237"/>
              </p:ext>
            </p:extLst>
          </p:nvPr>
        </p:nvGraphicFramePr>
        <p:xfrm>
          <a:off x="4158935" y="1754368"/>
          <a:ext cx="7749530" cy="3349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22010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1595</Words>
  <Application>Microsoft Office PowerPoint</Application>
  <PresentationFormat>Widescreen</PresentationFormat>
  <Paragraphs>285</Paragraphs>
  <Slides>48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5" baseType="lpstr">
      <vt:lpstr>Aptos</vt:lpstr>
      <vt:lpstr>Aptos Display</vt:lpstr>
      <vt:lpstr>Arial</vt:lpstr>
      <vt:lpstr>Arial Unicode MS</vt:lpstr>
      <vt:lpstr>Calibri</vt:lpstr>
      <vt:lpstr>Gill Sans</vt:lpstr>
      <vt:lpstr>Tema do Office</vt:lpstr>
      <vt:lpstr>Fundamentals in Data Engineering</vt:lpstr>
      <vt:lpstr>Git</vt:lpstr>
      <vt:lpstr>SETUP</vt:lpstr>
      <vt:lpstr>Config steps</vt:lpstr>
      <vt:lpstr>Three different states</vt:lpstr>
      <vt:lpstr>Practice</vt:lpstr>
      <vt:lpstr>Repository</vt:lpstr>
      <vt:lpstr>Working Directory</vt:lpstr>
      <vt:lpstr>Cheatsheet</vt:lpstr>
      <vt:lpstr>Commands List</vt:lpstr>
      <vt:lpstr>Apresentação do PowerPoint</vt:lpstr>
      <vt:lpstr>Apresentação do PowerPoint</vt:lpstr>
      <vt:lpstr>Apresentação do PowerPoint</vt:lpstr>
      <vt:lpstr>Removing commits made by mistake</vt:lpstr>
      <vt:lpstr>Removing commits made by mistake</vt:lpstr>
      <vt:lpstr>Removing commits made by mistake</vt:lpstr>
      <vt:lpstr>Removing commits made by mistake</vt:lpstr>
      <vt:lpstr>Push to GitHub</vt:lpstr>
      <vt:lpstr>Apresentação do PowerPoint</vt:lpstr>
      <vt:lpstr>Workflow</vt:lpstr>
      <vt:lpstr>Commits</vt:lpstr>
      <vt:lpstr>Commits</vt:lpstr>
      <vt:lpstr>Non diff-able files</vt:lpstr>
      <vt:lpstr>Syncing</vt:lpstr>
      <vt:lpstr>Syncing</vt:lpstr>
      <vt:lpstr>Branches and Merging</vt:lpstr>
      <vt:lpstr>Conflicts</vt:lpstr>
      <vt:lpstr>How to avoid conflicts</vt:lpstr>
      <vt:lpstr>Merges</vt:lpstr>
      <vt:lpstr>Merges</vt:lpstr>
      <vt:lpstr>Main</vt:lpstr>
      <vt:lpstr>Branches</vt:lpstr>
      <vt:lpstr>Why create a new branch?</vt:lpstr>
      <vt:lpstr>Apresentação do PowerPoint</vt:lpstr>
      <vt:lpstr>Apresentação do PowerPoint</vt:lpstr>
      <vt:lpstr>Additional Resources</vt:lpstr>
      <vt:lpstr>Cloning</vt:lpstr>
      <vt:lpstr>Forking</vt:lpstr>
      <vt:lpstr>Pull Request</vt:lpstr>
      <vt:lpstr>Pull Request</vt:lpstr>
      <vt:lpstr>Pull Request</vt:lpstr>
      <vt:lpstr>Pull Request</vt:lpstr>
      <vt:lpstr>Pull Request</vt:lpstr>
      <vt:lpstr>Pull Request</vt:lpstr>
      <vt:lpstr>First Assignment</vt:lpstr>
      <vt:lpstr>First Assignment</vt:lpstr>
      <vt:lpstr>First Assignment</vt:lpstr>
      <vt:lpstr>First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Paiva</dc:creator>
  <cp:lastModifiedBy>Thiago Paiva</cp:lastModifiedBy>
  <cp:revision>86</cp:revision>
  <dcterms:created xsi:type="dcterms:W3CDTF">2026-02-09T19:20:09Z</dcterms:created>
  <dcterms:modified xsi:type="dcterms:W3CDTF">2026-02-24T05:27:53Z</dcterms:modified>
</cp:coreProperties>
</file>