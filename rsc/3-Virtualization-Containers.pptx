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6" r:id="rId3"/>
    <p:sldId id="257" r:id="rId4"/>
    <p:sldId id="258" r:id="rId5"/>
    <p:sldId id="280" r:id="rId6"/>
    <p:sldId id="259" r:id="rId7"/>
    <p:sldId id="260" r:id="rId8"/>
    <p:sldId id="281" r:id="rId9"/>
    <p:sldId id="261" r:id="rId10"/>
    <p:sldId id="262" r:id="rId11"/>
    <p:sldId id="263" r:id="rId12"/>
    <p:sldId id="264" r:id="rId13"/>
    <p:sldId id="266" r:id="rId14"/>
    <p:sldId id="265" r:id="rId15"/>
    <p:sldId id="267" r:id="rId16"/>
    <p:sldId id="282" r:id="rId17"/>
    <p:sldId id="269" r:id="rId18"/>
    <p:sldId id="283" r:id="rId19"/>
    <p:sldId id="285" r:id="rId20"/>
    <p:sldId id="284" r:id="rId21"/>
    <p:sldId id="286" r:id="rId22"/>
    <p:sldId id="271" r:id="rId23"/>
    <p:sldId id="287" r:id="rId24"/>
    <p:sldId id="288" r:id="rId25"/>
    <p:sldId id="272" r:id="rId26"/>
    <p:sldId id="275" r:id="rId27"/>
    <p:sldId id="273" r:id="rId28"/>
    <p:sldId id="289" r:id="rId29"/>
    <p:sldId id="290" r:id="rId30"/>
    <p:sldId id="276" r:id="rId31"/>
    <p:sldId id="277" r:id="rId32"/>
    <p:sldId id="291" r:id="rId33"/>
    <p:sldId id="305" r:id="rId34"/>
    <p:sldId id="306" r:id="rId35"/>
    <p:sldId id="304" r:id="rId36"/>
    <p:sldId id="295" r:id="rId37"/>
    <p:sldId id="296" r:id="rId38"/>
    <p:sldId id="297" r:id="rId39"/>
    <p:sldId id="298" r:id="rId40"/>
    <p:sldId id="299" r:id="rId41"/>
    <p:sldId id="300" r:id="rId42"/>
    <p:sldId id="307" r:id="rId43"/>
    <p:sldId id="301" r:id="rId44"/>
    <p:sldId id="308" r:id="rId45"/>
    <p:sldId id="278" r:id="rId46"/>
    <p:sldId id="302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27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4.png"/><Relationship Id="rId7" Type="http://schemas.openxmlformats.org/officeDocument/2006/relationships/image" Target="../media/image1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37.svg"/><Relationship Id="rId4" Type="http://schemas.openxmlformats.org/officeDocument/2006/relationships/image" Target="../media/image35.svg"/><Relationship Id="rId9" Type="http://schemas.openxmlformats.org/officeDocument/2006/relationships/image" Target="../media/image36.png"/></Relationships>
</file>

<file path=ppt/diagrams/_rels/data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ocker.com/" TargetMode="External"/></Relationships>
</file>

<file path=ppt/diagrams/_rels/data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7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ata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27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4.png"/><Relationship Id="rId7" Type="http://schemas.openxmlformats.org/officeDocument/2006/relationships/image" Target="../media/image1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37.svg"/><Relationship Id="rId4" Type="http://schemas.openxmlformats.org/officeDocument/2006/relationships/image" Target="../media/image35.svg"/><Relationship Id="rId9" Type="http://schemas.openxmlformats.org/officeDocument/2006/relationships/image" Target="../media/image36.png"/></Relationships>
</file>

<file path=ppt/diagrams/_rels/drawing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ocker.com/" TargetMode="External"/></Relationships>
</file>

<file path=ppt/diagrams/_rels/drawing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7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9B5D73-4676-4B8E-ABAD-1F1E572C035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9C2D66D-8875-486E-8453-678460AD553B}">
      <dgm:prSet/>
      <dgm:spPr/>
      <dgm:t>
        <a:bodyPr/>
        <a:lstStyle/>
        <a:p>
          <a:pPr>
            <a:defRPr cap="all"/>
          </a:pPr>
          <a:r>
            <a:rPr lang="pt-BR" b="1" i="0" baseline="0"/>
            <a:t>Virtualizes the application layer</a:t>
          </a:r>
          <a:br>
            <a:rPr lang="pt-BR" b="0" i="0" baseline="0"/>
          </a:br>
          <a:r>
            <a:rPr lang="pt-BR" b="0" i="0" baseline="0"/>
            <a:t>Containers isolate applications while sharing the host operating system kernel, avoiding the need for separate guest OS instances.</a:t>
          </a:r>
          <a:endParaRPr lang="en-US"/>
        </a:p>
      </dgm:t>
    </dgm:pt>
    <dgm:pt modelId="{714F11DB-62BA-44D7-9201-096F8551388F}" type="parTrans" cxnId="{7C72E1A9-6DA0-4B88-8ECC-B70DC8806F7B}">
      <dgm:prSet/>
      <dgm:spPr/>
      <dgm:t>
        <a:bodyPr/>
        <a:lstStyle/>
        <a:p>
          <a:endParaRPr lang="en-US"/>
        </a:p>
      </dgm:t>
    </dgm:pt>
    <dgm:pt modelId="{AF4B8800-7117-446F-977B-DAB3C2BAC290}" type="sibTrans" cxnId="{7C72E1A9-6DA0-4B88-8ECC-B70DC8806F7B}">
      <dgm:prSet/>
      <dgm:spPr/>
      <dgm:t>
        <a:bodyPr/>
        <a:lstStyle/>
        <a:p>
          <a:endParaRPr lang="en-US"/>
        </a:p>
      </dgm:t>
    </dgm:pt>
    <dgm:pt modelId="{53CC4305-6E3A-40A0-BF34-CCA8BD1905A9}">
      <dgm:prSet/>
      <dgm:spPr/>
      <dgm:t>
        <a:bodyPr/>
        <a:lstStyle/>
        <a:p>
          <a:pPr>
            <a:defRPr cap="all"/>
          </a:pPr>
          <a:r>
            <a:rPr lang="pt-BR" b="1" i="0" baseline="0"/>
            <a:t>Uses Linux namespaces</a:t>
          </a:r>
          <a:br>
            <a:rPr lang="pt-BR" b="0" i="0" baseline="0"/>
          </a:br>
          <a:r>
            <a:rPr lang="pt-BR" b="0" i="0" baseline="0"/>
            <a:t>Namespaces provide process-level isolation by separating resources such as process IDs, networking, file systems, and users.</a:t>
          </a:r>
          <a:endParaRPr lang="en-US"/>
        </a:p>
      </dgm:t>
    </dgm:pt>
    <dgm:pt modelId="{C5C595B0-2738-4345-8AE8-C9FE52B57C4D}" type="parTrans" cxnId="{9880A79E-9915-4105-B967-BD5975250B67}">
      <dgm:prSet/>
      <dgm:spPr/>
      <dgm:t>
        <a:bodyPr/>
        <a:lstStyle/>
        <a:p>
          <a:endParaRPr lang="en-US"/>
        </a:p>
      </dgm:t>
    </dgm:pt>
    <dgm:pt modelId="{CB205257-DC1F-48E4-AFCC-D611C3235A01}" type="sibTrans" cxnId="{9880A79E-9915-4105-B967-BD5975250B67}">
      <dgm:prSet/>
      <dgm:spPr/>
      <dgm:t>
        <a:bodyPr/>
        <a:lstStyle/>
        <a:p>
          <a:endParaRPr lang="en-US"/>
        </a:p>
      </dgm:t>
    </dgm:pt>
    <dgm:pt modelId="{AD337B8B-0442-4E32-B0B7-0EBFBE5AC4D6}">
      <dgm:prSet/>
      <dgm:spPr/>
      <dgm:t>
        <a:bodyPr/>
        <a:lstStyle/>
        <a:p>
          <a:pPr>
            <a:defRPr cap="all"/>
          </a:pPr>
          <a:r>
            <a:rPr lang="pt-BR" b="1" i="0" baseline="0"/>
            <a:t>Uses control groups (cgroups)</a:t>
          </a:r>
          <a:br>
            <a:rPr lang="pt-BR" b="0" i="0" baseline="0"/>
          </a:br>
          <a:r>
            <a:rPr lang="pt-BR" b="0" i="0" baseline="0"/>
            <a:t>cgroups limit and manage CPU, memory, disk I/O, and network usage for each container.</a:t>
          </a:r>
          <a:endParaRPr lang="en-US"/>
        </a:p>
      </dgm:t>
    </dgm:pt>
    <dgm:pt modelId="{BEF585A2-038E-4DAE-8192-F075BEE4EAC5}" type="parTrans" cxnId="{1CEB816B-5E44-4239-BEEC-297355583880}">
      <dgm:prSet/>
      <dgm:spPr/>
      <dgm:t>
        <a:bodyPr/>
        <a:lstStyle/>
        <a:p>
          <a:endParaRPr lang="en-US"/>
        </a:p>
      </dgm:t>
    </dgm:pt>
    <dgm:pt modelId="{172CE839-F94B-44D0-8764-72A213CF4750}" type="sibTrans" cxnId="{1CEB816B-5E44-4239-BEEC-297355583880}">
      <dgm:prSet/>
      <dgm:spPr/>
      <dgm:t>
        <a:bodyPr/>
        <a:lstStyle/>
        <a:p>
          <a:endParaRPr lang="en-US"/>
        </a:p>
      </dgm:t>
    </dgm:pt>
    <dgm:pt modelId="{4F441018-F30D-4362-A7E6-D56F8ECBA1EC}">
      <dgm:prSet/>
      <dgm:spPr/>
      <dgm:t>
        <a:bodyPr/>
        <a:lstStyle/>
        <a:p>
          <a:pPr>
            <a:defRPr cap="all"/>
          </a:pPr>
          <a:r>
            <a:rPr lang="pt-BR" b="1" i="0" baseline="0" dirty="0" err="1"/>
            <a:t>Layered</a:t>
          </a:r>
          <a:r>
            <a:rPr lang="pt-BR" b="1" i="0" baseline="0" dirty="0"/>
            <a:t> </a:t>
          </a:r>
          <a:r>
            <a:rPr lang="pt-BR" b="1" i="0" baseline="0" dirty="0" err="1"/>
            <a:t>filesystem</a:t>
          </a:r>
          <a:r>
            <a:rPr lang="pt-BR" b="1" i="0" baseline="0" dirty="0"/>
            <a:t> </a:t>
          </a:r>
          <a:r>
            <a:rPr lang="pt-BR" b="1" i="0" baseline="0" dirty="0" err="1"/>
            <a:t>architecture</a:t>
          </a:r>
          <a:br>
            <a:rPr lang="pt-BR" b="0" i="0" baseline="0" dirty="0"/>
          </a:br>
          <a:r>
            <a:rPr lang="pt-BR" b="0" i="0" baseline="0" dirty="0"/>
            <a:t>Container </a:t>
          </a:r>
          <a:r>
            <a:rPr lang="pt-BR" b="0" i="0" baseline="0" dirty="0" err="1"/>
            <a:t>images</a:t>
          </a:r>
          <a:r>
            <a:rPr lang="pt-BR" b="0" i="0" baseline="0" dirty="0"/>
            <a:t> are </a:t>
          </a:r>
          <a:r>
            <a:rPr lang="pt-BR" b="0" i="0" baseline="0" dirty="0" err="1"/>
            <a:t>built</a:t>
          </a:r>
          <a:r>
            <a:rPr lang="pt-BR" b="0" i="0" baseline="0" dirty="0"/>
            <a:t> in </a:t>
          </a:r>
          <a:r>
            <a:rPr lang="pt-BR" b="0" i="0" baseline="0" dirty="0" err="1"/>
            <a:t>immutable</a:t>
          </a:r>
          <a:r>
            <a:rPr lang="pt-BR" b="0" i="0" baseline="0" dirty="0"/>
            <a:t> </a:t>
          </a:r>
          <a:r>
            <a:rPr lang="pt-BR" b="0" i="0" baseline="0" dirty="0" err="1"/>
            <a:t>layers</a:t>
          </a:r>
          <a:r>
            <a:rPr lang="pt-BR" b="0" i="0" baseline="0" dirty="0"/>
            <a:t>, </a:t>
          </a:r>
          <a:r>
            <a:rPr lang="pt-BR" b="0" i="0" baseline="0" dirty="0" err="1"/>
            <a:t>enabling</a:t>
          </a:r>
          <a:r>
            <a:rPr lang="pt-BR" b="0" i="0" baseline="0" dirty="0"/>
            <a:t> </a:t>
          </a:r>
          <a:r>
            <a:rPr lang="pt-BR" b="0" i="0" baseline="0" dirty="0" err="1"/>
            <a:t>efficient</a:t>
          </a:r>
          <a:r>
            <a:rPr lang="pt-BR" b="0" i="0" baseline="0" dirty="0"/>
            <a:t> </a:t>
          </a:r>
          <a:r>
            <a:rPr lang="pt-BR" b="0" i="0" baseline="0" dirty="0" err="1"/>
            <a:t>storage</a:t>
          </a:r>
          <a:r>
            <a:rPr lang="pt-BR" b="0" i="0" baseline="0" dirty="0"/>
            <a:t>, </a:t>
          </a:r>
          <a:r>
            <a:rPr lang="pt-BR" b="0" i="0" baseline="0" dirty="0" err="1"/>
            <a:t>caching</a:t>
          </a:r>
          <a:r>
            <a:rPr lang="pt-BR" b="0" i="0" baseline="0" dirty="0"/>
            <a:t>, </a:t>
          </a:r>
          <a:r>
            <a:rPr lang="pt-BR" b="0" i="0" baseline="0" dirty="0" err="1"/>
            <a:t>and</a:t>
          </a:r>
          <a:r>
            <a:rPr lang="pt-BR" b="0" i="0" baseline="0" dirty="0"/>
            <a:t> </a:t>
          </a:r>
          <a:r>
            <a:rPr lang="pt-BR" b="0" i="0" baseline="0" dirty="0" err="1"/>
            <a:t>reproducibility</a:t>
          </a:r>
          <a:r>
            <a:rPr lang="pt-BR" b="0" i="0" baseline="0" dirty="0"/>
            <a:t>.</a:t>
          </a:r>
          <a:endParaRPr lang="en-US" dirty="0"/>
        </a:p>
      </dgm:t>
    </dgm:pt>
    <dgm:pt modelId="{72EE465F-6010-4175-B68D-D8E23B46B7A6}" type="parTrans" cxnId="{74BCED39-246C-41E6-9D61-AFEA0532D2C0}">
      <dgm:prSet/>
      <dgm:spPr/>
      <dgm:t>
        <a:bodyPr/>
        <a:lstStyle/>
        <a:p>
          <a:endParaRPr lang="en-US"/>
        </a:p>
      </dgm:t>
    </dgm:pt>
    <dgm:pt modelId="{5C713D70-7CFF-4BE5-9D3B-FF54AC6340F8}" type="sibTrans" cxnId="{74BCED39-246C-41E6-9D61-AFEA0532D2C0}">
      <dgm:prSet/>
      <dgm:spPr/>
      <dgm:t>
        <a:bodyPr/>
        <a:lstStyle/>
        <a:p>
          <a:endParaRPr lang="en-US"/>
        </a:p>
      </dgm:t>
    </dgm:pt>
    <dgm:pt modelId="{5F94152F-A02E-4865-AF45-60C754F75AB9}" type="pres">
      <dgm:prSet presAssocID="{1E9B5D73-4676-4B8E-ABAD-1F1E572C0354}" presName="root" presStyleCnt="0">
        <dgm:presLayoutVars>
          <dgm:dir/>
          <dgm:resizeHandles val="exact"/>
        </dgm:presLayoutVars>
      </dgm:prSet>
      <dgm:spPr/>
    </dgm:pt>
    <dgm:pt modelId="{DE432A69-023E-457A-AA8E-2AA1CA183960}" type="pres">
      <dgm:prSet presAssocID="{79C2D66D-8875-486E-8453-678460AD553B}" presName="compNode" presStyleCnt="0"/>
      <dgm:spPr/>
    </dgm:pt>
    <dgm:pt modelId="{CF68A102-E0E2-4E27-B1DA-9EC89DBC493D}" type="pres">
      <dgm:prSet presAssocID="{79C2D66D-8875-486E-8453-678460AD553B}" presName="iconBgRect" presStyleLbl="bgShp" presStyleIdx="0" presStyleCnt="4"/>
      <dgm:spPr/>
    </dgm:pt>
    <dgm:pt modelId="{4A5DEAEA-B01C-4521-9EB1-04AC94E687B8}" type="pres">
      <dgm:prSet presAssocID="{79C2D66D-8875-486E-8453-678460AD553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B77BA205-F6D8-4DAC-A385-B9E1C09FEE66}" type="pres">
      <dgm:prSet presAssocID="{79C2D66D-8875-486E-8453-678460AD553B}" presName="spaceRect" presStyleCnt="0"/>
      <dgm:spPr/>
    </dgm:pt>
    <dgm:pt modelId="{5BD23418-63D2-4D51-A1F6-65FA55EC0AB3}" type="pres">
      <dgm:prSet presAssocID="{79C2D66D-8875-486E-8453-678460AD553B}" presName="textRect" presStyleLbl="revTx" presStyleIdx="0" presStyleCnt="4">
        <dgm:presLayoutVars>
          <dgm:chMax val="1"/>
          <dgm:chPref val="1"/>
        </dgm:presLayoutVars>
      </dgm:prSet>
      <dgm:spPr/>
    </dgm:pt>
    <dgm:pt modelId="{B0DAD887-A576-4BF0-A462-699E0F784FAA}" type="pres">
      <dgm:prSet presAssocID="{AF4B8800-7117-446F-977B-DAB3C2BAC290}" presName="sibTrans" presStyleCnt="0"/>
      <dgm:spPr/>
    </dgm:pt>
    <dgm:pt modelId="{210ABD3B-B7F6-4597-93D5-BA5E3014FCDC}" type="pres">
      <dgm:prSet presAssocID="{53CC4305-6E3A-40A0-BF34-CCA8BD1905A9}" presName="compNode" presStyleCnt="0"/>
      <dgm:spPr/>
    </dgm:pt>
    <dgm:pt modelId="{A62B9901-E036-434E-A574-864E8D4695BF}" type="pres">
      <dgm:prSet presAssocID="{53CC4305-6E3A-40A0-BF34-CCA8BD1905A9}" presName="iconBgRect" presStyleLbl="bgShp" presStyleIdx="1" presStyleCnt="4"/>
      <dgm:spPr/>
    </dgm:pt>
    <dgm:pt modelId="{354E5999-EE9F-4319-9F62-14A4055AA1A9}" type="pres">
      <dgm:prSet presAssocID="{53CC4305-6E3A-40A0-BF34-CCA8BD1905A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7263519-8D1D-4731-A8F3-07EE142DA5A6}" type="pres">
      <dgm:prSet presAssocID="{53CC4305-6E3A-40A0-BF34-CCA8BD1905A9}" presName="spaceRect" presStyleCnt="0"/>
      <dgm:spPr/>
    </dgm:pt>
    <dgm:pt modelId="{9EF139A6-B961-4F68-94DC-5AE0F7DA2AF1}" type="pres">
      <dgm:prSet presAssocID="{53CC4305-6E3A-40A0-BF34-CCA8BD1905A9}" presName="textRect" presStyleLbl="revTx" presStyleIdx="1" presStyleCnt="4">
        <dgm:presLayoutVars>
          <dgm:chMax val="1"/>
          <dgm:chPref val="1"/>
        </dgm:presLayoutVars>
      </dgm:prSet>
      <dgm:spPr/>
    </dgm:pt>
    <dgm:pt modelId="{7E852494-0EDA-419C-881C-61D44952A3A0}" type="pres">
      <dgm:prSet presAssocID="{CB205257-DC1F-48E4-AFCC-D611C3235A01}" presName="sibTrans" presStyleCnt="0"/>
      <dgm:spPr/>
    </dgm:pt>
    <dgm:pt modelId="{EC1B8354-DC4C-4174-82AD-EF3ABE0B5E56}" type="pres">
      <dgm:prSet presAssocID="{AD337B8B-0442-4E32-B0B7-0EBFBE5AC4D6}" presName="compNode" presStyleCnt="0"/>
      <dgm:spPr/>
    </dgm:pt>
    <dgm:pt modelId="{B5B9AC3F-BA81-454E-841E-950DF42029FE}" type="pres">
      <dgm:prSet presAssocID="{AD337B8B-0442-4E32-B0B7-0EBFBE5AC4D6}" presName="iconBgRect" presStyleLbl="bgShp" presStyleIdx="2" presStyleCnt="4"/>
      <dgm:spPr/>
    </dgm:pt>
    <dgm:pt modelId="{B5E2C4E5-C14D-4D1B-93CA-A5E6885DCD73}" type="pres">
      <dgm:prSet presAssocID="{AD337B8B-0442-4E32-B0B7-0EBFBE5AC4D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1424217C-BA5E-4D97-9F77-68190B2AFE69}" type="pres">
      <dgm:prSet presAssocID="{AD337B8B-0442-4E32-B0B7-0EBFBE5AC4D6}" presName="spaceRect" presStyleCnt="0"/>
      <dgm:spPr/>
    </dgm:pt>
    <dgm:pt modelId="{58B8B69C-CB96-4CF3-8E7B-98C0171E8B47}" type="pres">
      <dgm:prSet presAssocID="{AD337B8B-0442-4E32-B0B7-0EBFBE5AC4D6}" presName="textRect" presStyleLbl="revTx" presStyleIdx="2" presStyleCnt="4">
        <dgm:presLayoutVars>
          <dgm:chMax val="1"/>
          <dgm:chPref val="1"/>
        </dgm:presLayoutVars>
      </dgm:prSet>
      <dgm:spPr/>
    </dgm:pt>
    <dgm:pt modelId="{63789B41-0297-43B7-9B4A-20AE264B7ADF}" type="pres">
      <dgm:prSet presAssocID="{172CE839-F94B-44D0-8764-72A213CF4750}" presName="sibTrans" presStyleCnt="0"/>
      <dgm:spPr/>
    </dgm:pt>
    <dgm:pt modelId="{1C7EA368-67F7-4753-A4D5-62F7F1D7C910}" type="pres">
      <dgm:prSet presAssocID="{4F441018-F30D-4362-A7E6-D56F8ECBA1EC}" presName="compNode" presStyleCnt="0"/>
      <dgm:spPr/>
    </dgm:pt>
    <dgm:pt modelId="{681A6B9D-E3FC-4515-912B-8EE67798D675}" type="pres">
      <dgm:prSet presAssocID="{4F441018-F30D-4362-A7E6-D56F8ECBA1EC}" presName="iconBgRect" presStyleLbl="bgShp" presStyleIdx="3" presStyleCnt="4"/>
      <dgm:spPr/>
    </dgm:pt>
    <dgm:pt modelId="{DD632F9C-451B-4D84-8645-74D651858EB0}" type="pres">
      <dgm:prSet presAssocID="{4F441018-F30D-4362-A7E6-D56F8ECBA1E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FBB92A37-E692-45FB-A838-53A0758E90BD}" type="pres">
      <dgm:prSet presAssocID="{4F441018-F30D-4362-A7E6-D56F8ECBA1EC}" presName="spaceRect" presStyleCnt="0"/>
      <dgm:spPr/>
    </dgm:pt>
    <dgm:pt modelId="{B582A509-2271-4DAD-B696-230886D064EE}" type="pres">
      <dgm:prSet presAssocID="{4F441018-F30D-4362-A7E6-D56F8ECBA1E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E743107-FAE9-4647-89FF-284494CEE323}" type="presOf" srcId="{4F441018-F30D-4362-A7E6-D56F8ECBA1EC}" destId="{B582A509-2271-4DAD-B696-230886D064EE}" srcOrd="0" destOrd="0" presId="urn:microsoft.com/office/officeart/2018/5/layout/IconCircleLabelList"/>
    <dgm:cxn modelId="{74BCED39-246C-41E6-9D61-AFEA0532D2C0}" srcId="{1E9B5D73-4676-4B8E-ABAD-1F1E572C0354}" destId="{4F441018-F30D-4362-A7E6-D56F8ECBA1EC}" srcOrd="3" destOrd="0" parTransId="{72EE465F-6010-4175-B68D-D8E23B46B7A6}" sibTransId="{5C713D70-7CFF-4BE5-9D3B-FF54AC6340F8}"/>
    <dgm:cxn modelId="{1CEB816B-5E44-4239-BEEC-297355583880}" srcId="{1E9B5D73-4676-4B8E-ABAD-1F1E572C0354}" destId="{AD337B8B-0442-4E32-B0B7-0EBFBE5AC4D6}" srcOrd="2" destOrd="0" parTransId="{BEF585A2-038E-4DAE-8192-F075BEE4EAC5}" sibTransId="{172CE839-F94B-44D0-8764-72A213CF4750}"/>
    <dgm:cxn modelId="{37268486-A4ED-4DD8-A049-B1915FA814DD}" type="presOf" srcId="{53CC4305-6E3A-40A0-BF34-CCA8BD1905A9}" destId="{9EF139A6-B961-4F68-94DC-5AE0F7DA2AF1}" srcOrd="0" destOrd="0" presId="urn:microsoft.com/office/officeart/2018/5/layout/IconCircleLabelList"/>
    <dgm:cxn modelId="{9880A79E-9915-4105-B967-BD5975250B67}" srcId="{1E9B5D73-4676-4B8E-ABAD-1F1E572C0354}" destId="{53CC4305-6E3A-40A0-BF34-CCA8BD1905A9}" srcOrd="1" destOrd="0" parTransId="{C5C595B0-2738-4345-8AE8-C9FE52B57C4D}" sibTransId="{CB205257-DC1F-48E4-AFCC-D611C3235A01}"/>
    <dgm:cxn modelId="{7C72E1A9-6DA0-4B88-8ECC-B70DC8806F7B}" srcId="{1E9B5D73-4676-4B8E-ABAD-1F1E572C0354}" destId="{79C2D66D-8875-486E-8453-678460AD553B}" srcOrd="0" destOrd="0" parTransId="{714F11DB-62BA-44D7-9201-096F8551388F}" sibTransId="{AF4B8800-7117-446F-977B-DAB3C2BAC290}"/>
    <dgm:cxn modelId="{B195C5AB-EEC3-4B55-B045-04D9283AD250}" type="presOf" srcId="{79C2D66D-8875-486E-8453-678460AD553B}" destId="{5BD23418-63D2-4D51-A1F6-65FA55EC0AB3}" srcOrd="0" destOrd="0" presId="urn:microsoft.com/office/officeart/2018/5/layout/IconCircleLabelList"/>
    <dgm:cxn modelId="{AFEB68CE-4D9B-4012-9FF0-A6D2F3A75383}" type="presOf" srcId="{AD337B8B-0442-4E32-B0B7-0EBFBE5AC4D6}" destId="{58B8B69C-CB96-4CF3-8E7B-98C0171E8B47}" srcOrd="0" destOrd="0" presId="urn:microsoft.com/office/officeart/2018/5/layout/IconCircleLabelList"/>
    <dgm:cxn modelId="{668416E7-558D-4E69-8282-4605D2437FDE}" type="presOf" srcId="{1E9B5D73-4676-4B8E-ABAD-1F1E572C0354}" destId="{5F94152F-A02E-4865-AF45-60C754F75AB9}" srcOrd="0" destOrd="0" presId="urn:microsoft.com/office/officeart/2018/5/layout/IconCircleLabelList"/>
    <dgm:cxn modelId="{B3E0FACD-77E2-437B-AAC1-CA2886EEA8CA}" type="presParOf" srcId="{5F94152F-A02E-4865-AF45-60C754F75AB9}" destId="{DE432A69-023E-457A-AA8E-2AA1CA183960}" srcOrd="0" destOrd="0" presId="urn:microsoft.com/office/officeart/2018/5/layout/IconCircleLabelList"/>
    <dgm:cxn modelId="{D39AD419-8EAA-4508-82B5-DE989FF56791}" type="presParOf" srcId="{DE432A69-023E-457A-AA8E-2AA1CA183960}" destId="{CF68A102-E0E2-4E27-B1DA-9EC89DBC493D}" srcOrd="0" destOrd="0" presId="urn:microsoft.com/office/officeart/2018/5/layout/IconCircleLabelList"/>
    <dgm:cxn modelId="{EB56A2CE-3AC3-4F01-AD0A-AFFEE04CC085}" type="presParOf" srcId="{DE432A69-023E-457A-AA8E-2AA1CA183960}" destId="{4A5DEAEA-B01C-4521-9EB1-04AC94E687B8}" srcOrd="1" destOrd="0" presId="urn:microsoft.com/office/officeart/2018/5/layout/IconCircleLabelList"/>
    <dgm:cxn modelId="{6CBF7213-DD8F-4BA1-B221-5CFDB88C889D}" type="presParOf" srcId="{DE432A69-023E-457A-AA8E-2AA1CA183960}" destId="{B77BA205-F6D8-4DAC-A385-B9E1C09FEE66}" srcOrd="2" destOrd="0" presId="urn:microsoft.com/office/officeart/2018/5/layout/IconCircleLabelList"/>
    <dgm:cxn modelId="{6490A96A-47F2-42DC-B222-F730C12E75F6}" type="presParOf" srcId="{DE432A69-023E-457A-AA8E-2AA1CA183960}" destId="{5BD23418-63D2-4D51-A1F6-65FA55EC0AB3}" srcOrd="3" destOrd="0" presId="urn:microsoft.com/office/officeart/2018/5/layout/IconCircleLabelList"/>
    <dgm:cxn modelId="{A34BFDDE-ED4C-4584-AFA1-DD55063BA0DE}" type="presParOf" srcId="{5F94152F-A02E-4865-AF45-60C754F75AB9}" destId="{B0DAD887-A576-4BF0-A462-699E0F784FAA}" srcOrd="1" destOrd="0" presId="urn:microsoft.com/office/officeart/2018/5/layout/IconCircleLabelList"/>
    <dgm:cxn modelId="{AD18664A-69BB-47F8-BCF4-083D43ED4322}" type="presParOf" srcId="{5F94152F-A02E-4865-AF45-60C754F75AB9}" destId="{210ABD3B-B7F6-4597-93D5-BA5E3014FCDC}" srcOrd="2" destOrd="0" presId="urn:microsoft.com/office/officeart/2018/5/layout/IconCircleLabelList"/>
    <dgm:cxn modelId="{76BE44A5-12C8-42B7-8D85-85AAEFD07257}" type="presParOf" srcId="{210ABD3B-B7F6-4597-93D5-BA5E3014FCDC}" destId="{A62B9901-E036-434E-A574-864E8D4695BF}" srcOrd="0" destOrd="0" presId="urn:microsoft.com/office/officeart/2018/5/layout/IconCircleLabelList"/>
    <dgm:cxn modelId="{12E6491B-0B76-42F2-A76D-933DA30F36BF}" type="presParOf" srcId="{210ABD3B-B7F6-4597-93D5-BA5E3014FCDC}" destId="{354E5999-EE9F-4319-9F62-14A4055AA1A9}" srcOrd="1" destOrd="0" presId="urn:microsoft.com/office/officeart/2018/5/layout/IconCircleLabelList"/>
    <dgm:cxn modelId="{5ABADA33-8AA9-44EC-BD33-732A6F42C1C1}" type="presParOf" srcId="{210ABD3B-B7F6-4597-93D5-BA5E3014FCDC}" destId="{87263519-8D1D-4731-A8F3-07EE142DA5A6}" srcOrd="2" destOrd="0" presId="urn:microsoft.com/office/officeart/2018/5/layout/IconCircleLabelList"/>
    <dgm:cxn modelId="{B980F739-94B0-463E-810B-860B6A526805}" type="presParOf" srcId="{210ABD3B-B7F6-4597-93D5-BA5E3014FCDC}" destId="{9EF139A6-B961-4F68-94DC-5AE0F7DA2AF1}" srcOrd="3" destOrd="0" presId="urn:microsoft.com/office/officeart/2018/5/layout/IconCircleLabelList"/>
    <dgm:cxn modelId="{9215A434-4EA0-4ACB-8B1A-2F5194DE153E}" type="presParOf" srcId="{5F94152F-A02E-4865-AF45-60C754F75AB9}" destId="{7E852494-0EDA-419C-881C-61D44952A3A0}" srcOrd="3" destOrd="0" presId="urn:microsoft.com/office/officeart/2018/5/layout/IconCircleLabelList"/>
    <dgm:cxn modelId="{EFB9A11A-2EFA-4879-BE72-5087F47D39B5}" type="presParOf" srcId="{5F94152F-A02E-4865-AF45-60C754F75AB9}" destId="{EC1B8354-DC4C-4174-82AD-EF3ABE0B5E56}" srcOrd="4" destOrd="0" presId="urn:microsoft.com/office/officeart/2018/5/layout/IconCircleLabelList"/>
    <dgm:cxn modelId="{1CA8A073-A851-4FB3-8AA9-B23079E5D7C9}" type="presParOf" srcId="{EC1B8354-DC4C-4174-82AD-EF3ABE0B5E56}" destId="{B5B9AC3F-BA81-454E-841E-950DF42029FE}" srcOrd="0" destOrd="0" presId="urn:microsoft.com/office/officeart/2018/5/layout/IconCircleLabelList"/>
    <dgm:cxn modelId="{A9BA649B-323A-4C1D-AA44-2FB69BB80CAA}" type="presParOf" srcId="{EC1B8354-DC4C-4174-82AD-EF3ABE0B5E56}" destId="{B5E2C4E5-C14D-4D1B-93CA-A5E6885DCD73}" srcOrd="1" destOrd="0" presId="urn:microsoft.com/office/officeart/2018/5/layout/IconCircleLabelList"/>
    <dgm:cxn modelId="{E39BDC92-F3F3-4E00-88DF-1B23196C949B}" type="presParOf" srcId="{EC1B8354-DC4C-4174-82AD-EF3ABE0B5E56}" destId="{1424217C-BA5E-4D97-9F77-68190B2AFE69}" srcOrd="2" destOrd="0" presId="urn:microsoft.com/office/officeart/2018/5/layout/IconCircleLabelList"/>
    <dgm:cxn modelId="{8CF4CEDF-9A01-4AA1-8B73-323B24CF9DD3}" type="presParOf" srcId="{EC1B8354-DC4C-4174-82AD-EF3ABE0B5E56}" destId="{58B8B69C-CB96-4CF3-8E7B-98C0171E8B47}" srcOrd="3" destOrd="0" presId="urn:microsoft.com/office/officeart/2018/5/layout/IconCircleLabelList"/>
    <dgm:cxn modelId="{D98C550D-DFD1-4051-9EA1-8152E69371B1}" type="presParOf" srcId="{5F94152F-A02E-4865-AF45-60C754F75AB9}" destId="{63789B41-0297-43B7-9B4A-20AE264B7ADF}" srcOrd="5" destOrd="0" presId="urn:microsoft.com/office/officeart/2018/5/layout/IconCircleLabelList"/>
    <dgm:cxn modelId="{D222BA4B-345C-4B69-BAB2-137D201336D2}" type="presParOf" srcId="{5F94152F-A02E-4865-AF45-60C754F75AB9}" destId="{1C7EA368-67F7-4753-A4D5-62F7F1D7C910}" srcOrd="6" destOrd="0" presId="urn:microsoft.com/office/officeart/2018/5/layout/IconCircleLabelList"/>
    <dgm:cxn modelId="{E0E86078-FF97-480B-A5A0-EFCB5F70A8CB}" type="presParOf" srcId="{1C7EA368-67F7-4753-A4D5-62F7F1D7C910}" destId="{681A6B9D-E3FC-4515-912B-8EE67798D675}" srcOrd="0" destOrd="0" presId="urn:microsoft.com/office/officeart/2018/5/layout/IconCircleLabelList"/>
    <dgm:cxn modelId="{EC4AEAFE-8F49-4F36-B929-9D65493D25D3}" type="presParOf" srcId="{1C7EA368-67F7-4753-A4D5-62F7F1D7C910}" destId="{DD632F9C-451B-4D84-8645-74D651858EB0}" srcOrd="1" destOrd="0" presId="urn:microsoft.com/office/officeart/2018/5/layout/IconCircleLabelList"/>
    <dgm:cxn modelId="{74D03E5D-8656-453F-9977-9245831C7C2C}" type="presParOf" srcId="{1C7EA368-67F7-4753-A4D5-62F7F1D7C910}" destId="{FBB92A37-E692-45FB-A838-53A0758E90BD}" srcOrd="2" destOrd="0" presId="urn:microsoft.com/office/officeart/2018/5/layout/IconCircleLabelList"/>
    <dgm:cxn modelId="{AF565985-4426-42BF-8808-EDBFD9D4DDB8}" type="presParOf" srcId="{1C7EA368-67F7-4753-A4D5-62F7F1D7C910}" destId="{B582A509-2271-4DAD-B696-230886D064E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D3FB7E-C027-4F73-82ED-A27EEB2893A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F75E504-264D-4C2E-9BED-F7ED8517AA08}">
      <dgm:prSet/>
      <dgm:spPr/>
      <dgm:t>
        <a:bodyPr/>
        <a:lstStyle/>
        <a:p>
          <a:r>
            <a:rPr lang="pt-BR"/>
            <a:t>Docker Engine</a:t>
          </a:r>
          <a:endParaRPr lang="en-US"/>
        </a:p>
      </dgm:t>
    </dgm:pt>
    <dgm:pt modelId="{4BAA8B97-D7D2-409A-A326-AD0EEDE326E1}" type="parTrans" cxnId="{09537577-E8B7-413D-8CDE-719EF975586A}">
      <dgm:prSet/>
      <dgm:spPr/>
      <dgm:t>
        <a:bodyPr/>
        <a:lstStyle/>
        <a:p>
          <a:endParaRPr lang="en-US"/>
        </a:p>
      </dgm:t>
    </dgm:pt>
    <dgm:pt modelId="{D14CC3C9-CD80-4C5E-B153-FCB8C182B577}" type="sibTrans" cxnId="{09537577-E8B7-413D-8CDE-719EF975586A}">
      <dgm:prSet/>
      <dgm:spPr/>
      <dgm:t>
        <a:bodyPr/>
        <a:lstStyle/>
        <a:p>
          <a:endParaRPr lang="en-US"/>
        </a:p>
      </dgm:t>
    </dgm:pt>
    <dgm:pt modelId="{E9BF0D26-9F44-42F6-8CD3-48D91DC1908D}">
      <dgm:prSet/>
      <dgm:spPr/>
      <dgm:t>
        <a:bodyPr/>
        <a:lstStyle/>
        <a:p>
          <a:r>
            <a:rPr lang="pt-BR"/>
            <a:t>Docker Daemon</a:t>
          </a:r>
          <a:endParaRPr lang="en-US"/>
        </a:p>
      </dgm:t>
    </dgm:pt>
    <dgm:pt modelId="{E64EC7FE-6F0B-4C91-8350-47CC567CF7E6}" type="parTrans" cxnId="{B2C6F2CE-460F-4FA6-AD4E-CEC678EB8CDB}">
      <dgm:prSet/>
      <dgm:spPr/>
      <dgm:t>
        <a:bodyPr/>
        <a:lstStyle/>
        <a:p>
          <a:endParaRPr lang="en-US"/>
        </a:p>
      </dgm:t>
    </dgm:pt>
    <dgm:pt modelId="{0928F0BD-1E3D-4ACE-AFDA-9D1D5C323730}" type="sibTrans" cxnId="{B2C6F2CE-460F-4FA6-AD4E-CEC678EB8CDB}">
      <dgm:prSet/>
      <dgm:spPr/>
      <dgm:t>
        <a:bodyPr/>
        <a:lstStyle/>
        <a:p>
          <a:endParaRPr lang="en-US"/>
        </a:p>
      </dgm:t>
    </dgm:pt>
    <dgm:pt modelId="{90D803D3-5B8F-4478-BF76-94C299204E49}">
      <dgm:prSet/>
      <dgm:spPr/>
      <dgm:t>
        <a:bodyPr/>
        <a:lstStyle/>
        <a:p>
          <a:r>
            <a:rPr lang="pt-BR"/>
            <a:t>Docker CLI</a:t>
          </a:r>
          <a:endParaRPr lang="en-US"/>
        </a:p>
      </dgm:t>
    </dgm:pt>
    <dgm:pt modelId="{5FB21B76-39F2-4869-9874-AEE056DAB810}" type="parTrans" cxnId="{2306F7F5-4650-4A57-AB9C-F936DDB53BB1}">
      <dgm:prSet/>
      <dgm:spPr/>
      <dgm:t>
        <a:bodyPr/>
        <a:lstStyle/>
        <a:p>
          <a:endParaRPr lang="en-US"/>
        </a:p>
      </dgm:t>
    </dgm:pt>
    <dgm:pt modelId="{39D7B11B-04E6-4477-B0AA-2F6F60096D7A}" type="sibTrans" cxnId="{2306F7F5-4650-4A57-AB9C-F936DDB53BB1}">
      <dgm:prSet/>
      <dgm:spPr/>
      <dgm:t>
        <a:bodyPr/>
        <a:lstStyle/>
        <a:p>
          <a:endParaRPr lang="en-US"/>
        </a:p>
      </dgm:t>
    </dgm:pt>
    <dgm:pt modelId="{4902C4F8-BCE5-43F0-86AB-DFD9693CA54A}">
      <dgm:prSet/>
      <dgm:spPr/>
      <dgm:t>
        <a:bodyPr/>
        <a:lstStyle/>
        <a:p>
          <a:r>
            <a:rPr lang="pt-BR"/>
            <a:t>Docker Images</a:t>
          </a:r>
          <a:endParaRPr lang="en-US"/>
        </a:p>
      </dgm:t>
    </dgm:pt>
    <dgm:pt modelId="{C9DA33C0-3FBC-453C-99BC-EDE12C79785C}" type="parTrans" cxnId="{69E583D7-5C7F-4566-8D67-4697DD4B0E9F}">
      <dgm:prSet/>
      <dgm:spPr/>
      <dgm:t>
        <a:bodyPr/>
        <a:lstStyle/>
        <a:p>
          <a:endParaRPr lang="en-US"/>
        </a:p>
      </dgm:t>
    </dgm:pt>
    <dgm:pt modelId="{772C1AB6-E562-4D43-A2BD-B513635DD03C}" type="sibTrans" cxnId="{69E583D7-5C7F-4566-8D67-4697DD4B0E9F}">
      <dgm:prSet/>
      <dgm:spPr/>
      <dgm:t>
        <a:bodyPr/>
        <a:lstStyle/>
        <a:p>
          <a:endParaRPr lang="en-US"/>
        </a:p>
      </dgm:t>
    </dgm:pt>
    <dgm:pt modelId="{314ACD95-1AA4-4E18-945C-72423610CA9A}">
      <dgm:prSet/>
      <dgm:spPr/>
      <dgm:t>
        <a:bodyPr/>
        <a:lstStyle/>
        <a:p>
          <a:r>
            <a:rPr lang="pt-BR"/>
            <a:t>Docker Containers</a:t>
          </a:r>
          <a:endParaRPr lang="en-US"/>
        </a:p>
      </dgm:t>
    </dgm:pt>
    <dgm:pt modelId="{4508D4C4-108B-4E61-A79B-B7D0213E4696}" type="parTrans" cxnId="{5748CA10-9726-42BD-AD0E-4EE1382607AF}">
      <dgm:prSet/>
      <dgm:spPr/>
      <dgm:t>
        <a:bodyPr/>
        <a:lstStyle/>
        <a:p>
          <a:endParaRPr lang="en-US"/>
        </a:p>
      </dgm:t>
    </dgm:pt>
    <dgm:pt modelId="{BDABC383-9EB9-49C6-A303-01E93DF87665}" type="sibTrans" cxnId="{5748CA10-9726-42BD-AD0E-4EE1382607AF}">
      <dgm:prSet/>
      <dgm:spPr/>
      <dgm:t>
        <a:bodyPr/>
        <a:lstStyle/>
        <a:p>
          <a:endParaRPr lang="en-US"/>
        </a:p>
      </dgm:t>
    </dgm:pt>
    <dgm:pt modelId="{3E5F1E7A-C29A-4D0D-87AB-BCDF69982178}">
      <dgm:prSet/>
      <dgm:spPr/>
      <dgm:t>
        <a:bodyPr/>
        <a:lstStyle/>
        <a:p>
          <a:r>
            <a:rPr lang="pt-BR"/>
            <a:t>Docker Registry</a:t>
          </a:r>
          <a:endParaRPr lang="en-US"/>
        </a:p>
      </dgm:t>
    </dgm:pt>
    <dgm:pt modelId="{BDD210E1-173E-453E-8AEA-E81630933FC4}" type="parTrans" cxnId="{A7A02D47-8CBA-4087-ABC7-32BC7C0843E7}">
      <dgm:prSet/>
      <dgm:spPr/>
      <dgm:t>
        <a:bodyPr/>
        <a:lstStyle/>
        <a:p>
          <a:endParaRPr lang="en-US"/>
        </a:p>
      </dgm:t>
    </dgm:pt>
    <dgm:pt modelId="{8EF7A39F-88A0-4443-AFA4-125B4EA4E228}" type="sibTrans" cxnId="{A7A02D47-8CBA-4087-ABC7-32BC7C0843E7}">
      <dgm:prSet/>
      <dgm:spPr/>
      <dgm:t>
        <a:bodyPr/>
        <a:lstStyle/>
        <a:p>
          <a:endParaRPr lang="en-US"/>
        </a:p>
      </dgm:t>
    </dgm:pt>
    <dgm:pt modelId="{310B2DF6-99B4-4EC7-A87C-C30AD0C991D2}" type="pres">
      <dgm:prSet presAssocID="{BFD3FB7E-C027-4F73-82ED-A27EEB2893A5}" presName="diagram" presStyleCnt="0">
        <dgm:presLayoutVars>
          <dgm:dir/>
          <dgm:resizeHandles val="exact"/>
        </dgm:presLayoutVars>
      </dgm:prSet>
      <dgm:spPr/>
    </dgm:pt>
    <dgm:pt modelId="{D2B19167-0FE5-4313-97CC-FF3DA88F9FBB}" type="pres">
      <dgm:prSet presAssocID="{0F75E504-264D-4C2E-9BED-F7ED8517AA08}" presName="node" presStyleLbl="node1" presStyleIdx="0" presStyleCnt="6">
        <dgm:presLayoutVars>
          <dgm:bulletEnabled val="1"/>
        </dgm:presLayoutVars>
      </dgm:prSet>
      <dgm:spPr/>
    </dgm:pt>
    <dgm:pt modelId="{7ACED95D-D72D-4979-8110-C1DFAA43B903}" type="pres">
      <dgm:prSet presAssocID="{D14CC3C9-CD80-4C5E-B153-FCB8C182B577}" presName="sibTrans" presStyleCnt="0"/>
      <dgm:spPr/>
    </dgm:pt>
    <dgm:pt modelId="{46A95BE5-772B-4E4F-97E6-787B15FCFE60}" type="pres">
      <dgm:prSet presAssocID="{E9BF0D26-9F44-42F6-8CD3-48D91DC1908D}" presName="node" presStyleLbl="node1" presStyleIdx="1" presStyleCnt="6">
        <dgm:presLayoutVars>
          <dgm:bulletEnabled val="1"/>
        </dgm:presLayoutVars>
      </dgm:prSet>
      <dgm:spPr/>
    </dgm:pt>
    <dgm:pt modelId="{3E62D79B-2142-4884-86E5-9E2102ACB21E}" type="pres">
      <dgm:prSet presAssocID="{0928F0BD-1E3D-4ACE-AFDA-9D1D5C323730}" presName="sibTrans" presStyleCnt="0"/>
      <dgm:spPr/>
    </dgm:pt>
    <dgm:pt modelId="{8B221019-2631-40D5-9524-3D4BE70BC1F2}" type="pres">
      <dgm:prSet presAssocID="{90D803D3-5B8F-4478-BF76-94C299204E49}" presName="node" presStyleLbl="node1" presStyleIdx="2" presStyleCnt="6">
        <dgm:presLayoutVars>
          <dgm:bulletEnabled val="1"/>
        </dgm:presLayoutVars>
      </dgm:prSet>
      <dgm:spPr/>
    </dgm:pt>
    <dgm:pt modelId="{791FF6E0-E267-4CEA-B32A-ED9270AE9022}" type="pres">
      <dgm:prSet presAssocID="{39D7B11B-04E6-4477-B0AA-2F6F60096D7A}" presName="sibTrans" presStyleCnt="0"/>
      <dgm:spPr/>
    </dgm:pt>
    <dgm:pt modelId="{A8FD7569-0872-48AA-99B2-5F6209BAAE4E}" type="pres">
      <dgm:prSet presAssocID="{4902C4F8-BCE5-43F0-86AB-DFD9693CA54A}" presName="node" presStyleLbl="node1" presStyleIdx="3" presStyleCnt="6">
        <dgm:presLayoutVars>
          <dgm:bulletEnabled val="1"/>
        </dgm:presLayoutVars>
      </dgm:prSet>
      <dgm:spPr/>
    </dgm:pt>
    <dgm:pt modelId="{89A57CC8-A598-447E-8F27-E0FC05C9E742}" type="pres">
      <dgm:prSet presAssocID="{772C1AB6-E562-4D43-A2BD-B513635DD03C}" presName="sibTrans" presStyleCnt="0"/>
      <dgm:spPr/>
    </dgm:pt>
    <dgm:pt modelId="{5A3F8E5F-DE60-407D-8F8E-6FACC52F714C}" type="pres">
      <dgm:prSet presAssocID="{314ACD95-1AA4-4E18-945C-72423610CA9A}" presName="node" presStyleLbl="node1" presStyleIdx="4" presStyleCnt="6">
        <dgm:presLayoutVars>
          <dgm:bulletEnabled val="1"/>
        </dgm:presLayoutVars>
      </dgm:prSet>
      <dgm:spPr/>
    </dgm:pt>
    <dgm:pt modelId="{B014DBA7-CB81-4B1F-8B86-43D6468BADAD}" type="pres">
      <dgm:prSet presAssocID="{BDABC383-9EB9-49C6-A303-01E93DF87665}" presName="sibTrans" presStyleCnt="0"/>
      <dgm:spPr/>
    </dgm:pt>
    <dgm:pt modelId="{AC181C40-7837-4DD8-9A9F-5FC722E5DD43}" type="pres">
      <dgm:prSet presAssocID="{3E5F1E7A-C29A-4D0D-87AB-BCDF69982178}" presName="node" presStyleLbl="node1" presStyleIdx="5" presStyleCnt="6">
        <dgm:presLayoutVars>
          <dgm:bulletEnabled val="1"/>
        </dgm:presLayoutVars>
      </dgm:prSet>
      <dgm:spPr/>
    </dgm:pt>
  </dgm:ptLst>
  <dgm:cxnLst>
    <dgm:cxn modelId="{5748CA10-9726-42BD-AD0E-4EE1382607AF}" srcId="{BFD3FB7E-C027-4F73-82ED-A27EEB2893A5}" destId="{314ACD95-1AA4-4E18-945C-72423610CA9A}" srcOrd="4" destOrd="0" parTransId="{4508D4C4-108B-4E61-A79B-B7D0213E4696}" sibTransId="{BDABC383-9EB9-49C6-A303-01E93DF87665}"/>
    <dgm:cxn modelId="{0106642D-AD4E-40AE-99E1-B9F408AF9CEC}" type="presOf" srcId="{4902C4F8-BCE5-43F0-86AB-DFD9693CA54A}" destId="{A8FD7569-0872-48AA-99B2-5F6209BAAE4E}" srcOrd="0" destOrd="0" presId="urn:microsoft.com/office/officeart/2005/8/layout/default"/>
    <dgm:cxn modelId="{C958B934-E29A-41E0-B0DE-7CE05CA3F6F4}" type="presOf" srcId="{0F75E504-264D-4C2E-9BED-F7ED8517AA08}" destId="{D2B19167-0FE5-4313-97CC-FF3DA88F9FBB}" srcOrd="0" destOrd="0" presId="urn:microsoft.com/office/officeart/2005/8/layout/default"/>
    <dgm:cxn modelId="{A7A02D47-8CBA-4087-ABC7-32BC7C0843E7}" srcId="{BFD3FB7E-C027-4F73-82ED-A27EEB2893A5}" destId="{3E5F1E7A-C29A-4D0D-87AB-BCDF69982178}" srcOrd="5" destOrd="0" parTransId="{BDD210E1-173E-453E-8AEA-E81630933FC4}" sibTransId="{8EF7A39F-88A0-4443-AFA4-125B4EA4E228}"/>
    <dgm:cxn modelId="{09537577-E8B7-413D-8CDE-719EF975586A}" srcId="{BFD3FB7E-C027-4F73-82ED-A27EEB2893A5}" destId="{0F75E504-264D-4C2E-9BED-F7ED8517AA08}" srcOrd="0" destOrd="0" parTransId="{4BAA8B97-D7D2-409A-A326-AD0EEDE326E1}" sibTransId="{D14CC3C9-CD80-4C5E-B153-FCB8C182B577}"/>
    <dgm:cxn modelId="{54AC7B59-74FA-4E04-89E3-51D9E83B0DAF}" type="presOf" srcId="{E9BF0D26-9F44-42F6-8CD3-48D91DC1908D}" destId="{46A95BE5-772B-4E4F-97E6-787B15FCFE60}" srcOrd="0" destOrd="0" presId="urn:microsoft.com/office/officeart/2005/8/layout/default"/>
    <dgm:cxn modelId="{5D82D89F-8DC3-4596-A85B-76DE7E0AFAF9}" type="presOf" srcId="{314ACD95-1AA4-4E18-945C-72423610CA9A}" destId="{5A3F8E5F-DE60-407D-8F8E-6FACC52F714C}" srcOrd="0" destOrd="0" presId="urn:microsoft.com/office/officeart/2005/8/layout/default"/>
    <dgm:cxn modelId="{7A2B6AA2-CCEF-438C-A3B1-AD4D9588F4A3}" type="presOf" srcId="{90D803D3-5B8F-4478-BF76-94C299204E49}" destId="{8B221019-2631-40D5-9524-3D4BE70BC1F2}" srcOrd="0" destOrd="0" presId="urn:microsoft.com/office/officeart/2005/8/layout/default"/>
    <dgm:cxn modelId="{065FF5AA-3AAB-4D7D-9FC2-0AA73853605C}" type="presOf" srcId="{BFD3FB7E-C027-4F73-82ED-A27EEB2893A5}" destId="{310B2DF6-99B4-4EC7-A87C-C30AD0C991D2}" srcOrd="0" destOrd="0" presId="urn:microsoft.com/office/officeart/2005/8/layout/default"/>
    <dgm:cxn modelId="{22A0C0CE-8115-4553-A255-F51BD45C8E29}" type="presOf" srcId="{3E5F1E7A-C29A-4D0D-87AB-BCDF69982178}" destId="{AC181C40-7837-4DD8-9A9F-5FC722E5DD43}" srcOrd="0" destOrd="0" presId="urn:microsoft.com/office/officeart/2005/8/layout/default"/>
    <dgm:cxn modelId="{B2C6F2CE-460F-4FA6-AD4E-CEC678EB8CDB}" srcId="{BFD3FB7E-C027-4F73-82ED-A27EEB2893A5}" destId="{E9BF0D26-9F44-42F6-8CD3-48D91DC1908D}" srcOrd="1" destOrd="0" parTransId="{E64EC7FE-6F0B-4C91-8350-47CC567CF7E6}" sibTransId="{0928F0BD-1E3D-4ACE-AFDA-9D1D5C323730}"/>
    <dgm:cxn modelId="{69E583D7-5C7F-4566-8D67-4697DD4B0E9F}" srcId="{BFD3FB7E-C027-4F73-82ED-A27EEB2893A5}" destId="{4902C4F8-BCE5-43F0-86AB-DFD9693CA54A}" srcOrd="3" destOrd="0" parTransId="{C9DA33C0-3FBC-453C-99BC-EDE12C79785C}" sibTransId="{772C1AB6-E562-4D43-A2BD-B513635DD03C}"/>
    <dgm:cxn modelId="{2306F7F5-4650-4A57-AB9C-F936DDB53BB1}" srcId="{BFD3FB7E-C027-4F73-82ED-A27EEB2893A5}" destId="{90D803D3-5B8F-4478-BF76-94C299204E49}" srcOrd="2" destOrd="0" parTransId="{5FB21B76-39F2-4869-9874-AEE056DAB810}" sibTransId="{39D7B11B-04E6-4477-B0AA-2F6F60096D7A}"/>
    <dgm:cxn modelId="{434F638F-C530-4673-8BB6-B72AEC971750}" type="presParOf" srcId="{310B2DF6-99B4-4EC7-A87C-C30AD0C991D2}" destId="{D2B19167-0FE5-4313-97CC-FF3DA88F9FBB}" srcOrd="0" destOrd="0" presId="urn:microsoft.com/office/officeart/2005/8/layout/default"/>
    <dgm:cxn modelId="{464825DC-BCAC-4744-A042-F1A297DCCB1B}" type="presParOf" srcId="{310B2DF6-99B4-4EC7-A87C-C30AD0C991D2}" destId="{7ACED95D-D72D-4979-8110-C1DFAA43B903}" srcOrd="1" destOrd="0" presId="urn:microsoft.com/office/officeart/2005/8/layout/default"/>
    <dgm:cxn modelId="{6B5C3CC3-4AF0-49A8-8CD2-456161EFA14D}" type="presParOf" srcId="{310B2DF6-99B4-4EC7-A87C-C30AD0C991D2}" destId="{46A95BE5-772B-4E4F-97E6-787B15FCFE60}" srcOrd="2" destOrd="0" presId="urn:microsoft.com/office/officeart/2005/8/layout/default"/>
    <dgm:cxn modelId="{18FC079A-54B0-4DF8-8485-38EADC14B0F8}" type="presParOf" srcId="{310B2DF6-99B4-4EC7-A87C-C30AD0C991D2}" destId="{3E62D79B-2142-4884-86E5-9E2102ACB21E}" srcOrd="3" destOrd="0" presId="urn:microsoft.com/office/officeart/2005/8/layout/default"/>
    <dgm:cxn modelId="{E270407B-560C-4418-8CCC-8B81293EBD51}" type="presParOf" srcId="{310B2DF6-99B4-4EC7-A87C-C30AD0C991D2}" destId="{8B221019-2631-40D5-9524-3D4BE70BC1F2}" srcOrd="4" destOrd="0" presId="urn:microsoft.com/office/officeart/2005/8/layout/default"/>
    <dgm:cxn modelId="{9B94F517-F55E-437A-989A-9D83512B0C65}" type="presParOf" srcId="{310B2DF6-99B4-4EC7-A87C-C30AD0C991D2}" destId="{791FF6E0-E267-4CEA-B32A-ED9270AE9022}" srcOrd="5" destOrd="0" presId="urn:microsoft.com/office/officeart/2005/8/layout/default"/>
    <dgm:cxn modelId="{D7C2EA14-7E8D-4FAE-BF6C-D9BA59DA995E}" type="presParOf" srcId="{310B2DF6-99B4-4EC7-A87C-C30AD0C991D2}" destId="{A8FD7569-0872-48AA-99B2-5F6209BAAE4E}" srcOrd="6" destOrd="0" presId="urn:microsoft.com/office/officeart/2005/8/layout/default"/>
    <dgm:cxn modelId="{F48A49B3-45FD-4818-AEB7-61AECEDCFFA3}" type="presParOf" srcId="{310B2DF6-99B4-4EC7-A87C-C30AD0C991D2}" destId="{89A57CC8-A598-447E-8F27-E0FC05C9E742}" srcOrd="7" destOrd="0" presId="urn:microsoft.com/office/officeart/2005/8/layout/default"/>
    <dgm:cxn modelId="{43E35956-A32E-4F6E-AAB0-0B18ABE6F424}" type="presParOf" srcId="{310B2DF6-99B4-4EC7-A87C-C30AD0C991D2}" destId="{5A3F8E5F-DE60-407D-8F8E-6FACC52F714C}" srcOrd="8" destOrd="0" presId="urn:microsoft.com/office/officeart/2005/8/layout/default"/>
    <dgm:cxn modelId="{28C200EA-E795-437F-AFC4-77E1F9ED7E07}" type="presParOf" srcId="{310B2DF6-99B4-4EC7-A87C-C30AD0C991D2}" destId="{B014DBA7-CB81-4B1F-8B86-43D6468BADAD}" srcOrd="9" destOrd="0" presId="urn:microsoft.com/office/officeart/2005/8/layout/default"/>
    <dgm:cxn modelId="{8E5433DD-D3BD-48D0-B738-59E3A7A31BC5}" type="presParOf" srcId="{310B2DF6-99B4-4EC7-A87C-C30AD0C991D2}" destId="{AC181C40-7837-4DD8-9A9F-5FC722E5DD4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03803A-8598-4191-A910-0ED671A9DCB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49E4643-00B1-4E7D-AA6B-4BF5041886D1}">
      <dgm:prSet/>
      <dgm:spPr/>
      <dgm:t>
        <a:bodyPr/>
        <a:lstStyle/>
        <a:p>
          <a:r>
            <a:rPr lang="en-US"/>
            <a:t>Immutable templates</a:t>
          </a:r>
        </a:p>
      </dgm:t>
    </dgm:pt>
    <dgm:pt modelId="{47D03C00-4D55-4ECF-94DF-93105387644C}" type="parTrans" cxnId="{329D2509-E190-4EF2-A7B6-EC8C40D3225A}">
      <dgm:prSet/>
      <dgm:spPr/>
      <dgm:t>
        <a:bodyPr/>
        <a:lstStyle/>
        <a:p>
          <a:endParaRPr lang="en-US"/>
        </a:p>
      </dgm:t>
    </dgm:pt>
    <dgm:pt modelId="{34CDDE0F-2869-4746-A4C3-BF9C8A06EAE3}" type="sibTrans" cxnId="{329D2509-E190-4EF2-A7B6-EC8C40D3225A}">
      <dgm:prSet/>
      <dgm:spPr/>
      <dgm:t>
        <a:bodyPr/>
        <a:lstStyle/>
        <a:p>
          <a:endParaRPr lang="en-US"/>
        </a:p>
      </dgm:t>
    </dgm:pt>
    <dgm:pt modelId="{C1EA122D-7D48-455E-A1EF-F9AAED86B5DA}">
      <dgm:prSet/>
      <dgm:spPr/>
      <dgm:t>
        <a:bodyPr/>
        <a:lstStyle/>
        <a:p>
          <a:r>
            <a:rPr lang="en-US"/>
            <a:t>Built from Dockerfile</a:t>
          </a:r>
        </a:p>
      </dgm:t>
    </dgm:pt>
    <dgm:pt modelId="{207843C3-9D07-40B8-8A4D-A9BDBDE49F65}" type="parTrans" cxnId="{75B1645E-DB97-4192-B49E-871C784EDB1F}">
      <dgm:prSet/>
      <dgm:spPr/>
      <dgm:t>
        <a:bodyPr/>
        <a:lstStyle/>
        <a:p>
          <a:endParaRPr lang="en-US"/>
        </a:p>
      </dgm:t>
    </dgm:pt>
    <dgm:pt modelId="{EE497459-D537-49C8-A622-244F11AF9782}" type="sibTrans" cxnId="{75B1645E-DB97-4192-B49E-871C784EDB1F}">
      <dgm:prSet/>
      <dgm:spPr/>
      <dgm:t>
        <a:bodyPr/>
        <a:lstStyle/>
        <a:p>
          <a:endParaRPr lang="en-US"/>
        </a:p>
      </dgm:t>
    </dgm:pt>
    <dgm:pt modelId="{1ACC727B-2312-45DA-B3E6-0A75019DF241}">
      <dgm:prSet/>
      <dgm:spPr/>
      <dgm:t>
        <a:bodyPr/>
        <a:lstStyle/>
        <a:p>
          <a:r>
            <a:rPr lang="en-US"/>
            <a:t>Layered architecture</a:t>
          </a:r>
        </a:p>
      </dgm:t>
    </dgm:pt>
    <dgm:pt modelId="{72712DE1-BA3D-4640-A1CC-48C9C7ADA759}" type="parTrans" cxnId="{0187ABF9-BB8D-434F-8CF0-61D2A41AFEAE}">
      <dgm:prSet/>
      <dgm:spPr/>
      <dgm:t>
        <a:bodyPr/>
        <a:lstStyle/>
        <a:p>
          <a:endParaRPr lang="en-US"/>
        </a:p>
      </dgm:t>
    </dgm:pt>
    <dgm:pt modelId="{B5DB17BA-22D8-49F3-9557-459F5085765B}" type="sibTrans" cxnId="{0187ABF9-BB8D-434F-8CF0-61D2A41AFEAE}">
      <dgm:prSet/>
      <dgm:spPr/>
      <dgm:t>
        <a:bodyPr/>
        <a:lstStyle/>
        <a:p>
          <a:endParaRPr lang="en-US"/>
        </a:p>
      </dgm:t>
    </dgm:pt>
    <dgm:pt modelId="{D2137542-AA54-42CB-93EC-10CBD875E838}">
      <dgm:prSet/>
      <dgm:spPr/>
      <dgm:t>
        <a:bodyPr/>
        <a:lstStyle/>
        <a:p>
          <a:r>
            <a:rPr lang="en-US"/>
            <a:t>Ensures reproducibility</a:t>
          </a:r>
        </a:p>
      </dgm:t>
    </dgm:pt>
    <dgm:pt modelId="{58655098-D435-4379-9F4D-3475FA4EA641}" type="parTrans" cxnId="{390F2BB4-68AD-444D-AF7F-616E9D77F539}">
      <dgm:prSet/>
      <dgm:spPr/>
      <dgm:t>
        <a:bodyPr/>
        <a:lstStyle/>
        <a:p>
          <a:endParaRPr lang="en-US"/>
        </a:p>
      </dgm:t>
    </dgm:pt>
    <dgm:pt modelId="{3BE8DB91-FC96-4E79-B385-8AD84E5E10A1}" type="sibTrans" cxnId="{390F2BB4-68AD-444D-AF7F-616E9D77F539}">
      <dgm:prSet/>
      <dgm:spPr/>
      <dgm:t>
        <a:bodyPr/>
        <a:lstStyle/>
        <a:p>
          <a:endParaRPr lang="en-US"/>
        </a:p>
      </dgm:t>
    </dgm:pt>
    <dgm:pt modelId="{7C02FC6E-E5A9-4875-863B-BA066C73980B}">
      <dgm:prSet/>
      <dgm:spPr/>
      <dgm:t>
        <a:bodyPr/>
        <a:lstStyle/>
        <a:p>
          <a:r>
            <a:rPr lang="en-US"/>
            <a:t>Optimizes storage via layers</a:t>
          </a:r>
        </a:p>
      </dgm:t>
    </dgm:pt>
    <dgm:pt modelId="{9DB64129-FA87-4C4C-8635-A21320B35818}" type="parTrans" cxnId="{D162CDEE-054D-447F-972A-7ADDA63BED19}">
      <dgm:prSet/>
      <dgm:spPr/>
      <dgm:t>
        <a:bodyPr/>
        <a:lstStyle/>
        <a:p>
          <a:endParaRPr lang="en-US"/>
        </a:p>
      </dgm:t>
    </dgm:pt>
    <dgm:pt modelId="{AEE8BB9A-F87F-472E-8A80-7C19992F6BAB}" type="sibTrans" cxnId="{D162CDEE-054D-447F-972A-7ADDA63BED19}">
      <dgm:prSet/>
      <dgm:spPr/>
      <dgm:t>
        <a:bodyPr/>
        <a:lstStyle/>
        <a:p>
          <a:endParaRPr lang="en-US"/>
        </a:p>
      </dgm:t>
    </dgm:pt>
    <dgm:pt modelId="{A5886DB5-7E62-4677-951D-AE9819644D45}" type="pres">
      <dgm:prSet presAssocID="{D603803A-8598-4191-A910-0ED671A9DCB8}" presName="diagram" presStyleCnt="0">
        <dgm:presLayoutVars>
          <dgm:dir/>
          <dgm:resizeHandles val="exact"/>
        </dgm:presLayoutVars>
      </dgm:prSet>
      <dgm:spPr/>
    </dgm:pt>
    <dgm:pt modelId="{7A3AACE7-A354-4717-ACF5-ADA0EC9E3723}" type="pres">
      <dgm:prSet presAssocID="{849E4643-00B1-4E7D-AA6B-4BF5041886D1}" presName="node" presStyleLbl="node1" presStyleIdx="0" presStyleCnt="5">
        <dgm:presLayoutVars>
          <dgm:bulletEnabled val="1"/>
        </dgm:presLayoutVars>
      </dgm:prSet>
      <dgm:spPr/>
    </dgm:pt>
    <dgm:pt modelId="{E7AC9C82-8B9B-41C7-84E2-F4C3DEB38F05}" type="pres">
      <dgm:prSet presAssocID="{34CDDE0F-2869-4746-A4C3-BF9C8A06EAE3}" presName="sibTrans" presStyleCnt="0"/>
      <dgm:spPr/>
    </dgm:pt>
    <dgm:pt modelId="{D0B859CE-C82E-4D62-B0C1-05B11F9B2F86}" type="pres">
      <dgm:prSet presAssocID="{C1EA122D-7D48-455E-A1EF-F9AAED86B5DA}" presName="node" presStyleLbl="node1" presStyleIdx="1" presStyleCnt="5">
        <dgm:presLayoutVars>
          <dgm:bulletEnabled val="1"/>
        </dgm:presLayoutVars>
      </dgm:prSet>
      <dgm:spPr/>
    </dgm:pt>
    <dgm:pt modelId="{B6DF90E7-E37A-4DE7-B0B2-6E9A6C6D9E5B}" type="pres">
      <dgm:prSet presAssocID="{EE497459-D537-49C8-A622-244F11AF9782}" presName="sibTrans" presStyleCnt="0"/>
      <dgm:spPr/>
    </dgm:pt>
    <dgm:pt modelId="{B1742421-C718-4945-9BA2-1A8BA630DFB9}" type="pres">
      <dgm:prSet presAssocID="{1ACC727B-2312-45DA-B3E6-0A75019DF241}" presName="node" presStyleLbl="node1" presStyleIdx="2" presStyleCnt="5">
        <dgm:presLayoutVars>
          <dgm:bulletEnabled val="1"/>
        </dgm:presLayoutVars>
      </dgm:prSet>
      <dgm:spPr/>
    </dgm:pt>
    <dgm:pt modelId="{0DD1D21E-8040-48FC-959D-9105078F294F}" type="pres">
      <dgm:prSet presAssocID="{B5DB17BA-22D8-49F3-9557-459F5085765B}" presName="sibTrans" presStyleCnt="0"/>
      <dgm:spPr/>
    </dgm:pt>
    <dgm:pt modelId="{32BB9369-7A89-4E88-B4BE-F6783CC56606}" type="pres">
      <dgm:prSet presAssocID="{D2137542-AA54-42CB-93EC-10CBD875E838}" presName="node" presStyleLbl="node1" presStyleIdx="3" presStyleCnt="5">
        <dgm:presLayoutVars>
          <dgm:bulletEnabled val="1"/>
        </dgm:presLayoutVars>
      </dgm:prSet>
      <dgm:spPr/>
    </dgm:pt>
    <dgm:pt modelId="{4ECCD2D3-ADBF-426E-B429-FE57AF93689D}" type="pres">
      <dgm:prSet presAssocID="{3BE8DB91-FC96-4E79-B385-8AD84E5E10A1}" presName="sibTrans" presStyleCnt="0"/>
      <dgm:spPr/>
    </dgm:pt>
    <dgm:pt modelId="{D49E3406-8FB3-4DCE-ACB2-4CFE3EF77E6B}" type="pres">
      <dgm:prSet presAssocID="{7C02FC6E-E5A9-4875-863B-BA066C73980B}" presName="node" presStyleLbl="node1" presStyleIdx="4" presStyleCnt="5">
        <dgm:presLayoutVars>
          <dgm:bulletEnabled val="1"/>
        </dgm:presLayoutVars>
      </dgm:prSet>
      <dgm:spPr/>
    </dgm:pt>
  </dgm:ptLst>
  <dgm:cxnLst>
    <dgm:cxn modelId="{329D2509-E190-4EF2-A7B6-EC8C40D3225A}" srcId="{D603803A-8598-4191-A910-0ED671A9DCB8}" destId="{849E4643-00B1-4E7D-AA6B-4BF5041886D1}" srcOrd="0" destOrd="0" parTransId="{47D03C00-4D55-4ECF-94DF-93105387644C}" sibTransId="{34CDDE0F-2869-4746-A4C3-BF9C8A06EAE3}"/>
    <dgm:cxn modelId="{75B1645E-DB97-4192-B49E-871C784EDB1F}" srcId="{D603803A-8598-4191-A910-0ED671A9DCB8}" destId="{C1EA122D-7D48-455E-A1EF-F9AAED86B5DA}" srcOrd="1" destOrd="0" parTransId="{207843C3-9D07-40B8-8A4D-A9BDBDE49F65}" sibTransId="{EE497459-D537-49C8-A622-244F11AF9782}"/>
    <dgm:cxn modelId="{BE6CB882-5C5B-4427-A5AF-AFA7553294FF}" type="presOf" srcId="{1ACC727B-2312-45DA-B3E6-0A75019DF241}" destId="{B1742421-C718-4945-9BA2-1A8BA630DFB9}" srcOrd="0" destOrd="0" presId="urn:microsoft.com/office/officeart/2005/8/layout/default"/>
    <dgm:cxn modelId="{516B0D85-8E6B-46E3-8520-4D01B9F76276}" type="presOf" srcId="{C1EA122D-7D48-455E-A1EF-F9AAED86B5DA}" destId="{D0B859CE-C82E-4D62-B0C1-05B11F9B2F86}" srcOrd="0" destOrd="0" presId="urn:microsoft.com/office/officeart/2005/8/layout/default"/>
    <dgm:cxn modelId="{BEDD6AAF-35A6-4A1D-93EC-EEF654ECBB7E}" type="presOf" srcId="{D603803A-8598-4191-A910-0ED671A9DCB8}" destId="{A5886DB5-7E62-4677-951D-AE9819644D45}" srcOrd="0" destOrd="0" presId="urn:microsoft.com/office/officeart/2005/8/layout/default"/>
    <dgm:cxn modelId="{390F2BB4-68AD-444D-AF7F-616E9D77F539}" srcId="{D603803A-8598-4191-A910-0ED671A9DCB8}" destId="{D2137542-AA54-42CB-93EC-10CBD875E838}" srcOrd="3" destOrd="0" parTransId="{58655098-D435-4379-9F4D-3475FA4EA641}" sibTransId="{3BE8DB91-FC96-4E79-B385-8AD84E5E10A1}"/>
    <dgm:cxn modelId="{B32117C5-C9A2-402C-8BC1-ED5DDB656A5C}" type="presOf" srcId="{D2137542-AA54-42CB-93EC-10CBD875E838}" destId="{32BB9369-7A89-4E88-B4BE-F6783CC56606}" srcOrd="0" destOrd="0" presId="urn:microsoft.com/office/officeart/2005/8/layout/default"/>
    <dgm:cxn modelId="{D162CDEE-054D-447F-972A-7ADDA63BED19}" srcId="{D603803A-8598-4191-A910-0ED671A9DCB8}" destId="{7C02FC6E-E5A9-4875-863B-BA066C73980B}" srcOrd="4" destOrd="0" parTransId="{9DB64129-FA87-4C4C-8635-A21320B35818}" sibTransId="{AEE8BB9A-F87F-472E-8A80-7C19992F6BAB}"/>
    <dgm:cxn modelId="{D9735AF6-210E-46BD-A30B-5ED96A9CC30A}" type="presOf" srcId="{7C02FC6E-E5A9-4875-863B-BA066C73980B}" destId="{D49E3406-8FB3-4DCE-ACB2-4CFE3EF77E6B}" srcOrd="0" destOrd="0" presId="urn:microsoft.com/office/officeart/2005/8/layout/default"/>
    <dgm:cxn modelId="{0187ABF9-BB8D-434F-8CF0-61D2A41AFEAE}" srcId="{D603803A-8598-4191-A910-0ED671A9DCB8}" destId="{1ACC727B-2312-45DA-B3E6-0A75019DF241}" srcOrd="2" destOrd="0" parTransId="{72712DE1-BA3D-4640-A1CC-48C9C7ADA759}" sibTransId="{B5DB17BA-22D8-49F3-9557-459F5085765B}"/>
    <dgm:cxn modelId="{CB6B65FB-7025-40F0-A7DB-C57991CFD3A7}" type="presOf" srcId="{849E4643-00B1-4E7D-AA6B-4BF5041886D1}" destId="{7A3AACE7-A354-4717-ACF5-ADA0EC9E3723}" srcOrd="0" destOrd="0" presId="urn:microsoft.com/office/officeart/2005/8/layout/default"/>
    <dgm:cxn modelId="{3200A0AE-D3D1-4269-B89C-23B244DE380E}" type="presParOf" srcId="{A5886DB5-7E62-4677-951D-AE9819644D45}" destId="{7A3AACE7-A354-4717-ACF5-ADA0EC9E3723}" srcOrd="0" destOrd="0" presId="urn:microsoft.com/office/officeart/2005/8/layout/default"/>
    <dgm:cxn modelId="{313AA33A-525E-49DE-93DC-FBD1DE19DA7B}" type="presParOf" srcId="{A5886DB5-7E62-4677-951D-AE9819644D45}" destId="{E7AC9C82-8B9B-41C7-84E2-F4C3DEB38F05}" srcOrd="1" destOrd="0" presId="urn:microsoft.com/office/officeart/2005/8/layout/default"/>
    <dgm:cxn modelId="{61A27C33-D63D-4989-8472-11630F472A66}" type="presParOf" srcId="{A5886DB5-7E62-4677-951D-AE9819644D45}" destId="{D0B859CE-C82E-4D62-B0C1-05B11F9B2F86}" srcOrd="2" destOrd="0" presId="urn:microsoft.com/office/officeart/2005/8/layout/default"/>
    <dgm:cxn modelId="{914F0517-5AE7-4895-987A-C75936E0784E}" type="presParOf" srcId="{A5886DB5-7E62-4677-951D-AE9819644D45}" destId="{B6DF90E7-E37A-4DE7-B0B2-6E9A6C6D9E5B}" srcOrd="3" destOrd="0" presId="urn:microsoft.com/office/officeart/2005/8/layout/default"/>
    <dgm:cxn modelId="{306FD6DE-D4CB-441E-8346-F10C52A40D7E}" type="presParOf" srcId="{A5886DB5-7E62-4677-951D-AE9819644D45}" destId="{B1742421-C718-4945-9BA2-1A8BA630DFB9}" srcOrd="4" destOrd="0" presId="urn:microsoft.com/office/officeart/2005/8/layout/default"/>
    <dgm:cxn modelId="{50AE3E28-4215-495F-8515-6D36A5B09BD1}" type="presParOf" srcId="{A5886DB5-7E62-4677-951D-AE9819644D45}" destId="{0DD1D21E-8040-48FC-959D-9105078F294F}" srcOrd="5" destOrd="0" presId="urn:microsoft.com/office/officeart/2005/8/layout/default"/>
    <dgm:cxn modelId="{465ECE97-A66E-4279-BB21-4E6CC199F978}" type="presParOf" srcId="{A5886DB5-7E62-4677-951D-AE9819644D45}" destId="{32BB9369-7A89-4E88-B4BE-F6783CC56606}" srcOrd="6" destOrd="0" presId="urn:microsoft.com/office/officeart/2005/8/layout/default"/>
    <dgm:cxn modelId="{CA9B2556-3013-4473-BDEE-E512B5995F53}" type="presParOf" srcId="{A5886DB5-7E62-4677-951D-AE9819644D45}" destId="{4ECCD2D3-ADBF-426E-B429-FE57AF93689D}" srcOrd="7" destOrd="0" presId="urn:microsoft.com/office/officeart/2005/8/layout/default"/>
    <dgm:cxn modelId="{61AD45C8-1D2C-44C1-9F79-518B1B861CAC}" type="presParOf" srcId="{A5886DB5-7E62-4677-951D-AE9819644D45}" destId="{D49E3406-8FB3-4DCE-ACB2-4CFE3EF77E6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70432E-6F94-4764-A32F-229241B5F22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72E603C-5128-44F5-AF98-8D1132F08D3A}">
      <dgm:prSet/>
      <dgm:spPr/>
      <dgm:t>
        <a:bodyPr/>
        <a:lstStyle/>
        <a:p>
          <a:r>
            <a:rPr lang="pt-BR"/>
            <a:t>Reproducible pipelines</a:t>
          </a:r>
          <a:endParaRPr lang="en-US"/>
        </a:p>
      </dgm:t>
    </dgm:pt>
    <dgm:pt modelId="{1882AC36-2B46-405D-A334-0F0CF084B970}" type="parTrans" cxnId="{A0C29603-9834-40A5-B249-B88CC07A8BD5}">
      <dgm:prSet/>
      <dgm:spPr/>
      <dgm:t>
        <a:bodyPr/>
        <a:lstStyle/>
        <a:p>
          <a:endParaRPr lang="en-US"/>
        </a:p>
      </dgm:t>
    </dgm:pt>
    <dgm:pt modelId="{17921FA1-81DE-49FA-BFB0-6A39D3BF204C}" type="sibTrans" cxnId="{A0C29603-9834-40A5-B249-B88CC07A8BD5}">
      <dgm:prSet/>
      <dgm:spPr/>
      <dgm:t>
        <a:bodyPr/>
        <a:lstStyle/>
        <a:p>
          <a:endParaRPr lang="en-US"/>
        </a:p>
      </dgm:t>
    </dgm:pt>
    <dgm:pt modelId="{183BA6CE-D8EC-490A-AF90-EA237BFB7021}">
      <dgm:prSet/>
      <dgm:spPr/>
      <dgm:t>
        <a:bodyPr/>
        <a:lstStyle/>
        <a:p>
          <a:r>
            <a:rPr lang="pt-BR"/>
            <a:t>Environment versioning</a:t>
          </a:r>
          <a:endParaRPr lang="en-US"/>
        </a:p>
      </dgm:t>
    </dgm:pt>
    <dgm:pt modelId="{0827DFD6-F6AB-4F26-B9ED-D434B4ABEBD0}" type="parTrans" cxnId="{D937B8B4-CB51-4ADE-B5BB-490E960A2E2D}">
      <dgm:prSet/>
      <dgm:spPr/>
      <dgm:t>
        <a:bodyPr/>
        <a:lstStyle/>
        <a:p>
          <a:endParaRPr lang="en-US"/>
        </a:p>
      </dgm:t>
    </dgm:pt>
    <dgm:pt modelId="{487854EA-2D23-4745-9C74-743FD7FA4E9D}" type="sibTrans" cxnId="{D937B8B4-CB51-4ADE-B5BB-490E960A2E2D}">
      <dgm:prSet/>
      <dgm:spPr/>
      <dgm:t>
        <a:bodyPr/>
        <a:lstStyle/>
        <a:p>
          <a:endParaRPr lang="en-US"/>
        </a:p>
      </dgm:t>
    </dgm:pt>
    <dgm:pt modelId="{597BE22A-0B5D-45A1-A88E-F96757C82ADA}">
      <dgm:prSet/>
      <dgm:spPr/>
      <dgm:t>
        <a:bodyPr/>
        <a:lstStyle/>
        <a:p>
          <a:r>
            <a:rPr lang="pt-BR"/>
            <a:t>Isolation of dependencies</a:t>
          </a:r>
          <a:endParaRPr lang="en-US"/>
        </a:p>
      </dgm:t>
    </dgm:pt>
    <dgm:pt modelId="{5BB46B27-26AF-420A-86BA-0EB919331B1A}" type="parTrans" cxnId="{4237A1C0-D26B-40A7-A8FE-AFE9FDC770DF}">
      <dgm:prSet/>
      <dgm:spPr/>
      <dgm:t>
        <a:bodyPr/>
        <a:lstStyle/>
        <a:p>
          <a:endParaRPr lang="en-US"/>
        </a:p>
      </dgm:t>
    </dgm:pt>
    <dgm:pt modelId="{65A010FA-EFB3-4B7B-BBCE-1B3D5F2778FC}" type="sibTrans" cxnId="{4237A1C0-D26B-40A7-A8FE-AFE9FDC770DF}">
      <dgm:prSet/>
      <dgm:spPr/>
      <dgm:t>
        <a:bodyPr/>
        <a:lstStyle/>
        <a:p>
          <a:endParaRPr lang="en-US"/>
        </a:p>
      </dgm:t>
    </dgm:pt>
    <dgm:pt modelId="{867BAB45-8A6C-415F-90BE-1EAF1CC6E054}">
      <dgm:prSet/>
      <dgm:spPr/>
      <dgm:t>
        <a:bodyPr/>
        <a:lstStyle/>
        <a:p>
          <a:r>
            <a:rPr lang="pt-BR"/>
            <a:t>CI/CD integration</a:t>
          </a:r>
          <a:endParaRPr lang="en-US"/>
        </a:p>
      </dgm:t>
    </dgm:pt>
    <dgm:pt modelId="{80F08C40-5A38-4256-9E66-504286E1EA9E}" type="parTrans" cxnId="{EE7E42CD-261B-40A1-81F6-D330CCAF598C}">
      <dgm:prSet/>
      <dgm:spPr/>
      <dgm:t>
        <a:bodyPr/>
        <a:lstStyle/>
        <a:p>
          <a:endParaRPr lang="en-US"/>
        </a:p>
      </dgm:t>
    </dgm:pt>
    <dgm:pt modelId="{8D112064-ADA8-4669-B016-A2DF28030C02}" type="sibTrans" cxnId="{EE7E42CD-261B-40A1-81F6-D330CCAF598C}">
      <dgm:prSet/>
      <dgm:spPr/>
      <dgm:t>
        <a:bodyPr/>
        <a:lstStyle/>
        <a:p>
          <a:endParaRPr lang="en-US"/>
        </a:p>
      </dgm:t>
    </dgm:pt>
    <dgm:pt modelId="{C08CBAE5-C909-4777-85B3-97D9233FBB32}">
      <dgm:prSet/>
      <dgm:spPr/>
      <dgm:t>
        <a:bodyPr/>
        <a:lstStyle/>
        <a:p>
          <a:r>
            <a:rPr lang="pt-BR"/>
            <a:t>Cloud portability</a:t>
          </a:r>
          <a:endParaRPr lang="en-US"/>
        </a:p>
      </dgm:t>
    </dgm:pt>
    <dgm:pt modelId="{DEBD632D-1865-4927-89CB-88DEE6A2A51B}" type="parTrans" cxnId="{002FBB75-B3D8-4EBD-BBED-D31627A4AA47}">
      <dgm:prSet/>
      <dgm:spPr/>
      <dgm:t>
        <a:bodyPr/>
        <a:lstStyle/>
        <a:p>
          <a:endParaRPr lang="en-US"/>
        </a:p>
      </dgm:t>
    </dgm:pt>
    <dgm:pt modelId="{01DE41BC-F7C9-440D-966D-7B389ECE9B26}" type="sibTrans" cxnId="{002FBB75-B3D8-4EBD-BBED-D31627A4AA47}">
      <dgm:prSet/>
      <dgm:spPr/>
      <dgm:t>
        <a:bodyPr/>
        <a:lstStyle/>
        <a:p>
          <a:endParaRPr lang="en-US"/>
        </a:p>
      </dgm:t>
    </dgm:pt>
    <dgm:pt modelId="{45517DB8-12D7-446B-9373-0C256B7EE04B}" type="pres">
      <dgm:prSet presAssocID="{3470432E-6F94-4764-A32F-229241B5F221}" presName="diagram" presStyleCnt="0">
        <dgm:presLayoutVars>
          <dgm:dir/>
          <dgm:resizeHandles val="exact"/>
        </dgm:presLayoutVars>
      </dgm:prSet>
      <dgm:spPr/>
    </dgm:pt>
    <dgm:pt modelId="{C17DC14A-6C81-4700-BED7-5FB51C4C2A43}" type="pres">
      <dgm:prSet presAssocID="{372E603C-5128-44F5-AF98-8D1132F08D3A}" presName="node" presStyleLbl="node1" presStyleIdx="0" presStyleCnt="5">
        <dgm:presLayoutVars>
          <dgm:bulletEnabled val="1"/>
        </dgm:presLayoutVars>
      </dgm:prSet>
      <dgm:spPr/>
    </dgm:pt>
    <dgm:pt modelId="{4626F93A-E685-44FA-9EB0-302308643228}" type="pres">
      <dgm:prSet presAssocID="{17921FA1-81DE-49FA-BFB0-6A39D3BF204C}" presName="sibTrans" presStyleCnt="0"/>
      <dgm:spPr/>
    </dgm:pt>
    <dgm:pt modelId="{30030A87-D9A4-4D59-9110-A0732C83A34E}" type="pres">
      <dgm:prSet presAssocID="{183BA6CE-D8EC-490A-AF90-EA237BFB7021}" presName="node" presStyleLbl="node1" presStyleIdx="1" presStyleCnt="5">
        <dgm:presLayoutVars>
          <dgm:bulletEnabled val="1"/>
        </dgm:presLayoutVars>
      </dgm:prSet>
      <dgm:spPr/>
    </dgm:pt>
    <dgm:pt modelId="{76F24F17-7C8C-45FD-9D21-ED4ED3658EFF}" type="pres">
      <dgm:prSet presAssocID="{487854EA-2D23-4745-9C74-743FD7FA4E9D}" presName="sibTrans" presStyleCnt="0"/>
      <dgm:spPr/>
    </dgm:pt>
    <dgm:pt modelId="{92B03D05-624F-495D-A861-E800767CE2D4}" type="pres">
      <dgm:prSet presAssocID="{597BE22A-0B5D-45A1-A88E-F96757C82ADA}" presName="node" presStyleLbl="node1" presStyleIdx="2" presStyleCnt="5">
        <dgm:presLayoutVars>
          <dgm:bulletEnabled val="1"/>
        </dgm:presLayoutVars>
      </dgm:prSet>
      <dgm:spPr/>
    </dgm:pt>
    <dgm:pt modelId="{CCFDD82F-2796-4298-8301-2B391F3FA887}" type="pres">
      <dgm:prSet presAssocID="{65A010FA-EFB3-4B7B-BBCE-1B3D5F2778FC}" presName="sibTrans" presStyleCnt="0"/>
      <dgm:spPr/>
    </dgm:pt>
    <dgm:pt modelId="{264F3B48-711E-422D-83AD-6499EF54C2B2}" type="pres">
      <dgm:prSet presAssocID="{867BAB45-8A6C-415F-90BE-1EAF1CC6E054}" presName="node" presStyleLbl="node1" presStyleIdx="3" presStyleCnt="5">
        <dgm:presLayoutVars>
          <dgm:bulletEnabled val="1"/>
        </dgm:presLayoutVars>
      </dgm:prSet>
      <dgm:spPr/>
    </dgm:pt>
    <dgm:pt modelId="{3491F693-F2FD-4727-A01E-56A47591980D}" type="pres">
      <dgm:prSet presAssocID="{8D112064-ADA8-4669-B016-A2DF28030C02}" presName="sibTrans" presStyleCnt="0"/>
      <dgm:spPr/>
    </dgm:pt>
    <dgm:pt modelId="{565F9B4C-8999-440C-A31E-89E8614A319B}" type="pres">
      <dgm:prSet presAssocID="{C08CBAE5-C909-4777-85B3-97D9233FBB32}" presName="node" presStyleLbl="node1" presStyleIdx="4" presStyleCnt="5">
        <dgm:presLayoutVars>
          <dgm:bulletEnabled val="1"/>
        </dgm:presLayoutVars>
      </dgm:prSet>
      <dgm:spPr/>
    </dgm:pt>
  </dgm:ptLst>
  <dgm:cxnLst>
    <dgm:cxn modelId="{A0C29603-9834-40A5-B249-B88CC07A8BD5}" srcId="{3470432E-6F94-4764-A32F-229241B5F221}" destId="{372E603C-5128-44F5-AF98-8D1132F08D3A}" srcOrd="0" destOrd="0" parTransId="{1882AC36-2B46-405D-A334-0F0CF084B970}" sibTransId="{17921FA1-81DE-49FA-BFB0-6A39D3BF204C}"/>
    <dgm:cxn modelId="{7F4F6926-20F6-416F-AE04-0C8BBEE28203}" type="presOf" srcId="{183BA6CE-D8EC-490A-AF90-EA237BFB7021}" destId="{30030A87-D9A4-4D59-9110-A0732C83A34E}" srcOrd="0" destOrd="0" presId="urn:microsoft.com/office/officeart/2005/8/layout/default"/>
    <dgm:cxn modelId="{E119B230-84D3-4558-B21A-32FB1A1A3FC3}" type="presOf" srcId="{C08CBAE5-C909-4777-85B3-97D9233FBB32}" destId="{565F9B4C-8999-440C-A31E-89E8614A319B}" srcOrd="0" destOrd="0" presId="urn:microsoft.com/office/officeart/2005/8/layout/default"/>
    <dgm:cxn modelId="{002FBB75-B3D8-4EBD-BBED-D31627A4AA47}" srcId="{3470432E-6F94-4764-A32F-229241B5F221}" destId="{C08CBAE5-C909-4777-85B3-97D9233FBB32}" srcOrd="4" destOrd="0" parTransId="{DEBD632D-1865-4927-89CB-88DEE6A2A51B}" sibTransId="{01DE41BC-F7C9-440D-966D-7B389ECE9B26}"/>
    <dgm:cxn modelId="{9EFDDF77-E3F6-45C0-BD06-497F1ACE8311}" type="presOf" srcId="{867BAB45-8A6C-415F-90BE-1EAF1CC6E054}" destId="{264F3B48-711E-422D-83AD-6499EF54C2B2}" srcOrd="0" destOrd="0" presId="urn:microsoft.com/office/officeart/2005/8/layout/default"/>
    <dgm:cxn modelId="{3B9DE994-A8B0-47A6-B356-30ACB775C316}" type="presOf" srcId="{372E603C-5128-44F5-AF98-8D1132F08D3A}" destId="{C17DC14A-6C81-4700-BED7-5FB51C4C2A43}" srcOrd="0" destOrd="0" presId="urn:microsoft.com/office/officeart/2005/8/layout/default"/>
    <dgm:cxn modelId="{D937B8B4-CB51-4ADE-B5BB-490E960A2E2D}" srcId="{3470432E-6F94-4764-A32F-229241B5F221}" destId="{183BA6CE-D8EC-490A-AF90-EA237BFB7021}" srcOrd="1" destOrd="0" parTransId="{0827DFD6-F6AB-4F26-B9ED-D434B4ABEBD0}" sibTransId="{487854EA-2D23-4745-9C74-743FD7FA4E9D}"/>
    <dgm:cxn modelId="{4237A1C0-D26B-40A7-A8FE-AFE9FDC770DF}" srcId="{3470432E-6F94-4764-A32F-229241B5F221}" destId="{597BE22A-0B5D-45A1-A88E-F96757C82ADA}" srcOrd="2" destOrd="0" parTransId="{5BB46B27-26AF-420A-86BA-0EB919331B1A}" sibTransId="{65A010FA-EFB3-4B7B-BBCE-1B3D5F2778FC}"/>
    <dgm:cxn modelId="{EE7E42CD-261B-40A1-81F6-D330CCAF598C}" srcId="{3470432E-6F94-4764-A32F-229241B5F221}" destId="{867BAB45-8A6C-415F-90BE-1EAF1CC6E054}" srcOrd="3" destOrd="0" parTransId="{80F08C40-5A38-4256-9E66-504286E1EA9E}" sibTransId="{8D112064-ADA8-4669-B016-A2DF28030C02}"/>
    <dgm:cxn modelId="{3B751EEC-586C-4B7B-9A13-B8A9072408CF}" type="presOf" srcId="{3470432E-6F94-4764-A32F-229241B5F221}" destId="{45517DB8-12D7-446B-9373-0C256B7EE04B}" srcOrd="0" destOrd="0" presId="urn:microsoft.com/office/officeart/2005/8/layout/default"/>
    <dgm:cxn modelId="{740FFDFC-311B-483E-9645-C8CE10555AA1}" type="presOf" srcId="{597BE22A-0B5D-45A1-A88E-F96757C82ADA}" destId="{92B03D05-624F-495D-A861-E800767CE2D4}" srcOrd="0" destOrd="0" presId="urn:microsoft.com/office/officeart/2005/8/layout/default"/>
    <dgm:cxn modelId="{C2A0F1C8-4625-4169-9A95-F631870DA689}" type="presParOf" srcId="{45517DB8-12D7-446B-9373-0C256B7EE04B}" destId="{C17DC14A-6C81-4700-BED7-5FB51C4C2A43}" srcOrd="0" destOrd="0" presId="urn:microsoft.com/office/officeart/2005/8/layout/default"/>
    <dgm:cxn modelId="{55CD6AEA-10E2-49CD-83A6-E8512528B311}" type="presParOf" srcId="{45517DB8-12D7-446B-9373-0C256B7EE04B}" destId="{4626F93A-E685-44FA-9EB0-302308643228}" srcOrd="1" destOrd="0" presId="urn:microsoft.com/office/officeart/2005/8/layout/default"/>
    <dgm:cxn modelId="{FEBD163B-2D85-473F-BE86-89BBDB606371}" type="presParOf" srcId="{45517DB8-12D7-446B-9373-0C256B7EE04B}" destId="{30030A87-D9A4-4D59-9110-A0732C83A34E}" srcOrd="2" destOrd="0" presId="urn:microsoft.com/office/officeart/2005/8/layout/default"/>
    <dgm:cxn modelId="{E720E463-C766-44EA-9278-3D2A5EB5B074}" type="presParOf" srcId="{45517DB8-12D7-446B-9373-0C256B7EE04B}" destId="{76F24F17-7C8C-45FD-9D21-ED4ED3658EFF}" srcOrd="3" destOrd="0" presId="urn:microsoft.com/office/officeart/2005/8/layout/default"/>
    <dgm:cxn modelId="{E1456AF3-D47E-458E-96FE-561C99D2B364}" type="presParOf" srcId="{45517DB8-12D7-446B-9373-0C256B7EE04B}" destId="{92B03D05-624F-495D-A861-E800767CE2D4}" srcOrd="4" destOrd="0" presId="urn:microsoft.com/office/officeart/2005/8/layout/default"/>
    <dgm:cxn modelId="{D2E41FD0-406D-4EB7-8990-3FEB99C9DACD}" type="presParOf" srcId="{45517DB8-12D7-446B-9373-0C256B7EE04B}" destId="{CCFDD82F-2796-4298-8301-2B391F3FA887}" srcOrd="5" destOrd="0" presId="urn:microsoft.com/office/officeart/2005/8/layout/default"/>
    <dgm:cxn modelId="{563BBF27-A923-49CD-B1AF-1156D5F50997}" type="presParOf" srcId="{45517DB8-12D7-446B-9373-0C256B7EE04B}" destId="{264F3B48-711E-422D-83AD-6499EF54C2B2}" srcOrd="6" destOrd="0" presId="urn:microsoft.com/office/officeart/2005/8/layout/default"/>
    <dgm:cxn modelId="{16C785B5-1F1C-4C08-83FA-70CEE36613F3}" type="presParOf" srcId="{45517DB8-12D7-446B-9373-0C256B7EE04B}" destId="{3491F693-F2FD-4727-A01E-56A47591980D}" srcOrd="7" destOrd="0" presId="urn:microsoft.com/office/officeart/2005/8/layout/default"/>
    <dgm:cxn modelId="{75A93CD8-EB20-4024-BACE-471BDD09A18B}" type="presParOf" srcId="{45517DB8-12D7-446B-9373-0C256B7EE04B}" destId="{565F9B4C-8999-440C-A31E-89E8614A319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CB516D-9F88-4BA5-B3F7-47CCA199D61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4A97955-348D-430F-AE68-060ABC979489}">
      <dgm:prSet/>
      <dgm:spPr/>
      <dgm:t>
        <a:bodyPr/>
        <a:lstStyle/>
        <a:p>
          <a:r>
            <a:rPr lang="pt-BR" b="1"/>
            <a:t>Application Service</a:t>
          </a:r>
          <a:br>
            <a:rPr lang="pt-BR"/>
          </a:br>
          <a:r>
            <a:rPr lang="pt-BR"/>
            <a:t>Handles business logic and API endpoints.</a:t>
          </a:r>
          <a:endParaRPr lang="en-US"/>
        </a:p>
      </dgm:t>
    </dgm:pt>
    <dgm:pt modelId="{3BF987D2-A821-43F2-AD7F-2A6B87CB983A}" type="parTrans" cxnId="{CEFBD5A4-602E-4F88-9EB5-B768D58B303D}">
      <dgm:prSet/>
      <dgm:spPr/>
      <dgm:t>
        <a:bodyPr/>
        <a:lstStyle/>
        <a:p>
          <a:endParaRPr lang="en-US"/>
        </a:p>
      </dgm:t>
    </dgm:pt>
    <dgm:pt modelId="{2C545A5A-19C4-4050-95B7-8A12249A1F32}" type="sibTrans" cxnId="{CEFBD5A4-602E-4F88-9EB5-B768D58B303D}">
      <dgm:prSet/>
      <dgm:spPr/>
      <dgm:t>
        <a:bodyPr/>
        <a:lstStyle/>
        <a:p>
          <a:endParaRPr lang="en-US"/>
        </a:p>
      </dgm:t>
    </dgm:pt>
    <dgm:pt modelId="{351A4E5D-6904-4E93-8E47-41C3DF418752}">
      <dgm:prSet/>
      <dgm:spPr/>
      <dgm:t>
        <a:bodyPr/>
        <a:lstStyle/>
        <a:p>
          <a:r>
            <a:rPr lang="pt-BR" b="1"/>
            <a:t>Database Service</a:t>
          </a:r>
          <a:br>
            <a:rPr lang="pt-BR"/>
          </a:br>
          <a:r>
            <a:rPr lang="pt-BR"/>
            <a:t>Stores structured or unstructured data.</a:t>
          </a:r>
          <a:endParaRPr lang="en-US"/>
        </a:p>
      </dgm:t>
    </dgm:pt>
    <dgm:pt modelId="{6578AEC0-6BA4-4820-8361-6D0A516B08E0}" type="parTrans" cxnId="{905886F9-C8AC-4EFC-8423-BA1EF514C589}">
      <dgm:prSet/>
      <dgm:spPr/>
      <dgm:t>
        <a:bodyPr/>
        <a:lstStyle/>
        <a:p>
          <a:endParaRPr lang="en-US"/>
        </a:p>
      </dgm:t>
    </dgm:pt>
    <dgm:pt modelId="{FDAEF1FD-2565-4D2B-BD13-90FE795CC2D8}" type="sibTrans" cxnId="{905886F9-C8AC-4EFC-8423-BA1EF514C589}">
      <dgm:prSet/>
      <dgm:spPr/>
      <dgm:t>
        <a:bodyPr/>
        <a:lstStyle/>
        <a:p>
          <a:endParaRPr lang="en-US"/>
        </a:p>
      </dgm:t>
    </dgm:pt>
    <dgm:pt modelId="{ABC69092-40F3-4B53-B062-8F3FEC7D52AB}">
      <dgm:prSet/>
      <dgm:spPr/>
      <dgm:t>
        <a:bodyPr/>
        <a:lstStyle/>
        <a:p>
          <a:r>
            <a:rPr lang="pt-BR" b="1"/>
            <a:t>Cache Service</a:t>
          </a:r>
          <a:br>
            <a:rPr lang="pt-BR"/>
          </a:br>
          <a:r>
            <a:rPr lang="pt-BR"/>
            <a:t>Improves performance by storing frequently accessed data.</a:t>
          </a:r>
          <a:endParaRPr lang="en-US"/>
        </a:p>
      </dgm:t>
    </dgm:pt>
    <dgm:pt modelId="{5FE107BE-EF6C-4132-8CF2-1BAE8EA1D5CC}" type="parTrans" cxnId="{97DD19AD-70A9-41C1-B26C-288A0CA33CFC}">
      <dgm:prSet/>
      <dgm:spPr/>
      <dgm:t>
        <a:bodyPr/>
        <a:lstStyle/>
        <a:p>
          <a:endParaRPr lang="en-US"/>
        </a:p>
      </dgm:t>
    </dgm:pt>
    <dgm:pt modelId="{606FF731-498B-4EAB-9191-B7F10784CA69}" type="sibTrans" cxnId="{97DD19AD-70A9-41C1-B26C-288A0CA33CFC}">
      <dgm:prSet/>
      <dgm:spPr/>
      <dgm:t>
        <a:bodyPr/>
        <a:lstStyle/>
        <a:p>
          <a:endParaRPr lang="en-US"/>
        </a:p>
      </dgm:t>
    </dgm:pt>
    <dgm:pt modelId="{769F90BE-B2FF-4DB7-B091-70B4124338E8}">
      <dgm:prSet/>
      <dgm:spPr/>
      <dgm:t>
        <a:bodyPr/>
        <a:lstStyle/>
        <a:p>
          <a:r>
            <a:rPr lang="pt-BR" b="1"/>
            <a:t>Message Broker</a:t>
          </a:r>
          <a:br>
            <a:rPr lang="pt-BR"/>
          </a:br>
          <a:r>
            <a:rPr lang="pt-BR"/>
            <a:t>Enables asynchronous communication between services.</a:t>
          </a:r>
          <a:endParaRPr lang="en-US"/>
        </a:p>
      </dgm:t>
    </dgm:pt>
    <dgm:pt modelId="{F52899DB-897B-42B5-B206-E30FA1E18322}" type="parTrans" cxnId="{6DFE18E5-5F15-478A-88DE-8D1C8EEE363A}">
      <dgm:prSet/>
      <dgm:spPr/>
      <dgm:t>
        <a:bodyPr/>
        <a:lstStyle/>
        <a:p>
          <a:endParaRPr lang="en-US"/>
        </a:p>
      </dgm:t>
    </dgm:pt>
    <dgm:pt modelId="{2A372447-0F2D-4276-A8C4-AFF8D8734D85}" type="sibTrans" cxnId="{6DFE18E5-5F15-478A-88DE-8D1C8EEE363A}">
      <dgm:prSet/>
      <dgm:spPr/>
      <dgm:t>
        <a:bodyPr/>
        <a:lstStyle/>
        <a:p>
          <a:endParaRPr lang="en-US"/>
        </a:p>
      </dgm:t>
    </dgm:pt>
    <dgm:pt modelId="{8D59ADBE-6E48-4C06-A75A-FCABC7E1DD69}">
      <dgm:prSet/>
      <dgm:spPr/>
      <dgm:t>
        <a:bodyPr/>
        <a:lstStyle/>
        <a:p>
          <a:r>
            <a:rPr lang="pt-BR" b="1"/>
            <a:t>Monitoring &amp; Logging Tools</a:t>
          </a:r>
          <a:br>
            <a:rPr lang="pt-BR"/>
          </a:br>
          <a:r>
            <a:rPr lang="pt-BR"/>
            <a:t>Provide observability and operational insight.</a:t>
          </a:r>
          <a:endParaRPr lang="en-US"/>
        </a:p>
      </dgm:t>
    </dgm:pt>
    <dgm:pt modelId="{763ED7EE-CCB0-40FF-B1C8-C97F3ABC0D4F}" type="parTrans" cxnId="{A746F037-44C1-4631-904B-9F82A030A1B1}">
      <dgm:prSet/>
      <dgm:spPr/>
      <dgm:t>
        <a:bodyPr/>
        <a:lstStyle/>
        <a:p>
          <a:endParaRPr lang="en-US"/>
        </a:p>
      </dgm:t>
    </dgm:pt>
    <dgm:pt modelId="{34C6C60E-1AB0-4A81-8B9D-9D992FADD02F}" type="sibTrans" cxnId="{A746F037-44C1-4631-904B-9F82A030A1B1}">
      <dgm:prSet/>
      <dgm:spPr/>
      <dgm:t>
        <a:bodyPr/>
        <a:lstStyle/>
        <a:p>
          <a:endParaRPr lang="en-US"/>
        </a:p>
      </dgm:t>
    </dgm:pt>
    <dgm:pt modelId="{B23B7680-0B63-423C-866B-D3ACFDAAA77F}" type="pres">
      <dgm:prSet presAssocID="{EACB516D-9F88-4BA5-B3F7-47CCA199D610}" presName="linear" presStyleCnt="0">
        <dgm:presLayoutVars>
          <dgm:animLvl val="lvl"/>
          <dgm:resizeHandles val="exact"/>
        </dgm:presLayoutVars>
      </dgm:prSet>
      <dgm:spPr/>
    </dgm:pt>
    <dgm:pt modelId="{8CE11085-9C57-4CBE-913B-8BBFC2B2C205}" type="pres">
      <dgm:prSet presAssocID="{64A97955-348D-430F-AE68-060ABC97948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CD25091-C276-4CE1-A7DD-1DE082D448C8}" type="pres">
      <dgm:prSet presAssocID="{2C545A5A-19C4-4050-95B7-8A12249A1F32}" presName="spacer" presStyleCnt="0"/>
      <dgm:spPr/>
    </dgm:pt>
    <dgm:pt modelId="{CD1BE44F-B70A-44B2-BAFA-AC29C95F6F81}" type="pres">
      <dgm:prSet presAssocID="{351A4E5D-6904-4E93-8E47-41C3DF41875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A03CD99-5785-47A3-931B-8B4662004143}" type="pres">
      <dgm:prSet presAssocID="{FDAEF1FD-2565-4D2B-BD13-90FE795CC2D8}" presName="spacer" presStyleCnt="0"/>
      <dgm:spPr/>
    </dgm:pt>
    <dgm:pt modelId="{5B238CE2-7320-48F3-92BA-85C3A9C35DB3}" type="pres">
      <dgm:prSet presAssocID="{ABC69092-40F3-4B53-B062-8F3FEC7D52A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8B4EC87-59F1-4E21-A019-A939EB4F49A8}" type="pres">
      <dgm:prSet presAssocID="{606FF731-498B-4EAB-9191-B7F10784CA69}" presName="spacer" presStyleCnt="0"/>
      <dgm:spPr/>
    </dgm:pt>
    <dgm:pt modelId="{D2EA53B3-16EB-475A-B89C-4A2B2491B389}" type="pres">
      <dgm:prSet presAssocID="{769F90BE-B2FF-4DB7-B091-70B4124338E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ED1BF91-E08F-42D6-A45A-F592E998E56D}" type="pres">
      <dgm:prSet presAssocID="{2A372447-0F2D-4276-A8C4-AFF8D8734D85}" presName="spacer" presStyleCnt="0"/>
      <dgm:spPr/>
    </dgm:pt>
    <dgm:pt modelId="{8E73C331-D444-4E5C-956C-F08AECC645A4}" type="pres">
      <dgm:prSet presAssocID="{8D59ADBE-6E48-4C06-A75A-FCABC7E1DD6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746F037-44C1-4631-904B-9F82A030A1B1}" srcId="{EACB516D-9F88-4BA5-B3F7-47CCA199D610}" destId="{8D59ADBE-6E48-4C06-A75A-FCABC7E1DD69}" srcOrd="4" destOrd="0" parTransId="{763ED7EE-CCB0-40FF-B1C8-C97F3ABC0D4F}" sibTransId="{34C6C60E-1AB0-4A81-8B9D-9D992FADD02F}"/>
    <dgm:cxn modelId="{EBE3EA6C-9BED-4E1D-B2DB-849C54E53DA1}" type="presOf" srcId="{769F90BE-B2FF-4DB7-B091-70B4124338E8}" destId="{D2EA53B3-16EB-475A-B89C-4A2B2491B389}" srcOrd="0" destOrd="0" presId="urn:microsoft.com/office/officeart/2005/8/layout/vList2"/>
    <dgm:cxn modelId="{278B2854-E287-4359-8676-67025381935D}" type="presOf" srcId="{EACB516D-9F88-4BA5-B3F7-47CCA199D610}" destId="{B23B7680-0B63-423C-866B-D3ACFDAAA77F}" srcOrd="0" destOrd="0" presId="urn:microsoft.com/office/officeart/2005/8/layout/vList2"/>
    <dgm:cxn modelId="{7FB64E7C-1140-4267-8DC1-74D74D82D6F5}" type="presOf" srcId="{8D59ADBE-6E48-4C06-A75A-FCABC7E1DD69}" destId="{8E73C331-D444-4E5C-956C-F08AECC645A4}" srcOrd="0" destOrd="0" presId="urn:microsoft.com/office/officeart/2005/8/layout/vList2"/>
    <dgm:cxn modelId="{A9137396-AC4E-4CAB-BAB2-392204BE4165}" type="presOf" srcId="{ABC69092-40F3-4B53-B062-8F3FEC7D52AB}" destId="{5B238CE2-7320-48F3-92BA-85C3A9C35DB3}" srcOrd="0" destOrd="0" presId="urn:microsoft.com/office/officeart/2005/8/layout/vList2"/>
    <dgm:cxn modelId="{CEFBD5A4-602E-4F88-9EB5-B768D58B303D}" srcId="{EACB516D-9F88-4BA5-B3F7-47CCA199D610}" destId="{64A97955-348D-430F-AE68-060ABC979489}" srcOrd="0" destOrd="0" parTransId="{3BF987D2-A821-43F2-AD7F-2A6B87CB983A}" sibTransId="{2C545A5A-19C4-4050-95B7-8A12249A1F32}"/>
    <dgm:cxn modelId="{97DD19AD-70A9-41C1-B26C-288A0CA33CFC}" srcId="{EACB516D-9F88-4BA5-B3F7-47CCA199D610}" destId="{ABC69092-40F3-4B53-B062-8F3FEC7D52AB}" srcOrd="2" destOrd="0" parTransId="{5FE107BE-EF6C-4132-8CF2-1BAE8EA1D5CC}" sibTransId="{606FF731-498B-4EAB-9191-B7F10784CA69}"/>
    <dgm:cxn modelId="{04FB9ABA-5403-4F5C-B530-97B6E6C8BA50}" type="presOf" srcId="{64A97955-348D-430F-AE68-060ABC979489}" destId="{8CE11085-9C57-4CBE-913B-8BBFC2B2C205}" srcOrd="0" destOrd="0" presId="urn:microsoft.com/office/officeart/2005/8/layout/vList2"/>
    <dgm:cxn modelId="{6DFE18E5-5F15-478A-88DE-8D1C8EEE363A}" srcId="{EACB516D-9F88-4BA5-B3F7-47CCA199D610}" destId="{769F90BE-B2FF-4DB7-B091-70B4124338E8}" srcOrd="3" destOrd="0" parTransId="{F52899DB-897B-42B5-B206-E30FA1E18322}" sibTransId="{2A372447-0F2D-4276-A8C4-AFF8D8734D85}"/>
    <dgm:cxn modelId="{7295BEF6-8C44-4C80-AA50-9B2914DB9A07}" type="presOf" srcId="{351A4E5D-6904-4E93-8E47-41C3DF418752}" destId="{CD1BE44F-B70A-44B2-BAFA-AC29C95F6F81}" srcOrd="0" destOrd="0" presId="urn:microsoft.com/office/officeart/2005/8/layout/vList2"/>
    <dgm:cxn modelId="{905886F9-C8AC-4EFC-8423-BA1EF514C589}" srcId="{EACB516D-9F88-4BA5-B3F7-47CCA199D610}" destId="{351A4E5D-6904-4E93-8E47-41C3DF418752}" srcOrd="1" destOrd="0" parTransId="{6578AEC0-6BA4-4820-8361-6D0A516B08E0}" sibTransId="{FDAEF1FD-2565-4D2B-BD13-90FE795CC2D8}"/>
    <dgm:cxn modelId="{D2401795-B6C2-4A9E-AAAE-3068BA03C58F}" type="presParOf" srcId="{B23B7680-0B63-423C-866B-D3ACFDAAA77F}" destId="{8CE11085-9C57-4CBE-913B-8BBFC2B2C205}" srcOrd="0" destOrd="0" presId="urn:microsoft.com/office/officeart/2005/8/layout/vList2"/>
    <dgm:cxn modelId="{5921ADB4-AF69-43DA-B228-D553F3BEDAC4}" type="presParOf" srcId="{B23B7680-0B63-423C-866B-D3ACFDAAA77F}" destId="{FCD25091-C276-4CE1-A7DD-1DE082D448C8}" srcOrd="1" destOrd="0" presId="urn:microsoft.com/office/officeart/2005/8/layout/vList2"/>
    <dgm:cxn modelId="{51FBE680-A39B-4118-8E20-87C2EFECA789}" type="presParOf" srcId="{B23B7680-0B63-423C-866B-D3ACFDAAA77F}" destId="{CD1BE44F-B70A-44B2-BAFA-AC29C95F6F81}" srcOrd="2" destOrd="0" presId="urn:microsoft.com/office/officeart/2005/8/layout/vList2"/>
    <dgm:cxn modelId="{2F49F1F9-1714-4CA1-9AC2-3A22013DB110}" type="presParOf" srcId="{B23B7680-0B63-423C-866B-D3ACFDAAA77F}" destId="{2A03CD99-5785-47A3-931B-8B4662004143}" srcOrd="3" destOrd="0" presId="urn:microsoft.com/office/officeart/2005/8/layout/vList2"/>
    <dgm:cxn modelId="{19798DAC-39E3-496B-A240-B9E848F17A59}" type="presParOf" srcId="{B23B7680-0B63-423C-866B-D3ACFDAAA77F}" destId="{5B238CE2-7320-48F3-92BA-85C3A9C35DB3}" srcOrd="4" destOrd="0" presId="urn:microsoft.com/office/officeart/2005/8/layout/vList2"/>
    <dgm:cxn modelId="{351EFCC8-B2B2-4380-BBB4-C85B40562452}" type="presParOf" srcId="{B23B7680-0B63-423C-866B-D3ACFDAAA77F}" destId="{88B4EC87-59F1-4E21-A019-A939EB4F49A8}" srcOrd="5" destOrd="0" presId="urn:microsoft.com/office/officeart/2005/8/layout/vList2"/>
    <dgm:cxn modelId="{BFA8157A-1262-45F7-B65C-E43603996BA4}" type="presParOf" srcId="{B23B7680-0B63-423C-866B-D3ACFDAAA77F}" destId="{D2EA53B3-16EB-475A-B89C-4A2B2491B389}" srcOrd="6" destOrd="0" presId="urn:microsoft.com/office/officeart/2005/8/layout/vList2"/>
    <dgm:cxn modelId="{730909CF-5F37-4C3A-83FC-94AA6CACC8F4}" type="presParOf" srcId="{B23B7680-0B63-423C-866B-D3ACFDAAA77F}" destId="{FED1BF91-E08F-42D6-A45A-F592E998E56D}" srcOrd="7" destOrd="0" presId="urn:microsoft.com/office/officeart/2005/8/layout/vList2"/>
    <dgm:cxn modelId="{E3F064A1-1801-4038-83AA-36B57C71F184}" type="presParOf" srcId="{B23B7680-0B63-423C-866B-D3ACFDAAA77F}" destId="{8E73C331-D444-4E5C-956C-F08AECC645A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08214B-3744-4C1B-84B9-12CC04B4F55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495EA03-2E0F-4527-AFE4-48F2FD912D58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Docker Compose is a tool used to define and manage multi-container applications.</a:t>
          </a:r>
          <a:endParaRPr lang="en-US"/>
        </a:p>
      </dgm:t>
    </dgm:pt>
    <dgm:pt modelId="{0243DC14-7984-4B01-B3E5-6073416CB8DC}" type="parTrans" cxnId="{8EEBAEB4-95C9-40E5-8C40-2B7DA010C43E}">
      <dgm:prSet/>
      <dgm:spPr/>
      <dgm:t>
        <a:bodyPr/>
        <a:lstStyle/>
        <a:p>
          <a:endParaRPr lang="en-US"/>
        </a:p>
      </dgm:t>
    </dgm:pt>
    <dgm:pt modelId="{995520EC-F77A-4C6E-91BC-A1332F0BBFC6}" type="sibTrans" cxnId="{8EEBAEB4-95C9-40E5-8C40-2B7DA010C43E}">
      <dgm:prSet/>
      <dgm:spPr/>
      <dgm:t>
        <a:bodyPr/>
        <a:lstStyle/>
        <a:p>
          <a:endParaRPr lang="en-US"/>
        </a:p>
      </dgm:t>
    </dgm:pt>
    <dgm:pt modelId="{D345CE42-4924-4A0F-880A-3589FF3FDE4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Define multiple services</a:t>
          </a:r>
          <a:br>
            <a:rPr lang="pt-BR"/>
          </a:br>
          <a:r>
            <a:rPr lang="pt-BR"/>
            <a:t>Describe all application components in a single configuration file.</a:t>
          </a:r>
          <a:endParaRPr lang="en-US"/>
        </a:p>
      </dgm:t>
    </dgm:pt>
    <dgm:pt modelId="{D2ECB99B-0F6F-46B2-954B-30FAD485BDFD}" type="parTrans" cxnId="{405E9B51-C463-4C20-A180-3103631733BD}">
      <dgm:prSet/>
      <dgm:spPr/>
      <dgm:t>
        <a:bodyPr/>
        <a:lstStyle/>
        <a:p>
          <a:endParaRPr lang="en-US"/>
        </a:p>
      </dgm:t>
    </dgm:pt>
    <dgm:pt modelId="{EE6C2CE2-4182-4CDA-8103-D8AF99477AB0}" type="sibTrans" cxnId="{405E9B51-C463-4C20-A180-3103631733BD}">
      <dgm:prSet/>
      <dgm:spPr/>
      <dgm:t>
        <a:bodyPr/>
        <a:lstStyle/>
        <a:p>
          <a:endParaRPr lang="en-US"/>
        </a:p>
      </dgm:t>
    </dgm:pt>
    <dgm:pt modelId="{371EBDB0-0AE4-471C-A27C-D82A1926586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Automatic network management</a:t>
          </a:r>
          <a:br>
            <a:rPr lang="pt-BR"/>
          </a:br>
          <a:r>
            <a:rPr lang="pt-BR"/>
            <a:t>Creates an isolated virtual network for service communication.</a:t>
          </a:r>
          <a:endParaRPr lang="en-US"/>
        </a:p>
      </dgm:t>
    </dgm:pt>
    <dgm:pt modelId="{F3F61D00-5072-43D1-BDC8-ABAEF631213C}" type="parTrans" cxnId="{533941A7-EFBA-4B77-95D7-4E07EA834479}">
      <dgm:prSet/>
      <dgm:spPr/>
      <dgm:t>
        <a:bodyPr/>
        <a:lstStyle/>
        <a:p>
          <a:endParaRPr lang="en-US"/>
        </a:p>
      </dgm:t>
    </dgm:pt>
    <dgm:pt modelId="{9BFC9C5F-E4ED-4DAB-8FB1-3B4ABA2968B0}" type="sibTrans" cxnId="{533941A7-EFBA-4B77-95D7-4E07EA834479}">
      <dgm:prSet/>
      <dgm:spPr/>
      <dgm:t>
        <a:bodyPr/>
        <a:lstStyle/>
        <a:p>
          <a:endParaRPr lang="en-US"/>
        </a:p>
      </dgm:t>
    </dgm:pt>
    <dgm:pt modelId="{FDA5A2FE-691C-4FB7-8950-5BD2B651FD6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Startup dependency control</a:t>
          </a:r>
          <a:br>
            <a:rPr lang="pt-BR"/>
          </a:br>
          <a:r>
            <a:rPr lang="pt-BR"/>
            <a:t>Ensures services start in the correct order.</a:t>
          </a:r>
          <a:endParaRPr lang="en-US"/>
        </a:p>
      </dgm:t>
    </dgm:pt>
    <dgm:pt modelId="{42EC6750-320D-4328-B2E1-BF538A3B4802}" type="parTrans" cxnId="{0853FB3A-F85D-429E-9CAE-DE28D0D70D57}">
      <dgm:prSet/>
      <dgm:spPr/>
      <dgm:t>
        <a:bodyPr/>
        <a:lstStyle/>
        <a:p>
          <a:endParaRPr lang="en-US"/>
        </a:p>
      </dgm:t>
    </dgm:pt>
    <dgm:pt modelId="{1D420A8F-0A38-4FA2-93C4-14B57F3F6474}" type="sibTrans" cxnId="{0853FB3A-F85D-429E-9CAE-DE28D0D70D57}">
      <dgm:prSet/>
      <dgm:spPr/>
      <dgm:t>
        <a:bodyPr/>
        <a:lstStyle/>
        <a:p>
          <a:endParaRPr lang="en-US"/>
        </a:p>
      </dgm:t>
    </dgm:pt>
    <dgm:pt modelId="{908C366D-9BB7-4031-A6E0-0D5E2A3E2CD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Volume configuration</a:t>
          </a:r>
          <a:br>
            <a:rPr lang="pt-BR"/>
          </a:br>
          <a:r>
            <a:rPr lang="pt-BR"/>
            <a:t>Manages persistent storage outside container lifecycles.</a:t>
          </a:r>
          <a:endParaRPr lang="en-US"/>
        </a:p>
      </dgm:t>
    </dgm:pt>
    <dgm:pt modelId="{AF44A076-182B-4D64-9418-27158608D2F2}" type="parTrans" cxnId="{0236143D-080B-4F69-B824-84EE3C6ADF09}">
      <dgm:prSet/>
      <dgm:spPr/>
      <dgm:t>
        <a:bodyPr/>
        <a:lstStyle/>
        <a:p>
          <a:endParaRPr lang="en-US"/>
        </a:p>
      </dgm:t>
    </dgm:pt>
    <dgm:pt modelId="{0C93D1C7-812D-4A38-9A1C-B4353EF668F0}" type="sibTrans" cxnId="{0236143D-080B-4F69-B824-84EE3C6ADF09}">
      <dgm:prSet/>
      <dgm:spPr/>
      <dgm:t>
        <a:bodyPr/>
        <a:lstStyle/>
        <a:p>
          <a:endParaRPr lang="en-US"/>
        </a:p>
      </dgm:t>
    </dgm:pt>
    <dgm:pt modelId="{CB6883FC-69E7-4813-884F-02317113132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Single YAML configuration file</a:t>
          </a:r>
          <a:br>
            <a:rPr lang="pt-BR"/>
          </a:br>
          <a:r>
            <a:rPr lang="pt-BR"/>
            <a:t>Infrastructure defined declaratively using docker-compose.yml.</a:t>
          </a:r>
          <a:endParaRPr lang="en-US"/>
        </a:p>
      </dgm:t>
    </dgm:pt>
    <dgm:pt modelId="{7876B5F7-983B-4EEA-8933-E1302BFD0C71}" type="parTrans" cxnId="{80E2B21E-3709-42AE-926F-1FB72B14511B}">
      <dgm:prSet/>
      <dgm:spPr/>
      <dgm:t>
        <a:bodyPr/>
        <a:lstStyle/>
        <a:p>
          <a:endParaRPr lang="en-US"/>
        </a:p>
      </dgm:t>
    </dgm:pt>
    <dgm:pt modelId="{06067770-E3B3-41CF-AFCF-EEB5EDF022C9}" type="sibTrans" cxnId="{80E2B21E-3709-42AE-926F-1FB72B14511B}">
      <dgm:prSet/>
      <dgm:spPr/>
      <dgm:t>
        <a:bodyPr/>
        <a:lstStyle/>
        <a:p>
          <a:endParaRPr lang="en-US"/>
        </a:p>
      </dgm:t>
    </dgm:pt>
    <dgm:pt modelId="{CFE91861-FFBA-4C76-A14F-486ED41C36D5}" type="pres">
      <dgm:prSet presAssocID="{2508214B-3744-4C1B-84B9-12CC04B4F558}" presName="root" presStyleCnt="0">
        <dgm:presLayoutVars>
          <dgm:dir/>
          <dgm:resizeHandles val="exact"/>
        </dgm:presLayoutVars>
      </dgm:prSet>
      <dgm:spPr/>
    </dgm:pt>
    <dgm:pt modelId="{A5B55570-88D5-4F5D-B302-4FFB97008149}" type="pres">
      <dgm:prSet presAssocID="{F495EA03-2E0F-4527-AFE4-48F2FD912D58}" presName="compNode" presStyleCnt="0"/>
      <dgm:spPr/>
    </dgm:pt>
    <dgm:pt modelId="{72F9A678-A92C-4B9F-B8F7-94FFC6C5C664}" type="pres">
      <dgm:prSet presAssocID="{F495EA03-2E0F-4527-AFE4-48F2FD912D58}" presName="bgRect" presStyleLbl="bgShp" presStyleIdx="0" presStyleCnt="6"/>
      <dgm:spPr/>
    </dgm:pt>
    <dgm:pt modelId="{3393019A-DAF7-4294-B360-F60B5738A72B}" type="pres">
      <dgm:prSet presAssocID="{F495EA03-2E0F-4527-AFE4-48F2FD912D5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rramentas"/>
        </a:ext>
      </dgm:extLst>
    </dgm:pt>
    <dgm:pt modelId="{C01C9CBF-8304-4457-9DA0-1D4AC4E47306}" type="pres">
      <dgm:prSet presAssocID="{F495EA03-2E0F-4527-AFE4-48F2FD912D58}" presName="spaceRect" presStyleCnt="0"/>
      <dgm:spPr/>
    </dgm:pt>
    <dgm:pt modelId="{218E54DF-A16E-476A-9CF9-CF7D525C8534}" type="pres">
      <dgm:prSet presAssocID="{F495EA03-2E0F-4527-AFE4-48F2FD912D58}" presName="parTx" presStyleLbl="revTx" presStyleIdx="0" presStyleCnt="6">
        <dgm:presLayoutVars>
          <dgm:chMax val="0"/>
          <dgm:chPref val="0"/>
        </dgm:presLayoutVars>
      </dgm:prSet>
      <dgm:spPr/>
    </dgm:pt>
    <dgm:pt modelId="{83D26FC9-E2E6-4E9E-ADAA-B8990C287A3F}" type="pres">
      <dgm:prSet presAssocID="{995520EC-F77A-4C6E-91BC-A1332F0BBFC6}" presName="sibTrans" presStyleCnt="0"/>
      <dgm:spPr/>
    </dgm:pt>
    <dgm:pt modelId="{C19A4E33-8F96-49DE-8B6E-A5E9EEC61266}" type="pres">
      <dgm:prSet presAssocID="{D345CE42-4924-4A0F-880A-3589FF3FDE45}" presName="compNode" presStyleCnt="0"/>
      <dgm:spPr/>
    </dgm:pt>
    <dgm:pt modelId="{05FF9A7B-E556-46AE-9997-9C8BFC3C192A}" type="pres">
      <dgm:prSet presAssocID="{D345CE42-4924-4A0F-880A-3589FF3FDE45}" presName="bgRect" presStyleLbl="bgShp" presStyleIdx="1" presStyleCnt="6"/>
      <dgm:spPr/>
    </dgm:pt>
    <dgm:pt modelId="{C179BAD6-03BC-4FE1-972F-93F6F52BAC70}" type="pres">
      <dgm:prSet presAssocID="{D345CE42-4924-4A0F-880A-3589FF3FDE4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E34B1C5F-B958-4D77-AE1E-E9B951751A65}" type="pres">
      <dgm:prSet presAssocID="{D345CE42-4924-4A0F-880A-3589FF3FDE45}" presName="spaceRect" presStyleCnt="0"/>
      <dgm:spPr/>
    </dgm:pt>
    <dgm:pt modelId="{3AFD4D56-22F4-401B-915F-B94CE8E56D2E}" type="pres">
      <dgm:prSet presAssocID="{D345CE42-4924-4A0F-880A-3589FF3FDE45}" presName="parTx" presStyleLbl="revTx" presStyleIdx="1" presStyleCnt="6">
        <dgm:presLayoutVars>
          <dgm:chMax val="0"/>
          <dgm:chPref val="0"/>
        </dgm:presLayoutVars>
      </dgm:prSet>
      <dgm:spPr/>
    </dgm:pt>
    <dgm:pt modelId="{D67A58B6-CF0B-4138-A49C-CD89ECD5BB94}" type="pres">
      <dgm:prSet presAssocID="{EE6C2CE2-4182-4CDA-8103-D8AF99477AB0}" presName="sibTrans" presStyleCnt="0"/>
      <dgm:spPr/>
    </dgm:pt>
    <dgm:pt modelId="{FEC78993-CD66-499C-86A3-593D7F2426EF}" type="pres">
      <dgm:prSet presAssocID="{371EBDB0-0AE4-471C-A27C-D82A1926586F}" presName="compNode" presStyleCnt="0"/>
      <dgm:spPr/>
    </dgm:pt>
    <dgm:pt modelId="{FB638A35-B645-435F-9F50-7E8C7458A866}" type="pres">
      <dgm:prSet presAssocID="{371EBDB0-0AE4-471C-A27C-D82A1926586F}" presName="bgRect" presStyleLbl="bgShp" presStyleIdx="2" presStyleCnt="6"/>
      <dgm:spPr/>
    </dgm:pt>
    <dgm:pt modelId="{87B972DE-9D0F-466D-B239-BC5E994A1EC4}" type="pres">
      <dgm:prSet presAssocID="{371EBDB0-0AE4-471C-A27C-D82A1926586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39CA25C5-7476-46C1-9775-EEBAE8C3828F}" type="pres">
      <dgm:prSet presAssocID="{371EBDB0-0AE4-471C-A27C-D82A1926586F}" presName="spaceRect" presStyleCnt="0"/>
      <dgm:spPr/>
    </dgm:pt>
    <dgm:pt modelId="{040BF0D6-4936-4161-97FF-5200C256243F}" type="pres">
      <dgm:prSet presAssocID="{371EBDB0-0AE4-471C-A27C-D82A1926586F}" presName="parTx" presStyleLbl="revTx" presStyleIdx="2" presStyleCnt="6">
        <dgm:presLayoutVars>
          <dgm:chMax val="0"/>
          <dgm:chPref val="0"/>
        </dgm:presLayoutVars>
      </dgm:prSet>
      <dgm:spPr/>
    </dgm:pt>
    <dgm:pt modelId="{49054474-D5F2-4204-B7A1-EE318FB8E53F}" type="pres">
      <dgm:prSet presAssocID="{9BFC9C5F-E4ED-4DAB-8FB1-3B4ABA2968B0}" presName="sibTrans" presStyleCnt="0"/>
      <dgm:spPr/>
    </dgm:pt>
    <dgm:pt modelId="{6331B5C5-0334-4ED9-8B5C-8C71C6E8B6A3}" type="pres">
      <dgm:prSet presAssocID="{FDA5A2FE-691C-4FB7-8950-5BD2B651FD66}" presName="compNode" presStyleCnt="0"/>
      <dgm:spPr/>
    </dgm:pt>
    <dgm:pt modelId="{777A6CCC-FE29-4EDE-B74A-DA9A64056AB0}" type="pres">
      <dgm:prSet presAssocID="{FDA5A2FE-691C-4FB7-8950-5BD2B651FD66}" presName="bgRect" presStyleLbl="bgShp" presStyleIdx="3" presStyleCnt="6"/>
      <dgm:spPr/>
    </dgm:pt>
    <dgm:pt modelId="{F0E6EC21-B415-4315-8DAB-6FD036EA1B1B}" type="pres">
      <dgm:prSet presAssocID="{FDA5A2FE-691C-4FB7-8950-5BD2B651FD6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724BB50C-531D-4805-A74B-0A86266BD0A4}" type="pres">
      <dgm:prSet presAssocID="{FDA5A2FE-691C-4FB7-8950-5BD2B651FD66}" presName="spaceRect" presStyleCnt="0"/>
      <dgm:spPr/>
    </dgm:pt>
    <dgm:pt modelId="{D1056A7E-494B-4420-BC4B-4535306BAA89}" type="pres">
      <dgm:prSet presAssocID="{FDA5A2FE-691C-4FB7-8950-5BD2B651FD66}" presName="parTx" presStyleLbl="revTx" presStyleIdx="3" presStyleCnt="6">
        <dgm:presLayoutVars>
          <dgm:chMax val="0"/>
          <dgm:chPref val="0"/>
        </dgm:presLayoutVars>
      </dgm:prSet>
      <dgm:spPr/>
    </dgm:pt>
    <dgm:pt modelId="{3411D89F-8998-483F-9CDC-DBBBF6FAF48F}" type="pres">
      <dgm:prSet presAssocID="{1D420A8F-0A38-4FA2-93C4-14B57F3F6474}" presName="sibTrans" presStyleCnt="0"/>
      <dgm:spPr/>
    </dgm:pt>
    <dgm:pt modelId="{125E3B9E-0D64-4446-A316-1CB416AD9EDC}" type="pres">
      <dgm:prSet presAssocID="{908C366D-9BB7-4031-A6E0-0D5E2A3E2CDF}" presName="compNode" presStyleCnt="0"/>
      <dgm:spPr/>
    </dgm:pt>
    <dgm:pt modelId="{B398337B-D857-4BC9-A48F-70AF73893841}" type="pres">
      <dgm:prSet presAssocID="{908C366D-9BB7-4031-A6E0-0D5E2A3E2CDF}" presName="bgRect" presStyleLbl="bgShp" presStyleIdx="4" presStyleCnt="6"/>
      <dgm:spPr/>
    </dgm:pt>
    <dgm:pt modelId="{2E1DD91D-15C9-4B36-9615-AB9BBDB77B0E}" type="pres">
      <dgm:prSet presAssocID="{908C366D-9BB7-4031-A6E0-0D5E2A3E2CD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AF9A758B-F395-4E18-9E43-F9BA32EB1501}" type="pres">
      <dgm:prSet presAssocID="{908C366D-9BB7-4031-A6E0-0D5E2A3E2CDF}" presName="spaceRect" presStyleCnt="0"/>
      <dgm:spPr/>
    </dgm:pt>
    <dgm:pt modelId="{530B6E8C-5F63-480A-931B-EC50563A74FA}" type="pres">
      <dgm:prSet presAssocID="{908C366D-9BB7-4031-A6E0-0D5E2A3E2CDF}" presName="parTx" presStyleLbl="revTx" presStyleIdx="4" presStyleCnt="6">
        <dgm:presLayoutVars>
          <dgm:chMax val="0"/>
          <dgm:chPref val="0"/>
        </dgm:presLayoutVars>
      </dgm:prSet>
      <dgm:spPr/>
    </dgm:pt>
    <dgm:pt modelId="{32614261-A2D3-4E5B-A9F9-EA975B872CDC}" type="pres">
      <dgm:prSet presAssocID="{0C93D1C7-812D-4A38-9A1C-B4353EF668F0}" presName="sibTrans" presStyleCnt="0"/>
      <dgm:spPr/>
    </dgm:pt>
    <dgm:pt modelId="{076C7A73-3E85-491B-BCF3-08C5533413DC}" type="pres">
      <dgm:prSet presAssocID="{CB6883FC-69E7-4813-884F-023171131323}" presName="compNode" presStyleCnt="0"/>
      <dgm:spPr/>
    </dgm:pt>
    <dgm:pt modelId="{DB52BF45-F143-4324-B3C4-9425BB165933}" type="pres">
      <dgm:prSet presAssocID="{CB6883FC-69E7-4813-884F-023171131323}" presName="bgRect" presStyleLbl="bgShp" presStyleIdx="5" presStyleCnt="6"/>
      <dgm:spPr/>
    </dgm:pt>
    <dgm:pt modelId="{948E0EE9-DA02-4999-8486-D88F1EDC2251}" type="pres">
      <dgm:prSet presAssocID="{CB6883FC-69E7-4813-884F-02317113132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A7289A8-0610-4659-8E67-527F79E9A475}" type="pres">
      <dgm:prSet presAssocID="{CB6883FC-69E7-4813-884F-023171131323}" presName="spaceRect" presStyleCnt="0"/>
      <dgm:spPr/>
    </dgm:pt>
    <dgm:pt modelId="{4EDFB308-1597-4009-805C-971905AB1676}" type="pres">
      <dgm:prSet presAssocID="{CB6883FC-69E7-4813-884F-02317113132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0E2B21E-3709-42AE-926F-1FB72B14511B}" srcId="{2508214B-3744-4C1B-84B9-12CC04B4F558}" destId="{CB6883FC-69E7-4813-884F-023171131323}" srcOrd="5" destOrd="0" parTransId="{7876B5F7-983B-4EEA-8933-E1302BFD0C71}" sibTransId="{06067770-E3B3-41CF-AFCF-EEB5EDF022C9}"/>
    <dgm:cxn modelId="{F828E325-0E4E-43E6-BBCD-82DE2AC69D8F}" type="presOf" srcId="{2508214B-3744-4C1B-84B9-12CC04B4F558}" destId="{CFE91861-FFBA-4C76-A14F-486ED41C36D5}" srcOrd="0" destOrd="0" presId="urn:microsoft.com/office/officeart/2018/2/layout/IconVerticalSolidList"/>
    <dgm:cxn modelId="{788A7F2D-E5AE-4FC9-B392-7292864B87C4}" type="presOf" srcId="{FDA5A2FE-691C-4FB7-8950-5BD2B651FD66}" destId="{D1056A7E-494B-4420-BC4B-4535306BAA89}" srcOrd="0" destOrd="0" presId="urn:microsoft.com/office/officeart/2018/2/layout/IconVerticalSolidList"/>
    <dgm:cxn modelId="{0853FB3A-F85D-429E-9CAE-DE28D0D70D57}" srcId="{2508214B-3744-4C1B-84B9-12CC04B4F558}" destId="{FDA5A2FE-691C-4FB7-8950-5BD2B651FD66}" srcOrd="3" destOrd="0" parTransId="{42EC6750-320D-4328-B2E1-BF538A3B4802}" sibTransId="{1D420A8F-0A38-4FA2-93C4-14B57F3F6474}"/>
    <dgm:cxn modelId="{0236143D-080B-4F69-B824-84EE3C6ADF09}" srcId="{2508214B-3744-4C1B-84B9-12CC04B4F558}" destId="{908C366D-9BB7-4031-A6E0-0D5E2A3E2CDF}" srcOrd="4" destOrd="0" parTransId="{AF44A076-182B-4D64-9418-27158608D2F2}" sibTransId="{0C93D1C7-812D-4A38-9A1C-B4353EF668F0}"/>
    <dgm:cxn modelId="{405E9B51-C463-4C20-A180-3103631733BD}" srcId="{2508214B-3744-4C1B-84B9-12CC04B4F558}" destId="{D345CE42-4924-4A0F-880A-3589FF3FDE45}" srcOrd="1" destOrd="0" parTransId="{D2ECB99B-0F6F-46B2-954B-30FAD485BDFD}" sibTransId="{EE6C2CE2-4182-4CDA-8103-D8AF99477AB0}"/>
    <dgm:cxn modelId="{E369E273-DB07-43F3-8491-3E5F036E94B0}" type="presOf" srcId="{371EBDB0-0AE4-471C-A27C-D82A1926586F}" destId="{040BF0D6-4936-4161-97FF-5200C256243F}" srcOrd="0" destOrd="0" presId="urn:microsoft.com/office/officeart/2018/2/layout/IconVerticalSolidList"/>
    <dgm:cxn modelId="{E4D71054-607B-49A6-97A9-3E52BB099E84}" type="presOf" srcId="{F495EA03-2E0F-4527-AFE4-48F2FD912D58}" destId="{218E54DF-A16E-476A-9CF9-CF7D525C8534}" srcOrd="0" destOrd="0" presId="urn:microsoft.com/office/officeart/2018/2/layout/IconVerticalSolidList"/>
    <dgm:cxn modelId="{DE35FF88-F9FB-4378-B8B7-798FA5808592}" type="presOf" srcId="{908C366D-9BB7-4031-A6E0-0D5E2A3E2CDF}" destId="{530B6E8C-5F63-480A-931B-EC50563A74FA}" srcOrd="0" destOrd="0" presId="urn:microsoft.com/office/officeart/2018/2/layout/IconVerticalSolidList"/>
    <dgm:cxn modelId="{142268A3-BF89-4538-9F0F-76398EEDA925}" type="presOf" srcId="{CB6883FC-69E7-4813-884F-023171131323}" destId="{4EDFB308-1597-4009-805C-971905AB1676}" srcOrd="0" destOrd="0" presId="urn:microsoft.com/office/officeart/2018/2/layout/IconVerticalSolidList"/>
    <dgm:cxn modelId="{533941A7-EFBA-4B77-95D7-4E07EA834479}" srcId="{2508214B-3744-4C1B-84B9-12CC04B4F558}" destId="{371EBDB0-0AE4-471C-A27C-D82A1926586F}" srcOrd="2" destOrd="0" parTransId="{F3F61D00-5072-43D1-BDC8-ABAEF631213C}" sibTransId="{9BFC9C5F-E4ED-4DAB-8FB1-3B4ABA2968B0}"/>
    <dgm:cxn modelId="{8EEBAEB4-95C9-40E5-8C40-2B7DA010C43E}" srcId="{2508214B-3744-4C1B-84B9-12CC04B4F558}" destId="{F495EA03-2E0F-4527-AFE4-48F2FD912D58}" srcOrd="0" destOrd="0" parTransId="{0243DC14-7984-4B01-B3E5-6073416CB8DC}" sibTransId="{995520EC-F77A-4C6E-91BC-A1332F0BBFC6}"/>
    <dgm:cxn modelId="{FD074DB6-2BB5-467A-ABD1-DA102B28A4D5}" type="presOf" srcId="{D345CE42-4924-4A0F-880A-3589FF3FDE45}" destId="{3AFD4D56-22F4-401B-915F-B94CE8E56D2E}" srcOrd="0" destOrd="0" presId="urn:microsoft.com/office/officeart/2018/2/layout/IconVerticalSolidList"/>
    <dgm:cxn modelId="{6E292353-2555-443C-90D3-A41D449AEED2}" type="presParOf" srcId="{CFE91861-FFBA-4C76-A14F-486ED41C36D5}" destId="{A5B55570-88D5-4F5D-B302-4FFB97008149}" srcOrd="0" destOrd="0" presId="urn:microsoft.com/office/officeart/2018/2/layout/IconVerticalSolidList"/>
    <dgm:cxn modelId="{88DF3DDC-7954-4A68-8135-C62A60D52C67}" type="presParOf" srcId="{A5B55570-88D5-4F5D-B302-4FFB97008149}" destId="{72F9A678-A92C-4B9F-B8F7-94FFC6C5C664}" srcOrd="0" destOrd="0" presId="urn:microsoft.com/office/officeart/2018/2/layout/IconVerticalSolidList"/>
    <dgm:cxn modelId="{940B7DAA-7438-482A-8343-E0D3D85F4F28}" type="presParOf" srcId="{A5B55570-88D5-4F5D-B302-4FFB97008149}" destId="{3393019A-DAF7-4294-B360-F60B5738A72B}" srcOrd="1" destOrd="0" presId="urn:microsoft.com/office/officeart/2018/2/layout/IconVerticalSolidList"/>
    <dgm:cxn modelId="{3BD22CA6-FC40-4035-AF15-8416D1400F0E}" type="presParOf" srcId="{A5B55570-88D5-4F5D-B302-4FFB97008149}" destId="{C01C9CBF-8304-4457-9DA0-1D4AC4E47306}" srcOrd="2" destOrd="0" presId="urn:microsoft.com/office/officeart/2018/2/layout/IconVerticalSolidList"/>
    <dgm:cxn modelId="{75461501-B755-42A9-A41D-36B8AFD80A16}" type="presParOf" srcId="{A5B55570-88D5-4F5D-B302-4FFB97008149}" destId="{218E54DF-A16E-476A-9CF9-CF7D525C8534}" srcOrd="3" destOrd="0" presId="urn:microsoft.com/office/officeart/2018/2/layout/IconVerticalSolidList"/>
    <dgm:cxn modelId="{37271DC4-E8DE-4C68-8C08-21DA8C58E143}" type="presParOf" srcId="{CFE91861-FFBA-4C76-A14F-486ED41C36D5}" destId="{83D26FC9-E2E6-4E9E-ADAA-B8990C287A3F}" srcOrd="1" destOrd="0" presId="urn:microsoft.com/office/officeart/2018/2/layout/IconVerticalSolidList"/>
    <dgm:cxn modelId="{20BF58B2-8809-45B7-A74B-67C563F0778A}" type="presParOf" srcId="{CFE91861-FFBA-4C76-A14F-486ED41C36D5}" destId="{C19A4E33-8F96-49DE-8B6E-A5E9EEC61266}" srcOrd="2" destOrd="0" presId="urn:microsoft.com/office/officeart/2018/2/layout/IconVerticalSolidList"/>
    <dgm:cxn modelId="{678BF944-6B81-44AC-9974-C1690E7F405D}" type="presParOf" srcId="{C19A4E33-8F96-49DE-8B6E-A5E9EEC61266}" destId="{05FF9A7B-E556-46AE-9997-9C8BFC3C192A}" srcOrd="0" destOrd="0" presId="urn:microsoft.com/office/officeart/2018/2/layout/IconVerticalSolidList"/>
    <dgm:cxn modelId="{566943D5-B36B-4180-A463-5B614E67ED19}" type="presParOf" srcId="{C19A4E33-8F96-49DE-8B6E-A5E9EEC61266}" destId="{C179BAD6-03BC-4FE1-972F-93F6F52BAC70}" srcOrd="1" destOrd="0" presId="urn:microsoft.com/office/officeart/2018/2/layout/IconVerticalSolidList"/>
    <dgm:cxn modelId="{ACBA95AB-BA0B-47FC-9609-809163E385AB}" type="presParOf" srcId="{C19A4E33-8F96-49DE-8B6E-A5E9EEC61266}" destId="{E34B1C5F-B958-4D77-AE1E-E9B951751A65}" srcOrd="2" destOrd="0" presId="urn:microsoft.com/office/officeart/2018/2/layout/IconVerticalSolidList"/>
    <dgm:cxn modelId="{5FE97BF1-BE75-483E-A3AF-AB05648EDACC}" type="presParOf" srcId="{C19A4E33-8F96-49DE-8B6E-A5E9EEC61266}" destId="{3AFD4D56-22F4-401B-915F-B94CE8E56D2E}" srcOrd="3" destOrd="0" presId="urn:microsoft.com/office/officeart/2018/2/layout/IconVerticalSolidList"/>
    <dgm:cxn modelId="{941C74A9-B771-4A53-97F9-0EFC9E9F067B}" type="presParOf" srcId="{CFE91861-FFBA-4C76-A14F-486ED41C36D5}" destId="{D67A58B6-CF0B-4138-A49C-CD89ECD5BB94}" srcOrd="3" destOrd="0" presId="urn:microsoft.com/office/officeart/2018/2/layout/IconVerticalSolidList"/>
    <dgm:cxn modelId="{669E7316-FEC3-495B-89E1-494345B85A6C}" type="presParOf" srcId="{CFE91861-FFBA-4C76-A14F-486ED41C36D5}" destId="{FEC78993-CD66-499C-86A3-593D7F2426EF}" srcOrd="4" destOrd="0" presId="urn:microsoft.com/office/officeart/2018/2/layout/IconVerticalSolidList"/>
    <dgm:cxn modelId="{A0A66D71-95CE-4385-AF82-91D1E710249E}" type="presParOf" srcId="{FEC78993-CD66-499C-86A3-593D7F2426EF}" destId="{FB638A35-B645-435F-9F50-7E8C7458A866}" srcOrd="0" destOrd="0" presId="urn:microsoft.com/office/officeart/2018/2/layout/IconVerticalSolidList"/>
    <dgm:cxn modelId="{896AD73D-4C98-4D8F-85CB-70BEDF813949}" type="presParOf" srcId="{FEC78993-CD66-499C-86A3-593D7F2426EF}" destId="{87B972DE-9D0F-466D-B239-BC5E994A1EC4}" srcOrd="1" destOrd="0" presId="urn:microsoft.com/office/officeart/2018/2/layout/IconVerticalSolidList"/>
    <dgm:cxn modelId="{94387EDA-2A77-4A68-A546-CD46236249EE}" type="presParOf" srcId="{FEC78993-CD66-499C-86A3-593D7F2426EF}" destId="{39CA25C5-7476-46C1-9775-EEBAE8C3828F}" srcOrd="2" destOrd="0" presId="urn:microsoft.com/office/officeart/2018/2/layout/IconVerticalSolidList"/>
    <dgm:cxn modelId="{6FBC5EED-F26C-4AC7-8F57-4124C237F54B}" type="presParOf" srcId="{FEC78993-CD66-499C-86A3-593D7F2426EF}" destId="{040BF0D6-4936-4161-97FF-5200C256243F}" srcOrd="3" destOrd="0" presId="urn:microsoft.com/office/officeart/2018/2/layout/IconVerticalSolidList"/>
    <dgm:cxn modelId="{B54AC63E-02F5-48A6-8D46-36CE8F979AA9}" type="presParOf" srcId="{CFE91861-FFBA-4C76-A14F-486ED41C36D5}" destId="{49054474-D5F2-4204-B7A1-EE318FB8E53F}" srcOrd="5" destOrd="0" presId="urn:microsoft.com/office/officeart/2018/2/layout/IconVerticalSolidList"/>
    <dgm:cxn modelId="{8D3E0BE5-1B06-40D4-8E35-2A02DD9E0B9A}" type="presParOf" srcId="{CFE91861-FFBA-4C76-A14F-486ED41C36D5}" destId="{6331B5C5-0334-4ED9-8B5C-8C71C6E8B6A3}" srcOrd="6" destOrd="0" presId="urn:microsoft.com/office/officeart/2018/2/layout/IconVerticalSolidList"/>
    <dgm:cxn modelId="{40980566-F775-4C29-A2A2-EE657FA94EEE}" type="presParOf" srcId="{6331B5C5-0334-4ED9-8B5C-8C71C6E8B6A3}" destId="{777A6CCC-FE29-4EDE-B74A-DA9A64056AB0}" srcOrd="0" destOrd="0" presId="urn:microsoft.com/office/officeart/2018/2/layout/IconVerticalSolidList"/>
    <dgm:cxn modelId="{6B559918-9DE2-4DD5-AC04-0EB7F6FB6C11}" type="presParOf" srcId="{6331B5C5-0334-4ED9-8B5C-8C71C6E8B6A3}" destId="{F0E6EC21-B415-4315-8DAB-6FD036EA1B1B}" srcOrd="1" destOrd="0" presId="urn:microsoft.com/office/officeart/2018/2/layout/IconVerticalSolidList"/>
    <dgm:cxn modelId="{C3D68FD4-ADB9-4A86-8072-EF40259959CD}" type="presParOf" srcId="{6331B5C5-0334-4ED9-8B5C-8C71C6E8B6A3}" destId="{724BB50C-531D-4805-A74B-0A86266BD0A4}" srcOrd="2" destOrd="0" presId="urn:microsoft.com/office/officeart/2018/2/layout/IconVerticalSolidList"/>
    <dgm:cxn modelId="{95179B43-312D-462E-ACC0-CAE42496B0D7}" type="presParOf" srcId="{6331B5C5-0334-4ED9-8B5C-8C71C6E8B6A3}" destId="{D1056A7E-494B-4420-BC4B-4535306BAA89}" srcOrd="3" destOrd="0" presId="urn:microsoft.com/office/officeart/2018/2/layout/IconVerticalSolidList"/>
    <dgm:cxn modelId="{0F08EBD7-2346-4200-9AB1-7165ABDF5835}" type="presParOf" srcId="{CFE91861-FFBA-4C76-A14F-486ED41C36D5}" destId="{3411D89F-8998-483F-9CDC-DBBBF6FAF48F}" srcOrd="7" destOrd="0" presId="urn:microsoft.com/office/officeart/2018/2/layout/IconVerticalSolidList"/>
    <dgm:cxn modelId="{B985C492-3FE2-4301-80BF-3FB8B43F8B4B}" type="presParOf" srcId="{CFE91861-FFBA-4C76-A14F-486ED41C36D5}" destId="{125E3B9E-0D64-4446-A316-1CB416AD9EDC}" srcOrd="8" destOrd="0" presId="urn:microsoft.com/office/officeart/2018/2/layout/IconVerticalSolidList"/>
    <dgm:cxn modelId="{859C738A-15E0-4528-A59A-040AC7E8C0C1}" type="presParOf" srcId="{125E3B9E-0D64-4446-A316-1CB416AD9EDC}" destId="{B398337B-D857-4BC9-A48F-70AF73893841}" srcOrd="0" destOrd="0" presId="urn:microsoft.com/office/officeart/2018/2/layout/IconVerticalSolidList"/>
    <dgm:cxn modelId="{8A1FE2BB-42FD-48BC-9F4E-95DDE39ABA1E}" type="presParOf" srcId="{125E3B9E-0D64-4446-A316-1CB416AD9EDC}" destId="{2E1DD91D-15C9-4B36-9615-AB9BBDB77B0E}" srcOrd="1" destOrd="0" presId="urn:microsoft.com/office/officeart/2018/2/layout/IconVerticalSolidList"/>
    <dgm:cxn modelId="{BC59E907-BBB5-4A69-82AE-E9473E343AB2}" type="presParOf" srcId="{125E3B9E-0D64-4446-A316-1CB416AD9EDC}" destId="{AF9A758B-F395-4E18-9E43-F9BA32EB1501}" srcOrd="2" destOrd="0" presId="urn:microsoft.com/office/officeart/2018/2/layout/IconVerticalSolidList"/>
    <dgm:cxn modelId="{53AB89C1-5ADF-41A0-831C-C53B8C464CC0}" type="presParOf" srcId="{125E3B9E-0D64-4446-A316-1CB416AD9EDC}" destId="{530B6E8C-5F63-480A-931B-EC50563A74FA}" srcOrd="3" destOrd="0" presId="urn:microsoft.com/office/officeart/2018/2/layout/IconVerticalSolidList"/>
    <dgm:cxn modelId="{F95DC409-F42C-4855-BA7A-CA960F535B0C}" type="presParOf" srcId="{CFE91861-FFBA-4C76-A14F-486ED41C36D5}" destId="{32614261-A2D3-4E5B-A9F9-EA975B872CDC}" srcOrd="9" destOrd="0" presId="urn:microsoft.com/office/officeart/2018/2/layout/IconVerticalSolidList"/>
    <dgm:cxn modelId="{D6606B21-1BCF-4D65-956E-BCAF247A132A}" type="presParOf" srcId="{CFE91861-FFBA-4C76-A14F-486ED41C36D5}" destId="{076C7A73-3E85-491B-BCF3-08C5533413DC}" srcOrd="10" destOrd="0" presId="urn:microsoft.com/office/officeart/2018/2/layout/IconVerticalSolidList"/>
    <dgm:cxn modelId="{6108C504-9D22-4FA0-91D0-B64B17A83D39}" type="presParOf" srcId="{076C7A73-3E85-491B-BCF3-08C5533413DC}" destId="{DB52BF45-F143-4324-B3C4-9425BB165933}" srcOrd="0" destOrd="0" presId="urn:microsoft.com/office/officeart/2018/2/layout/IconVerticalSolidList"/>
    <dgm:cxn modelId="{B12CF6E7-47A4-4C54-8F3A-C55ABDA0AA3D}" type="presParOf" srcId="{076C7A73-3E85-491B-BCF3-08C5533413DC}" destId="{948E0EE9-DA02-4999-8486-D88F1EDC2251}" srcOrd="1" destOrd="0" presId="urn:microsoft.com/office/officeart/2018/2/layout/IconVerticalSolidList"/>
    <dgm:cxn modelId="{2899E1D9-7AA2-465B-989C-FA3762F6FFF8}" type="presParOf" srcId="{076C7A73-3E85-491B-BCF3-08C5533413DC}" destId="{1A7289A8-0610-4659-8E67-527F79E9A475}" srcOrd="2" destOrd="0" presId="urn:microsoft.com/office/officeart/2018/2/layout/IconVerticalSolidList"/>
    <dgm:cxn modelId="{E07507B0-973E-4D22-8BE6-F980CAADDB4A}" type="presParOf" srcId="{076C7A73-3E85-491B-BCF3-08C5533413DC}" destId="{4EDFB308-1597-4009-805C-971905AB167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AD654FD-5D71-4B1D-B4DD-C92ED3EC43C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867AE9B-450E-4495-A322-8A6EAC73529A}">
      <dgm:prSet/>
      <dgm:spPr/>
      <dgm:t>
        <a:bodyPr/>
        <a:lstStyle/>
        <a:p>
          <a:r>
            <a:rPr lang="en-US" b="1"/>
            <a:t>Containers are ephemeral</a:t>
          </a:r>
          <a:br>
            <a:rPr lang="en-US"/>
          </a:br>
          <a:r>
            <a:rPr lang="en-US"/>
            <a:t>When a container is removed, its internal filesystem is destroyed.</a:t>
          </a:r>
        </a:p>
      </dgm:t>
    </dgm:pt>
    <dgm:pt modelId="{387360CA-89C5-47A8-8DB9-B4951312587D}" type="parTrans" cxnId="{2D580132-41C5-4D83-A356-283AC07463BF}">
      <dgm:prSet/>
      <dgm:spPr/>
      <dgm:t>
        <a:bodyPr/>
        <a:lstStyle/>
        <a:p>
          <a:endParaRPr lang="en-US"/>
        </a:p>
      </dgm:t>
    </dgm:pt>
    <dgm:pt modelId="{62DBC9DD-65D8-4A2E-AFD3-2B9AE6141BAA}" type="sibTrans" cxnId="{2D580132-41C5-4D83-A356-283AC07463BF}">
      <dgm:prSet/>
      <dgm:spPr/>
      <dgm:t>
        <a:bodyPr/>
        <a:lstStyle/>
        <a:p>
          <a:endParaRPr lang="en-US"/>
        </a:p>
      </dgm:t>
    </dgm:pt>
    <dgm:pt modelId="{A6525768-BF2E-47DB-A502-9A50FECBF42A}">
      <dgm:prSet/>
      <dgm:spPr/>
      <dgm:t>
        <a:bodyPr/>
        <a:lstStyle/>
        <a:p>
          <a:r>
            <a:rPr lang="en-US" b="1"/>
            <a:t>Volumes provide persistent storage</a:t>
          </a:r>
          <a:br>
            <a:rPr lang="en-US"/>
          </a:br>
          <a:r>
            <a:rPr lang="en-US"/>
            <a:t>Data is stored outside the container lifecycle on the host system.</a:t>
          </a:r>
        </a:p>
      </dgm:t>
    </dgm:pt>
    <dgm:pt modelId="{20D20A39-AD2C-4038-83CE-D4EF8BC25192}" type="parTrans" cxnId="{08F656D2-FA59-47A3-8123-EBED8084E87A}">
      <dgm:prSet/>
      <dgm:spPr/>
      <dgm:t>
        <a:bodyPr/>
        <a:lstStyle/>
        <a:p>
          <a:endParaRPr lang="en-US"/>
        </a:p>
      </dgm:t>
    </dgm:pt>
    <dgm:pt modelId="{6F791E29-506F-4B3A-B330-3A5E62239441}" type="sibTrans" cxnId="{08F656D2-FA59-47A3-8123-EBED8084E87A}">
      <dgm:prSet/>
      <dgm:spPr/>
      <dgm:t>
        <a:bodyPr/>
        <a:lstStyle/>
        <a:p>
          <a:endParaRPr lang="en-US"/>
        </a:p>
      </dgm:t>
    </dgm:pt>
    <dgm:pt modelId="{DC9DEA91-C58F-44F7-9711-A167FC18A6AE}">
      <dgm:prSet/>
      <dgm:spPr/>
      <dgm:t>
        <a:bodyPr/>
        <a:lstStyle/>
        <a:p>
          <a:r>
            <a:rPr lang="en-US" b="1"/>
            <a:t>Data survives container removal</a:t>
          </a:r>
          <a:br>
            <a:rPr lang="en-US"/>
          </a:br>
          <a:r>
            <a:rPr lang="en-US"/>
            <a:t>Containers can be recreated without losing database or application data.</a:t>
          </a:r>
        </a:p>
      </dgm:t>
    </dgm:pt>
    <dgm:pt modelId="{B941C883-BADC-41DD-89D3-BF255321937C}" type="parTrans" cxnId="{4A8E5ED2-D15C-4A00-A088-12E06538C927}">
      <dgm:prSet/>
      <dgm:spPr/>
      <dgm:t>
        <a:bodyPr/>
        <a:lstStyle/>
        <a:p>
          <a:endParaRPr lang="en-US"/>
        </a:p>
      </dgm:t>
    </dgm:pt>
    <dgm:pt modelId="{B61E1853-D3E3-4ED8-9FBD-CF61CF2B243E}" type="sibTrans" cxnId="{4A8E5ED2-D15C-4A00-A088-12E06538C927}">
      <dgm:prSet/>
      <dgm:spPr/>
      <dgm:t>
        <a:bodyPr/>
        <a:lstStyle/>
        <a:p>
          <a:endParaRPr lang="en-US"/>
        </a:p>
      </dgm:t>
    </dgm:pt>
    <dgm:pt modelId="{32F669C4-EF1F-4CF6-B74D-F027F394F365}">
      <dgm:prSet/>
      <dgm:spPr/>
      <dgm:t>
        <a:bodyPr/>
        <a:lstStyle/>
        <a:p>
          <a:r>
            <a:rPr lang="en-US" b="1"/>
            <a:t>Decouples storage from execution</a:t>
          </a:r>
          <a:br>
            <a:rPr lang="en-US"/>
          </a:br>
          <a:r>
            <a:rPr lang="en-US"/>
            <a:t>The application runtime becomes independent from the data layer.</a:t>
          </a:r>
        </a:p>
      </dgm:t>
    </dgm:pt>
    <dgm:pt modelId="{9ABD61C5-A23F-4F12-8691-4F577F153175}" type="parTrans" cxnId="{544687DA-F9F3-4D14-AC72-D93969F79E24}">
      <dgm:prSet/>
      <dgm:spPr/>
      <dgm:t>
        <a:bodyPr/>
        <a:lstStyle/>
        <a:p>
          <a:endParaRPr lang="en-US"/>
        </a:p>
      </dgm:t>
    </dgm:pt>
    <dgm:pt modelId="{F7170056-5EBA-4283-8D9E-33E78E7F662D}" type="sibTrans" cxnId="{544687DA-F9F3-4D14-AC72-D93969F79E24}">
      <dgm:prSet/>
      <dgm:spPr/>
      <dgm:t>
        <a:bodyPr/>
        <a:lstStyle/>
        <a:p>
          <a:endParaRPr lang="en-US"/>
        </a:p>
      </dgm:t>
    </dgm:pt>
    <dgm:pt modelId="{8F04C8FF-40EE-4E3B-9221-C43EFE85509E}" type="pres">
      <dgm:prSet presAssocID="{8AD654FD-5D71-4B1D-B4DD-C92ED3EC43C0}" presName="vert0" presStyleCnt="0">
        <dgm:presLayoutVars>
          <dgm:dir/>
          <dgm:animOne val="branch"/>
          <dgm:animLvl val="lvl"/>
        </dgm:presLayoutVars>
      </dgm:prSet>
      <dgm:spPr/>
    </dgm:pt>
    <dgm:pt modelId="{8F46660E-0FF0-4BA2-9D56-583531C97830}" type="pres">
      <dgm:prSet presAssocID="{5867AE9B-450E-4495-A322-8A6EAC73529A}" presName="thickLine" presStyleLbl="alignNode1" presStyleIdx="0" presStyleCnt="4"/>
      <dgm:spPr/>
    </dgm:pt>
    <dgm:pt modelId="{0876E6D0-254A-4B24-A7F4-A44F9071E1C4}" type="pres">
      <dgm:prSet presAssocID="{5867AE9B-450E-4495-A322-8A6EAC73529A}" presName="horz1" presStyleCnt="0"/>
      <dgm:spPr/>
    </dgm:pt>
    <dgm:pt modelId="{CDAB978E-8418-4637-BBCC-99429217B6FB}" type="pres">
      <dgm:prSet presAssocID="{5867AE9B-450E-4495-A322-8A6EAC73529A}" presName="tx1" presStyleLbl="revTx" presStyleIdx="0" presStyleCnt="4"/>
      <dgm:spPr/>
    </dgm:pt>
    <dgm:pt modelId="{091FCCAB-DF65-4AB9-89E2-A474E25F493E}" type="pres">
      <dgm:prSet presAssocID="{5867AE9B-450E-4495-A322-8A6EAC73529A}" presName="vert1" presStyleCnt="0"/>
      <dgm:spPr/>
    </dgm:pt>
    <dgm:pt modelId="{003692B9-FAB7-439D-8B24-F718EF19ECAD}" type="pres">
      <dgm:prSet presAssocID="{A6525768-BF2E-47DB-A502-9A50FECBF42A}" presName="thickLine" presStyleLbl="alignNode1" presStyleIdx="1" presStyleCnt="4"/>
      <dgm:spPr/>
    </dgm:pt>
    <dgm:pt modelId="{058A0C4F-4684-4BCA-9A66-55EEFBF50A44}" type="pres">
      <dgm:prSet presAssocID="{A6525768-BF2E-47DB-A502-9A50FECBF42A}" presName="horz1" presStyleCnt="0"/>
      <dgm:spPr/>
    </dgm:pt>
    <dgm:pt modelId="{DA240D80-4A68-44CE-B0E0-F7743719C955}" type="pres">
      <dgm:prSet presAssocID="{A6525768-BF2E-47DB-A502-9A50FECBF42A}" presName="tx1" presStyleLbl="revTx" presStyleIdx="1" presStyleCnt="4"/>
      <dgm:spPr/>
    </dgm:pt>
    <dgm:pt modelId="{DFAE127A-4F97-442A-8BC4-59400471D25D}" type="pres">
      <dgm:prSet presAssocID="{A6525768-BF2E-47DB-A502-9A50FECBF42A}" presName="vert1" presStyleCnt="0"/>
      <dgm:spPr/>
    </dgm:pt>
    <dgm:pt modelId="{5F7DE2B7-3152-412F-A254-199C9F543463}" type="pres">
      <dgm:prSet presAssocID="{DC9DEA91-C58F-44F7-9711-A167FC18A6AE}" presName="thickLine" presStyleLbl="alignNode1" presStyleIdx="2" presStyleCnt="4"/>
      <dgm:spPr/>
    </dgm:pt>
    <dgm:pt modelId="{B526C7E1-7A6B-4994-9248-534BD0D58D88}" type="pres">
      <dgm:prSet presAssocID="{DC9DEA91-C58F-44F7-9711-A167FC18A6AE}" presName="horz1" presStyleCnt="0"/>
      <dgm:spPr/>
    </dgm:pt>
    <dgm:pt modelId="{93A07E23-4672-4A8D-BF78-D7E77995EB4A}" type="pres">
      <dgm:prSet presAssocID="{DC9DEA91-C58F-44F7-9711-A167FC18A6AE}" presName="tx1" presStyleLbl="revTx" presStyleIdx="2" presStyleCnt="4"/>
      <dgm:spPr/>
    </dgm:pt>
    <dgm:pt modelId="{4B17A9D1-5E55-4533-910E-0686B769C741}" type="pres">
      <dgm:prSet presAssocID="{DC9DEA91-C58F-44F7-9711-A167FC18A6AE}" presName="vert1" presStyleCnt="0"/>
      <dgm:spPr/>
    </dgm:pt>
    <dgm:pt modelId="{B3D0807D-3D94-496D-AC8D-1E7B787C13AD}" type="pres">
      <dgm:prSet presAssocID="{32F669C4-EF1F-4CF6-B74D-F027F394F365}" presName="thickLine" presStyleLbl="alignNode1" presStyleIdx="3" presStyleCnt="4"/>
      <dgm:spPr/>
    </dgm:pt>
    <dgm:pt modelId="{5A293676-08FE-4F64-9428-4B0D03265A3E}" type="pres">
      <dgm:prSet presAssocID="{32F669C4-EF1F-4CF6-B74D-F027F394F365}" presName="horz1" presStyleCnt="0"/>
      <dgm:spPr/>
    </dgm:pt>
    <dgm:pt modelId="{7DA69E31-FDDF-429B-A95F-7BA146F9FA4E}" type="pres">
      <dgm:prSet presAssocID="{32F669C4-EF1F-4CF6-B74D-F027F394F365}" presName="tx1" presStyleLbl="revTx" presStyleIdx="3" presStyleCnt="4"/>
      <dgm:spPr/>
    </dgm:pt>
    <dgm:pt modelId="{E342A92D-82A7-4BC5-AC82-D417227611D4}" type="pres">
      <dgm:prSet presAssocID="{32F669C4-EF1F-4CF6-B74D-F027F394F365}" presName="vert1" presStyleCnt="0"/>
      <dgm:spPr/>
    </dgm:pt>
  </dgm:ptLst>
  <dgm:cxnLst>
    <dgm:cxn modelId="{247C7821-0567-4884-8139-7327BD1F9E65}" type="presOf" srcId="{8AD654FD-5D71-4B1D-B4DD-C92ED3EC43C0}" destId="{8F04C8FF-40EE-4E3B-9221-C43EFE85509E}" srcOrd="0" destOrd="0" presId="urn:microsoft.com/office/officeart/2008/layout/LinedList"/>
    <dgm:cxn modelId="{2D580132-41C5-4D83-A356-283AC07463BF}" srcId="{8AD654FD-5D71-4B1D-B4DD-C92ED3EC43C0}" destId="{5867AE9B-450E-4495-A322-8A6EAC73529A}" srcOrd="0" destOrd="0" parTransId="{387360CA-89C5-47A8-8DB9-B4951312587D}" sibTransId="{62DBC9DD-65D8-4A2E-AFD3-2B9AE6141BAA}"/>
    <dgm:cxn modelId="{2AC9A437-1CA3-4B9D-80E3-58C5C4A1CAED}" type="presOf" srcId="{5867AE9B-450E-4495-A322-8A6EAC73529A}" destId="{CDAB978E-8418-4637-BBCC-99429217B6FB}" srcOrd="0" destOrd="0" presId="urn:microsoft.com/office/officeart/2008/layout/LinedList"/>
    <dgm:cxn modelId="{E08E8254-092D-4862-B1B0-55C6B24705EF}" type="presOf" srcId="{DC9DEA91-C58F-44F7-9711-A167FC18A6AE}" destId="{93A07E23-4672-4A8D-BF78-D7E77995EB4A}" srcOrd="0" destOrd="0" presId="urn:microsoft.com/office/officeart/2008/layout/LinedList"/>
    <dgm:cxn modelId="{4A8E5ED2-D15C-4A00-A088-12E06538C927}" srcId="{8AD654FD-5D71-4B1D-B4DD-C92ED3EC43C0}" destId="{DC9DEA91-C58F-44F7-9711-A167FC18A6AE}" srcOrd="2" destOrd="0" parTransId="{B941C883-BADC-41DD-89D3-BF255321937C}" sibTransId="{B61E1853-D3E3-4ED8-9FBD-CF61CF2B243E}"/>
    <dgm:cxn modelId="{08F656D2-FA59-47A3-8123-EBED8084E87A}" srcId="{8AD654FD-5D71-4B1D-B4DD-C92ED3EC43C0}" destId="{A6525768-BF2E-47DB-A502-9A50FECBF42A}" srcOrd="1" destOrd="0" parTransId="{20D20A39-AD2C-4038-83CE-D4EF8BC25192}" sibTransId="{6F791E29-506F-4B3A-B330-3A5E62239441}"/>
    <dgm:cxn modelId="{544687DA-F9F3-4D14-AC72-D93969F79E24}" srcId="{8AD654FD-5D71-4B1D-B4DD-C92ED3EC43C0}" destId="{32F669C4-EF1F-4CF6-B74D-F027F394F365}" srcOrd="3" destOrd="0" parTransId="{9ABD61C5-A23F-4F12-8691-4F577F153175}" sibTransId="{F7170056-5EBA-4283-8D9E-33E78E7F662D}"/>
    <dgm:cxn modelId="{945C9ADD-2BFC-445C-9B87-A1FDE6DC2B24}" type="presOf" srcId="{A6525768-BF2E-47DB-A502-9A50FECBF42A}" destId="{DA240D80-4A68-44CE-B0E0-F7743719C955}" srcOrd="0" destOrd="0" presId="urn:microsoft.com/office/officeart/2008/layout/LinedList"/>
    <dgm:cxn modelId="{8DD21EFE-6806-4765-B0DC-A8C9EBC719D2}" type="presOf" srcId="{32F669C4-EF1F-4CF6-B74D-F027F394F365}" destId="{7DA69E31-FDDF-429B-A95F-7BA146F9FA4E}" srcOrd="0" destOrd="0" presId="urn:microsoft.com/office/officeart/2008/layout/LinedList"/>
    <dgm:cxn modelId="{B2654A31-A38D-4583-BDBA-DCA081DC17B9}" type="presParOf" srcId="{8F04C8FF-40EE-4E3B-9221-C43EFE85509E}" destId="{8F46660E-0FF0-4BA2-9D56-583531C97830}" srcOrd="0" destOrd="0" presId="urn:microsoft.com/office/officeart/2008/layout/LinedList"/>
    <dgm:cxn modelId="{C510E86C-F173-40F4-8945-D5CF163B12EC}" type="presParOf" srcId="{8F04C8FF-40EE-4E3B-9221-C43EFE85509E}" destId="{0876E6D0-254A-4B24-A7F4-A44F9071E1C4}" srcOrd="1" destOrd="0" presId="urn:microsoft.com/office/officeart/2008/layout/LinedList"/>
    <dgm:cxn modelId="{1C5A8C00-ABE4-436B-B559-2C51CCBEC6A7}" type="presParOf" srcId="{0876E6D0-254A-4B24-A7F4-A44F9071E1C4}" destId="{CDAB978E-8418-4637-BBCC-99429217B6FB}" srcOrd="0" destOrd="0" presId="urn:microsoft.com/office/officeart/2008/layout/LinedList"/>
    <dgm:cxn modelId="{4943E723-088C-4E8F-8ADA-2FCEA9FBDEB6}" type="presParOf" srcId="{0876E6D0-254A-4B24-A7F4-A44F9071E1C4}" destId="{091FCCAB-DF65-4AB9-89E2-A474E25F493E}" srcOrd="1" destOrd="0" presId="urn:microsoft.com/office/officeart/2008/layout/LinedList"/>
    <dgm:cxn modelId="{BE6EAF5F-2C4C-4B27-A827-E1680F7F08E4}" type="presParOf" srcId="{8F04C8FF-40EE-4E3B-9221-C43EFE85509E}" destId="{003692B9-FAB7-439D-8B24-F718EF19ECAD}" srcOrd="2" destOrd="0" presId="urn:microsoft.com/office/officeart/2008/layout/LinedList"/>
    <dgm:cxn modelId="{EAE5F4AA-8EC9-40E5-89AA-515420CCEEC5}" type="presParOf" srcId="{8F04C8FF-40EE-4E3B-9221-C43EFE85509E}" destId="{058A0C4F-4684-4BCA-9A66-55EEFBF50A44}" srcOrd="3" destOrd="0" presId="urn:microsoft.com/office/officeart/2008/layout/LinedList"/>
    <dgm:cxn modelId="{8B01489C-5C45-4EE9-A803-0DA002AC5808}" type="presParOf" srcId="{058A0C4F-4684-4BCA-9A66-55EEFBF50A44}" destId="{DA240D80-4A68-44CE-B0E0-F7743719C955}" srcOrd="0" destOrd="0" presId="urn:microsoft.com/office/officeart/2008/layout/LinedList"/>
    <dgm:cxn modelId="{A4239398-AC4B-46B6-A61C-79E614414322}" type="presParOf" srcId="{058A0C4F-4684-4BCA-9A66-55EEFBF50A44}" destId="{DFAE127A-4F97-442A-8BC4-59400471D25D}" srcOrd="1" destOrd="0" presId="urn:microsoft.com/office/officeart/2008/layout/LinedList"/>
    <dgm:cxn modelId="{E47542EA-CF99-422E-8AEB-248B527E37B8}" type="presParOf" srcId="{8F04C8FF-40EE-4E3B-9221-C43EFE85509E}" destId="{5F7DE2B7-3152-412F-A254-199C9F543463}" srcOrd="4" destOrd="0" presId="urn:microsoft.com/office/officeart/2008/layout/LinedList"/>
    <dgm:cxn modelId="{C541D246-2981-4F63-BE72-33DE6397A1E5}" type="presParOf" srcId="{8F04C8FF-40EE-4E3B-9221-C43EFE85509E}" destId="{B526C7E1-7A6B-4994-9248-534BD0D58D88}" srcOrd="5" destOrd="0" presId="urn:microsoft.com/office/officeart/2008/layout/LinedList"/>
    <dgm:cxn modelId="{00028945-E07B-4E2D-B756-8519117F95E4}" type="presParOf" srcId="{B526C7E1-7A6B-4994-9248-534BD0D58D88}" destId="{93A07E23-4672-4A8D-BF78-D7E77995EB4A}" srcOrd="0" destOrd="0" presId="urn:microsoft.com/office/officeart/2008/layout/LinedList"/>
    <dgm:cxn modelId="{92AFEE76-7B0D-465D-AB2D-D6B50100DC0E}" type="presParOf" srcId="{B526C7E1-7A6B-4994-9248-534BD0D58D88}" destId="{4B17A9D1-5E55-4533-910E-0686B769C741}" srcOrd="1" destOrd="0" presId="urn:microsoft.com/office/officeart/2008/layout/LinedList"/>
    <dgm:cxn modelId="{C615FEFF-1CD4-4BC0-872B-9C8D1A6C00B5}" type="presParOf" srcId="{8F04C8FF-40EE-4E3B-9221-C43EFE85509E}" destId="{B3D0807D-3D94-496D-AC8D-1E7B787C13AD}" srcOrd="6" destOrd="0" presId="urn:microsoft.com/office/officeart/2008/layout/LinedList"/>
    <dgm:cxn modelId="{116D7DF8-B53F-4F0A-958C-5096C42DE2CD}" type="presParOf" srcId="{8F04C8FF-40EE-4E3B-9221-C43EFE85509E}" destId="{5A293676-08FE-4F64-9428-4B0D03265A3E}" srcOrd="7" destOrd="0" presId="urn:microsoft.com/office/officeart/2008/layout/LinedList"/>
    <dgm:cxn modelId="{EC812A21-F9BE-4F58-9433-A444D4492D65}" type="presParOf" srcId="{5A293676-08FE-4F64-9428-4B0D03265A3E}" destId="{7DA69E31-FDDF-429B-A95F-7BA146F9FA4E}" srcOrd="0" destOrd="0" presId="urn:microsoft.com/office/officeart/2008/layout/LinedList"/>
    <dgm:cxn modelId="{4C64B4D9-3B72-4268-915B-5957EB2E680A}" type="presParOf" srcId="{5A293676-08FE-4F64-9428-4B0D03265A3E}" destId="{E342A92D-82A7-4BC5-AC82-D417227611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AD654FD-5D71-4B1D-B4DD-C92ED3EC43C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63FC63-F6DF-4546-A7A2-5D0444015EA8}">
      <dgm:prSet/>
      <dgm:spPr/>
      <dgm:t>
        <a:bodyPr/>
        <a:lstStyle/>
        <a:p>
          <a:pPr>
            <a:buNone/>
          </a:pPr>
          <a:r>
            <a:rPr lang="pt-BR" b="1" dirty="0" err="1"/>
            <a:t>What</a:t>
          </a:r>
          <a:r>
            <a:rPr lang="pt-BR" b="1" dirty="0"/>
            <a:t> </a:t>
          </a:r>
          <a:r>
            <a:rPr lang="pt-BR" b="1" dirty="0" err="1"/>
            <a:t>Happens</a:t>
          </a:r>
          <a:r>
            <a:rPr lang="pt-BR" b="1" dirty="0"/>
            <a:t> </a:t>
          </a:r>
          <a:r>
            <a:rPr lang="pt-BR" b="1" dirty="0" err="1"/>
            <a:t>Internally</a:t>
          </a:r>
          <a:r>
            <a:rPr lang="pt-BR" b="1" dirty="0"/>
            <a:t>?</a:t>
          </a:r>
        </a:p>
      </dgm:t>
    </dgm:pt>
    <dgm:pt modelId="{57B4A6C1-DEE9-47BE-A385-6F6C58C6090C}" type="parTrans" cxnId="{D0C12890-53D8-4F50-A877-8DE8F3E8E650}">
      <dgm:prSet/>
      <dgm:spPr/>
      <dgm:t>
        <a:bodyPr/>
        <a:lstStyle/>
        <a:p>
          <a:endParaRPr lang="pt-BR"/>
        </a:p>
      </dgm:t>
    </dgm:pt>
    <dgm:pt modelId="{B6E90C6D-D6A0-4B11-B2DE-3BFE69489B3F}" type="sibTrans" cxnId="{D0C12890-53D8-4F50-A877-8DE8F3E8E650}">
      <dgm:prSet/>
      <dgm:spPr/>
      <dgm:t>
        <a:bodyPr/>
        <a:lstStyle/>
        <a:p>
          <a:endParaRPr lang="pt-BR"/>
        </a:p>
      </dgm:t>
    </dgm:pt>
    <dgm:pt modelId="{C49E89A5-5FAC-46D2-BD53-097C60DEF49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The container writes data to a directory inside its filesystem.</a:t>
          </a:r>
        </a:p>
      </dgm:t>
    </dgm:pt>
    <dgm:pt modelId="{6584DB46-F17D-4DCB-A4C9-D0AE3626AE48}" type="parTrans" cxnId="{23EC2602-BCD2-47A5-9D39-AA3DD38BE3DF}">
      <dgm:prSet/>
      <dgm:spPr/>
      <dgm:t>
        <a:bodyPr/>
        <a:lstStyle/>
        <a:p>
          <a:endParaRPr lang="pt-BR"/>
        </a:p>
      </dgm:t>
    </dgm:pt>
    <dgm:pt modelId="{980F53BA-1485-4D24-9B75-B84B58313984}" type="sibTrans" cxnId="{23EC2602-BCD2-47A5-9D39-AA3DD38BE3DF}">
      <dgm:prSet/>
      <dgm:spPr/>
      <dgm:t>
        <a:bodyPr/>
        <a:lstStyle/>
        <a:p>
          <a:endParaRPr lang="pt-BR"/>
        </a:p>
      </dgm:t>
    </dgm:pt>
    <dgm:pt modelId="{27A74FF2-4F8E-4566-809C-57D6E49474C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Docker maps that directory to a volume stored on the host.</a:t>
          </a:r>
        </a:p>
      </dgm:t>
    </dgm:pt>
    <dgm:pt modelId="{69C68AB0-88B9-4918-9CAC-3A3CC396F325}" type="parTrans" cxnId="{18DE1F80-4DF8-4F2D-A576-6D01D030596A}">
      <dgm:prSet/>
      <dgm:spPr/>
      <dgm:t>
        <a:bodyPr/>
        <a:lstStyle/>
        <a:p>
          <a:endParaRPr lang="pt-BR"/>
        </a:p>
      </dgm:t>
    </dgm:pt>
    <dgm:pt modelId="{1F9E1302-8D0D-47F3-9EA4-BC45E16D90E1}" type="sibTrans" cxnId="{18DE1F80-4DF8-4F2D-A576-6D01D030596A}">
      <dgm:prSet/>
      <dgm:spPr/>
      <dgm:t>
        <a:bodyPr/>
        <a:lstStyle/>
        <a:p>
          <a:endParaRPr lang="pt-BR"/>
        </a:p>
      </dgm:t>
    </dgm:pt>
    <dgm:pt modelId="{0C850AB6-7FBA-40AB-A2F3-F0AE78D3623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If the container is removed, the volume remains intact.</a:t>
          </a:r>
        </a:p>
      </dgm:t>
    </dgm:pt>
    <dgm:pt modelId="{10B3CE30-20DA-4F74-98D6-499754D2ACD6}" type="parTrans" cxnId="{7031DC6F-8412-474B-AC1D-E6310D96CA7A}">
      <dgm:prSet/>
      <dgm:spPr/>
      <dgm:t>
        <a:bodyPr/>
        <a:lstStyle/>
        <a:p>
          <a:endParaRPr lang="pt-BR"/>
        </a:p>
      </dgm:t>
    </dgm:pt>
    <dgm:pt modelId="{C48DE7E2-61B7-4087-B091-5F7161D2BD9D}" type="sibTrans" cxnId="{7031DC6F-8412-474B-AC1D-E6310D96CA7A}">
      <dgm:prSet/>
      <dgm:spPr/>
      <dgm:t>
        <a:bodyPr/>
        <a:lstStyle/>
        <a:p>
          <a:endParaRPr lang="pt-BR"/>
        </a:p>
      </dgm:t>
    </dgm:pt>
    <dgm:pt modelId="{876DB811-7C72-4B91-88E6-55B24569C14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A new container can reattach to the same volume.</a:t>
          </a:r>
        </a:p>
      </dgm:t>
    </dgm:pt>
    <dgm:pt modelId="{0F916C79-1FC5-4A34-B240-D2B13B865681}" type="parTrans" cxnId="{F761D4E0-80E1-4050-93FC-FF10745CB368}">
      <dgm:prSet/>
      <dgm:spPr/>
      <dgm:t>
        <a:bodyPr/>
        <a:lstStyle/>
        <a:p>
          <a:endParaRPr lang="pt-BR"/>
        </a:p>
      </dgm:t>
    </dgm:pt>
    <dgm:pt modelId="{C22D07B4-715E-40AB-88B8-790C80FD192B}" type="sibTrans" cxnId="{F761D4E0-80E1-4050-93FC-FF10745CB368}">
      <dgm:prSet/>
      <dgm:spPr/>
      <dgm:t>
        <a:bodyPr/>
        <a:lstStyle/>
        <a:p>
          <a:endParaRPr lang="pt-BR"/>
        </a:p>
      </dgm:t>
    </dgm:pt>
    <dgm:pt modelId="{8F04C8FF-40EE-4E3B-9221-C43EFE85509E}" type="pres">
      <dgm:prSet presAssocID="{8AD654FD-5D71-4B1D-B4DD-C92ED3EC43C0}" presName="vert0" presStyleCnt="0">
        <dgm:presLayoutVars>
          <dgm:dir/>
          <dgm:animOne val="branch"/>
          <dgm:animLvl val="lvl"/>
        </dgm:presLayoutVars>
      </dgm:prSet>
      <dgm:spPr/>
    </dgm:pt>
    <dgm:pt modelId="{F3A65123-A935-408C-B795-477D2C9E5986}" type="pres">
      <dgm:prSet presAssocID="{C863FC63-F6DF-4546-A7A2-5D0444015EA8}" presName="thickLine" presStyleLbl="alignNode1" presStyleIdx="0" presStyleCnt="5"/>
      <dgm:spPr/>
    </dgm:pt>
    <dgm:pt modelId="{FAFD5592-9200-48F6-9936-3084255E4F30}" type="pres">
      <dgm:prSet presAssocID="{C863FC63-F6DF-4546-A7A2-5D0444015EA8}" presName="horz1" presStyleCnt="0"/>
      <dgm:spPr/>
    </dgm:pt>
    <dgm:pt modelId="{5514531C-AC8C-48F6-BD08-DF2CBB77C015}" type="pres">
      <dgm:prSet presAssocID="{C863FC63-F6DF-4546-A7A2-5D0444015EA8}" presName="tx1" presStyleLbl="revTx" presStyleIdx="0" presStyleCnt="5"/>
      <dgm:spPr/>
    </dgm:pt>
    <dgm:pt modelId="{863DAB6B-8D00-46A5-A0E8-36BF776E614D}" type="pres">
      <dgm:prSet presAssocID="{C863FC63-F6DF-4546-A7A2-5D0444015EA8}" presName="vert1" presStyleCnt="0"/>
      <dgm:spPr/>
    </dgm:pt>
    <dgm:pt modelId="{8A756813-5C2A-4CCB-9023-7F145D99D0A4}" type="pres">
      <dgm:prSet presAssocID="{C49E89A5-5FAC-46D2-BD53-097C60DEF49D}" presName="thickLine" presStyleLbl="alignNode1" presStyleIdx="1" presStyleCnt="5"/>
      <dgm:spPr/>
    </dgm:pt>
    <dgm:pt modelId="{19E219B9-9385-4EA4-8E3D-EAA4D6DC1483}" type="pres">
      <dgm:prSet presAssocID="{C49E89A5-5FAC-46D2-BD53-097C60DEF49D}" presName="horz1" presStyleCnt="0"/>
      <dgm:spPr/>
    </dgm:pt>
    <dgm:pt modelId="{AA3DD078-1209-4478-9FA4-9B3994CD7E88}" type="pres">
      <dgm:prSet presAssocID="{C49E89A5-5FAC-46D2-BD53-097C60DEF49D}" presName="tx1" presStyleLbl="revTx" presStyleIdx="1" presStyleCnt="5"/>
      <dgm:spPr/>
    </dgm:pt>
    <dgm:pt modelId="{1FA4EB53-E0CC-4BF9-9F6F-950C909394A1}" type="pres">
      <dgm:prSet presAssocID="{C49E89A5-5FAC-46D2-BD53-097C60DEF49D}" presName="vert1" presStyleCnt="0"/>
      <dgm:spPr/>
    </dgm:pt>
    <dgm:pt modelId="{439AED40-16D3-4161-BFC9-752FAF0441B1}" type="pres">
      <dgm:prSet presAssocID="{27A74FF2-4F8E-4566-809C-57D6E49474C5}" presName="thickLine" presStyleLbl="alignNode1" presStyleIdx="2" presStyleCnt="5"/>
      <dgm:spPr/>
    </dgm:pt>
    <dgm:pt modelId="{F34C6185-B925-4BC6-A159-051A4F516A48}" type="pres">
      <dgm:prSet presAssocID="{27A74FF2-4F8E-4566-809C-57D6E49474C5}" presName="horz1" presStyleCnt="0"/>
      <dgm:spPr/>
    </dgm:pt>
    <dgm:pt modelId="{039BD20D-B5A1-4F81-9B44-AC558B23F19F}" type="pres">
      <dgm:prSet presAssocID="{27A74FF2-4F8E-4566-809C-57D6E49474C5}" presName="tx1" presStyleLbl="revTx" presStyleIdx="2" presStyleCnt="5"/>
      <dgm:spPr/>
    </dgm:pt>
    <dgm:pt modelId="{B61106CA-1B3A-4F94-A401-2647A2A8FEF3}" type="pres">
      <dgm:prSet presAssocID="{27A74FF2-4F8E-4566-809C-57D6E49474C5}" presName="vert1" presStyleCnt="0"/>
      <dgm:spPr/>
    </dgm:pt>
    <dgm:pt modelId="{D6B25878-7AF1-4FA6-9247-7DC4BACAF562}" type="pres">
      <dgm:prSet presAssocID="{0C850AB6-7FBA-40AB-A2F3-F0AE78D36230}" presName="thickLine" presStyleLbl="alignNode1" presStyleIdx="3" presStyleCnt="5"/>
      <dgm:spPr/>
    </dgm:pt>
    <dgm:pt modelId="{45A9E409-BFF4-4CFD-9F57-4E656C92EC44}" type="pres">
      <dgm:prSet presAssocID="{0C850AB6-7FBA-40AB-A2F3-F0AE78D36230}" presName="horz1" presStyleCnt="0"/>
      <dgm:spPr/>
    </dgm:pt>
    <dgm:pt modelId="{13953F67-85C8-47FB-A4A5-1D430FD775B7}" type="pres">
      <dgm:prSet presAssocID="{0C850AB6-7FBA-40AB-A2F3-F0AE78D36230}" presName="tx1" presStyleLbl="revTx" presStyleIdx="3" presStyleCnt="5"/>
      <dgm:spPr/>
    </dgm:pt>
    <dgm:pt modelId="{1F3D53BC-25FB-4241-9C1F-D17AD3B35461}" type="pres">
      <dgm:prSet presAssocID="{0C850AB6-7FBA-40AB-A2F3-F0AE78D36230}" presName="vert1" presStyleCnt="0"/>
      <dgm:spPr/>
    </dgm:pt>
    <dgm:pt modelId="{801D28BC-50F1-411E-A043-417574EBE734}" type="pres">
      <dgm:prSet presAssocID="{876DB811-7C72-4B91-88E6-55B24569C14C}" presName="thickLine" presStyleLbl="alignNode1" presStyleIdx="4" presStyleCnt="5"/>
      <dgm:spPr/>
    </dgm:pt>
    <dgm:pt modelId="{A5D67735-2E37-4B33-8957-E80A76FE811B}" type="pres">
      <dgm:prSet presAssocID="{876DB811-7C72-4B91-88E6-55B24569C14C}" presName="horz1" presStyleCnt="0"/>
      <dgm:spPr/>
    </dgm:pt>
    <dgm:pt modelId="{336FB8EF-FB90-4415-8EF1-9BE0AC55B2FC}" type="pres">
      <dgm:prSet presAssocID="{876DB811-7C72-4B91-88E6-55B24569C14C}" presName="tx1" presStyleLbl="revTx" presStyleIdx="4" presStyleCnt="5"/>
      <dgm:spPr/>
    </dgm:pt>
    <dgm:pt modelId="{7B662BCB-8BC3-4E22-8543-E112514881DA}" type="pres">
      <dgm:prSet presAssocID="{876DB811-7C72-4B91-88E6-55B24569C14C}" presName="vert1" presStyleCnt="0"/>
      <dgm:spPr/>
    </dgm:pt>
  </dgm:ptLst>
  <dgm:cxnLst>
    <dgm:cxn modelId="{23EC2602-BCD2-47A5-9D39-AA3DD38BE3DF}" srcId="{8AD654FD-5D71-4B1D-B4DD-C92ED3EC43C0}" destId="{C49E89A5-5FAC-46D2-BD53-097C60DEF49D}" srcOrd="1" destOrd="0" parTransId="{6584DB46-F17D-4DCB-A4C9-D0AE3626AE48}" sibTransId="{980F53BA-1485-4D24-9B75-B84B58313984}"/>
    <dgm:cxn modelId="{247C7821-0567-4884-8139-7327BD1F9E65}" type="presOf" srcId="{8AD654FD-5D71-4B1D-B4DD-C92ED3EC43C0}" destId="{8F04C8FF-40EE-4E3B-9221-C43EFE85509E}" srcOrd="0" destOrd="0" presId="urn:microsoft.com/office/officeart/2008/layout/LinedList"/>
    <dgm:cxn modelId="{B8BC9030-44A3-481C-B2A7-EE62D2B20BE9}" type="presOf" srcId="{27A74FF2-4F8E-4566-809C-57D6E49474C5}" destId="{039BD20D-B5A1-4F81-9B44-AC558B23F19F}" srcOrd="0" destOrd="0" presId="urn:microsoft.com/office/officeart/2008/layout/LinedList"/>
    <dgm:cxn modelId="{5698603D-8EE0-458D-B2E5-18263E528D99}" type="presOf" srcId="{876DB811-7C72-4B91-88E6-55B24569C14C}" destId="{336FB8EF-FB90-4415-8EF1-9BE0AC55B2FC}" srcOrd="0" destOrd="0" presId="urn:microsoft.com/office/officeart/2008/layout/LinedList"/>
    <dgm:cxn modelId="{21655A62-D6D8-4BED-883B-DF08B17DFC8A}" type="presOf" srcId="{C49E89A5-5FAC-46D2-BD53-097C60DEF49D}" destId="{AA3DD078-1209-4478-9FA4-9B3994CD7E88}" srcOrd="0" destOrd="0" presId="urn:microsoft.com/office/officeart/2008/layout/LinedList"/>
    <dgm:cxn modelId="{7031DC6F-8412-474B-AC1D-E6310D96CA7A}" srcId="{8AD654FD-5D71-4B1D-B4DD-C92ED3EC43C0}" destId="{0C850AB6-7FBA-40AB-A2F3-F0AE78D36230}" srcOrd="3" destOrd="0" parTransId="{10B3CE30-20DA-4F74-98D6-499754D2ACD6}" sibTransId="{C48DE7E2-61B7-4087-B091-5F7161D2BD9D}"/>
    <dgm:cxn modelId="{18DE1F80-4DF8-4F2D-A576-6D01D030596A}" srcId="{8AD654FD-5D71-4B1D-B4DD-C92ED3EC43C0}" destId="{27A74FF2-4F8E-4566-809C-57D6E49474C5}" srcOrd="2" destOrd="0" parTransId="{69C68AB0-88B9-4918-9CAC-3A3CC396F325}" sibTransId="{1F9E1302-8D0D-47F3-9EA4-BC45E16D90E1}"/>
    <dgm:cxn modelId="{D0C12890-53D8-4F50-A877-8DE8F3E8E650}" srcId="{8AD654FD-5D71-4B1D-B4DD-C92ED3EC43C0}" destId="{C863FC63-F6DF-4546-A7A2-5D0444015EA8}" srcOrd="0" destOrd="0" parTransId="{57B4A6C1-DEE9-47BE-A385-6F6C58C6090C}" sibTransId="{B6E90C6D-D6A0-4B11-B2DE-3BFE69489B3F}"/>
    <dgm:cxn modelId="{790862D5-D38F-4983-BB80-48DF6EDBE9B5}" type="presOf" srcId="{0C850AB6-7FBA-40AB-A2F3-F0AE78D36230}" destId="{13953F67-85C8-47FB-A4A5-1D430FD775B7}" srcOrd="0" destOrd="0" presId="urn:microsoft.com/office/officeart/2008/layout/LinedList"/>
    <dgm:cxn modelId="{F761D4E0-80E1-4050-93FC-FF10745CB368}" srcId="{8AD654FD-5D71-4B1D-B4DD-C92ED3EC43C0}" destId="{876DB811-7C72-4B91-88E6-55B24569C14C}" srcOrd="4" destOrd="0" parTransId="{0F916C79-1FC5-4A34-B240-D2B13B865681}" sibTransId="{C22D07B4-715E-40AB-88B8-790C80FD192B}"/>
    <dgm:cxn modelId="{DB6CDAEC-94F6-4784-947C-EE8FC6EA2DBD}" type="presOf" srcId="{C863FC63-F6DF-4546-A7A2-5D0444015EA8}" destId="{5514531C-AC8C-48F6-BD08-DF2CBB77C015}" srcOrd="0" destOrd="0" presId="urn:microsoft.com/office/officeart/2008/layout/LinedList"/>
    <dgm:cxn modelId="{5C440969-EDC1-4C4D-82D0-1E99A05A0B3B}" type="presParOf" srcId="{8F04C8FF-40EE-4E3B-9221-C43EFE85509E}" destId="{F3A65123-A935-408C-B795-477D2C9E5986}" srcOrd="0" destOrd="0" presId="urn:microsoft.com/office/officeart/2008/layout/LinedList"/>
    <dgm:cxn modelId="{AD0CDD04-A197-4707-8382-BC1D194977E6}" type="presParOf" srcId="{8F04C8FF-40EE-4E3B-9221-C43EFE85509E}" destId="{FAFD5592-9200-48F6-9936-3084255E4F30}" srcOrd="1" destOrd="0" presId="urn:microsoft.com/office/officeart/2008/layout/LinedList"/>
    <dgm:cxn modelId="{CD12A4F6-FD6A-42A1-AB29-41141FD292E3}" type="presParOf" srcId="{FAFD5592-9200-48F6-9936-3084255E4F30}" destId="{5514531C-AC8C-48F6-BD08-DF2CBB77C015}" srcOrd="0" destOrd="0" presId="urn:microsoft.com/office/officeart/2008/layout/LinedList"/>
    <dgm:cxn modelId="{01200434-7EE5-4921-8B54-D20FAE33B09E}" type="presParOf" srcId="{FAFD5592-9200-48F6-9936-3084255E4F30}" destId="{863DAB6B-8D00-46A5-A0E8-36BF776E614D}" srcOrd="1" destOrd="0" presId="urn:microsoft.com/office/officeart/2008/layout/LinedList"/>
    <dgm:cxn modelId="{B81FCD36-297B-4E30-8AD2-41D855B91C99}" type="presParOf" srcId="{8F04C8FF-40EE-4E3B-9221-C43EFE85509E}" destId="{8A756813-5C2A-4CCB-9023-7F145D99D0A4}" srcOrd="2" destOrd="0" presId="urn:microsoft.com/office/officeart/2008/layout/LinedList"/>
    <dgm:cxn modelId="{9A3105D4-4627-4D02-92F4-E200F23B0C79}" type="presParOf" srcId="{8F04C8FF-40EE-4E3B-9221-C43EFE85509E}" destId="{19E219B9-9385-4EA4-8E3D-EAA4D6DC1483}" srcOrd="3" destOrd="0" presId="urn:microsoft.com/office/officeart/2008/layout/LinedList"/>
    <dgm:cxn modelId="{71853F97-6D20-4B09-A035-1E1B69806649}" type="presParOf" srcId="{19E219B9-9385-4EA4-8E3D-EAA4D6DC1483}" destId="{AA3DD078-1209-4478-9FA4-9B3994CD7E88}" srcOrd="0" destOrd="0" presId="urn:microsoft.com/office/officeart/2008/layout/LinedList"/>
    <dgm:cxn modelId="{E8273633-2D60-4AC8-B59D-BC1507A2AACF}" type="presParOf" srcId="{19E219B9-9385-4EA4-8E3D-EAA4D6DC1483}" destId="{1FA4EB53-E0CC-4BF9-9F6F-950C909394A1}" srcOrd="1" destOrd="0" presId="urn:microsoft.com/office/officeart/2008/layout/LinedList"/>
    <dgm:cxn modelId="{D04E66DC-9469-4F3C-B146-7A9EDA943BC6}" type="presParOf" srcId="{8F04C8FF-40EE-4E3B-9221-C43EFE85509E}" destId="{439AED40-16D3-4161-BFC9-752FAF0441B1}" srcOrd="4" destOrd="0" presId="urn:microsoft.com/office/officeart/2008/layout/LinedList"/>
    <dgm:cxn modelId="{FF6510A8-2D06-4E79-815A-39A1BE40D90E}" type="presParOf" srcId="{8F04C8FF-40EE-4E3B-9221-C43EFE85509E}" destId="{F34C6185-B925-4BC6-A159-051A4F516A48}" srcOrd="5" destOrd="0" presId="urn:microsoft.com/office/officeart/2008/layout/LinedList"/>
    <dgm:cxn modelId="{7FED0BFB-D504-486D-96C8-1BF184D6CD35}" type="presParOf" srcId="{F34C6185-B925-4BC6-A159-051A4F516A48}" destId="{039BD20D-B5A1-4F81-9B44-AC558B23F19F}" srcOrd="0" destOrd="0" presId="urn:microsoft.com/office/officeart/2008/layout/LinedList"/>
    <dgm:cxn modelId="{F022527B-8BC7-495B-9C0F-365D4BB99022}" type="presParOf" srcId="{F34C6185-B925-4BC6-A159-051A4F516A48}" destId="{B61106CA-1B3A-4F94-A401-2647A2A8FEF3}" srcOrd="1" destOrd="0" presId="urn:microsoft.com/office/officeart/2008/layout/LinedList"/>
    <dgm:cxn modelId="{9FD29FEE-2319-4B04-A7ED-1527A7444593}" type="presParOf" srcId="{8F04C8FF-40EE-4E3B-9221-C43EFE85509E}" destId="{D6B25878-7AF1-4FA6-9247-7DC4BACAF562}" srcOrd="6" destOrd="0" presId="urn:microsoft.com/office/officeart/2008/layout/LinedList"/>
    <dgm:cxn modelId="{623F28A7-0A4F-4006-A4BF-6ACB76B272F7}" type="presParOf" srcId="{8F04C8FF-40EE-4E3B-9221-C43EFE85509E}" destId="{45A9E409-BFF4-4CFD-9F57-4E656C92EC44}" srcOrd="7" destOrd="0" presId="urn:microsoft.com/office/officeart/2008/layout/LinedList"/>
    <dgm:cxn modelId="{7304B8C0-38DF-4E90-BF01-54BB466DEF99}" type="presParOf" srcId="{45A9E409-BFF4-4CFD-9F57-4E656C92EC44}" destId="{13953F67-85C8-47FB-A4A5-1D430FD775B7}" srcOrd="0" destOrd="0" presId="urn:microsoft.com/office/officeart/2008/layout/LinedList"/>
    <dgm:cxn modelId="{FDB67999-17B0-4E3D-A133-590FC58EA813}" type="presParOf" srcId="{45A9E409-BFF4-4CFD-9F57-4E656C92EC44}" destId="{1F3D53BC-25FB-4241-9C1F-D17AD3B35461}" srcOrd="1" destOrd="0" presId="urn:microsoft.com/office/officeart/2008/layout/LinedList"/>
    <dgm:cxn modelId="{F2E81162-3372-43F3-B64C-8A706A656782}" type="presParOf" srcId="{8F04C8FF-40EE-4E3B-9221-C43EFE85509E}" destId="{801D28BC-50F1-411E-A043-417574EBE734}" srcOrd="8" destOrd="0" presId="urn:microsoft.com/office/officeart/2008/layout/LinedList"/>
    <dgm:cxn modelId="{94D29DDF-9B27-4BFA-91AD-349FED369BA7}" type="presParOf" srcId="{8F04C8FF-40EE-4E3B-9221-C43EFE85509E}" destId="{A5D67735-2E37-4B33-8957-E80A76FE811B}" srcOrd="9" destOrd="0" presId="urn:microsoft.com/office/officeart/2008/layout/LinedList"/>
    <dgm:cxn modelId="{7E7B5AA0-621A-4C45-997B-015EFCABFC26}" type="presParOf" srcId="{A5D67735-2E37-4B33-8957-E80A76FE811B}" destId="{336FB8EF-FB90-4415-8EF1-9BE0AC55B2FC}" srcOrd="0" destOrd="0" presId="urn:microsoft.com/office/officeart/2008/layout/LinedList"/>
    <dgm:cxn modelId="{10AAE8A5-2BB9-4BED-8F55-522BE161C052}" type="presParOf" srcId="{A5D67735-2E37-4B33-8957-E80A76FE811B}" destId="{7B662BCB-8BC3-4E22-8543-E112514881D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AD654FD-5D71-4B1D-B4DD-C92ED3EC43C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9DEA91-C58F-44F7-9711-A167FC18A6AE}">
      <dgm:prSet/>
      <dgm:spPr/>
      <dgm:t>
        <a:bodyPr/>
        <a:lstStyle/>
        <a:p>
          <a:pPr>
            <a:buNone/>
          </a:pPr>
          <a:r>
            <a:rPr lang="pt-BR" b="1" dirty="0" err="1"/>
            <a:t>Without</a:t>
          </a:r>
          <a:r>
            <a:rPr lang="pt-BR" b="1" dirty="0"/>
            <a:t> Volume</a:t>
          </a:r>
        </a:p>
        <a:p>
          <a:pPr>
            <a:buNone/>
          </a:pPr>
          <a:r>
            <a:rPr lang="pt-BR" dirty="0"/>
            <a:t>Container </a:t>
          </a:r>
          <a:r>
            <a:rPr lang="pt-BR" dirty="0" err="1"/>
            <a:t>deleted</a:t>
          </a:r>
          <a:r>
            <a:rPr lang="pt-BR" dirty="0"/>
            <a:t> → Data </a:t>
          </a:r>
          <a:r>
            <a:rPr lang="pt-BR" dirty="0" err="1"/>
            <a:t>lost</a:t>
          </a:r>
          <a:r>
            <a:rPr lang="pt-BR" dirty="0"/>
            <a:t>.</a:t>
          </a:r>
          <a:endParaRPr lang="en-US" dirty="0"/>
        </a:p>
      </dgm:t>
    </dgm:pt>
    <dgm:pt modelId="{B941C883-BADC-41DD-89D3-BF255321937C}" type="parTrans" cxnId="{4A8E5ED2-D15C-4A00-A088-12E06538C927}">
      <dgm:prSet/>
      <dgm:spPr/>
      <dgm:t>
        <a:bodyPr/>
        <a:lstStyle/>
        <a:p>
          <a:endParaRPr lang="en-US"/>
        </a:p>
      </dgm:t>
    </dgm:pt>
    <dgm:pt modelId="{B61E1853-D3E3-4ED8-9FBD-CF61CF2B243E}" type="sibTrans" cxnId="{4A8E5ED2-D15C-4A00-A088-12E06538C927}">
      <dgm:prSet/>
      <dgm:spPr/>
      <dgm:t>
        <a:bodyPr/>
        <a:lstStyle/>
        <a:p>
          <a:endParaRPr lang="en-US"/>
        </a:p>
      </dgm:t>
    </dgm:pt>
    <dgm:pt modelId="{32F669C4-EF1F-4CF6-B74D-F027F394F365}">
      <dgm:prSet/>
      <dgm:spPr/>
      <dgm:t>
        <a:bodyPr/>
        <a:lstStyle/>
        <a:p>
          <a:r>
            <a:rPr lang="pt-BR" b="1" dirty="0" err="1"/>
            <a:t>With</a:t>
          </a:r>
          <a:r>
            <a:rPr lang="pt-BR" b="1" dirty="0"/>
            <a:t> Volume</a:t>
          </a:r>
        </a:p>
        <a:p>
          <a:pPr>
            <a:buNone/>
          </a:pPr>
          <a:r>
            <a:rPr lang="pt-BR" dirty="0"/>
            <a:t>Container </a:t>
          </a:r>
          <a:r>
            <a:rPr lang="pt-BR" dirty="0" err="1"/>
            <a:t>deleted</a:t>
          </a:r>
          <a:r>
            <a:rPr lang="pt-BR" dirty="0"/>
            <a:t> → Data </a:t>
          </a:r>
          <a:r>
            <a:rPr lang="pt-BR" dirty="0" err="1"/>
            <a:t>remains</a:t>
          </a:r>
          <a:r>
            <a:rPr lang="pt-BR" dirty="0"/>
            <a:t>.</a:t>
          </a:r>
          <a:endParaRPr lang="en-US" dirty="0"/>
        </a:p>
      </dgm:t>
    </dgm:pt>
    <dgm:pt modelId="{9ABD61C5-A23F-4F12-8691-4F577F153175}" type="parTrans" cxnId="{544687DA-F9F3-4D14-AC72-D93969F79E24}">
      <dgm:prSet/>
      <dgm:spPr/>
      <dgm:t>
        <a:bodyPr/>
        <a:lstStyle/>
        <a:p>
          <a:endParaRPr lang="en-US"/>
        </a:p>
      </dgm:t>
    </dgm:pt>
    <dgm:pt modelId="{F7170056-5EBA-4283-8D9E-33E78E7F662D}" type="sibTrans" cxnId="{544687DA-F9F3-4D14-AC72-D93969F79E24}">
      <dgm:prSet/>
      <dgm:spPr/>
      <dgm:t>
        <a:bodyPr/>
        <a:lstStyle/>
        <a:p>
          <a:endParaRPr lang="en-US"/>
        </a:p>
      </dgm:t>
    </dgm:pt>
    <dgm:pt modelId="{8F04C8FF-40EE-4E3B-9221-C43EFE85509E}" type="pres">
      <dgm:prSet presAssocID="{8AD654FD-5D71-4B1D-B4DD-C92ED3EC43C0}" presName="vert0" presStyleCnt="0">
        <dgm:presLayoutVars>
          <dgm:dir/>
          <dgm:animOne val="branch"/>
          <dgm:animLvl val="lvl"/>
        </dgm:presLayoutVars>
      </dgm:prSet>
      <dgm:spPr/>
    </dgm:pt>
    <dgm:pt modelId="{5F7DE2B7-3152-412F-A254-199C9F543463}" type="pres">
      <dgm:prSet presAssocID="{DC9DEA91-C58F-44F7-9711-A167FC18A6AE}" presName="thickLine" presStyleLbl="alignNode1" presStyleIdx="0" presStyleCnt="2"/>
      <dgm:spPr/>
    </dgm:pt>
    <dgm:pt modelId="{B526C7E1-7A6B-4994-9248-534BD0D58D88}" type="pres">
      <dgm:prSet presAssocID="{DC9DEA91-C58F-44F7-9711-A167FC18A6AE}" presName="horz1" presStyleCnt="0"/>
      <dgm:spPr/>
    </dgm:pt>
    <dgm:pt modelId="{93A07E23-4672-4A8D-BF78-D7E77995EB4A}" type="pres">
      <dgm:prSet presAssocID="{DC9DEA91-C58F-44F7-9711-A167FC18A6AE}" presName="tx1" presStyleLbl="revTx" presStyleIdx="0" presStyleCnt="2"/>
      <dgm:spPr/>
    </dgm:pt>
    <dgm:pt modelId="{4B17A9D1-5E55-4533-910E-0686B769C741}" type="pres">
      <dgm:prSet presAssocID="{DC9DEA91-C58F-44F7-9711-A167FC18A6AE}" presName="vert1" presStyleCnt="0"/>
      <dgm:spPr/>
    </dgm:pt>
    <dgm:pt modelId="{B3D0807D-3D94-496D-AC8D-1E7B787C13AD}" type="pres">
      <dgm:prSet presAssocID="{32F669C4-EF1F-4CF6-B74D-F027F394F365}" presName="thickLine" presStyleLbl="alignNode1" presStyleIdx="1" presStyleCnt="2"/>
      <dgm:spPr/>
    </dgm:pt>
    <dgm:pt modelId="{5A293676-08FE-4F64-9428-4B0D03265A3E}" type="pres">
      <dgm:prSet presAssocID="{32F669C4-EF1F-4CF6-B74D-F027F394F365}" presName="horz1" presStyleCnt="0"/>
      <dgm:spPr/>
    </dgm:pt>
    <dgm:pt modelId="{7DA69E31-FDDF-429B-A95F-7BA146F9FA4E}" type="pres">
      <dgm:prSet presAssocID="{32F669C4-EF1F-4CF6-B74D-F027F394F365}" presName="tx1" presStyleLbl="revTx" presStyleIdx="1" presStyleCnt="2"/>
      <dgm:spPr/>
    </dgm:pt>
    <dgm:pt modelId="{E342A92D-82A7-4BC5-AC82-D417227611D4}" type="pres">
      <dgm:prSet presAssocID="{32F669C4-EF1F-4CF6-B74D-F027F394F365}" presName="vert1" presStyleCnt="0"/>
      <dgm:spPr/>
    </dgm:pt>
  </dgm:ptLst>
  <dgm:cxnLst>
    <dgm:cxn modelId="{247C7821-0567-4884-8139-7327BD1F9E65}" type="presOf" srcId="{8AD654FD-5D71-4B1D-B4DD-C92ED3EC43C0}" destId="{8F04C8FF-40EE-4E3B-9221-C43EFE85509E}" srcOrd="0" destOrd="0" presId="urn:microsoft.com/office/officeart/2008/layout/LinedList"/>
    <dgm:cxn modelId="{E08E8254-092D-4862-B1B0-55C6B24705EF}" type="presOf" srcId="{DC9DEA91-C58F-44F7-9711-A167FC18A6AE}" destId="{93A07E23-4672-4A8D-BF78-D7E77995EB4A}" srcOrd="0" destOrd="0" presId="urn:microsoft.com/office/officeart/2008/layout/LinedList"/>
    <dgm:cxn modelId="{4A8E5ED2-D15C-4A00-A088-12E06538C927}" srcId="{8AD654FD-5D71-4B1D-B4DD-C92ED3EC43C0}" destId="{DC9DEA91-C58F-44F7-9711-A167FC18A6AE}" srcOrd="0" destOrd="0" parTransId="{B941C883-BADC-41DD-89D3-BF255321937C}" sibTransId="{B61E1853-D3E3-4ED8-9FBD-CF61CF2B243E}"/>
    <dgm:cxn modelId="{544687DA-F9F3-4D14-AC72-D93969F79E24}" srcId="{8AD654FD-5D71-4B1D-B4DD-C92ED3EC43C0}" destId="{32F669C4-EF1F-4CF6-B74D-F027F394F365}" srcOrd="1" destOrd="0" parTransId="{9ABD61C5-A23F-4F12-8691-4F577F153175}" sibTransId="{F7170056-5EBA-4283-8D9E-33E78E7F662D}"/>
    <dgm:cxn modelId="{8DD21EFE-6806-4765-B0DC-A8C9EBC719D2}" type="presOf" srcId="{32F669C4-EF1F-4CF6-B74D-F027F394F365}" destId="{7DA69E31-FDDF-429B-A95F-7BA146F9FA4E}" srcOrd="0" destOrd="0" presId="urn:microsoft.com/office/officeart/2008/layout/LinedList"/>
    <dgm:cxn modelId="{E47542EA-CF99-422E-8AEB-248B527E37B8}" type="presParOf" srcId="{8F04C8FF-40EE-4E3B-9221-C43EFE85509E}" destId="{5F7DE2B7-3152-412F-A254-199C9F543463}" srcOrd="0" destOrd="0" presId="urn:microsoft.com/office/officeart/2008/layout/LinedList"/>
    <dgm:cxn modelId="{C541D246-2981-4F63-BE72-33DE6397A1E5}" type="presParOf" srcId="{8F04C8FF-40EE-4E3B-9221-C43EFE85509E}" destId="{B526C7E1-7A6B-4994-9248-534BD0D58D88}" srcOrd="1" destOrd="0" presId="urn:microsoft.com/office/officeart/2008/layout/LinedList"/>
    <dgm:cxn modelId="{00028945-E07B-4E2D-B756-8519117F95E4}" type="presParOf" srcId="{B526C7E1-7A6B-4994-9248-534BD0D58D88}" destId="{93A07E23-4672-4A8D-BF78-D7E77995EB4A}" srcOrd="0" destOrd="0" presId="urn:microsoft.com/office/officeart/2008/layout/LinedList"/>
    <dgm:cxn modelId="{92AFEE76-7B0D-465D-AB2D-D6B50100DC0E}" type="presParOf" srcId="{B526C7E1-7A6B-4994-9248-534BD0D58D88}" destId="{4B17A9D1-5E55-4533-910E-0686B769C741}" srcOrd="1" destOrd="0" presId="urn:microsoft.com/office/officeart/2008/layout/LinedList"/>
    <dgm:cxn modelId="{C615FEFF-1CD4-4BC0-872B-9C8D1A6C00B5}" type="presParOf" srcId="{8F04C8FF-40EE-4E3B-9221-C43EFE85509E}" destId="{B3D0807D-3D94-496D-AC8D-1E7B787C13AD}" srcOrd="2" destOrd="0" presId="urn:microsoft.com/office/officeart/2008/layout/LinedList"/>
    <dgm:cxn modelId="{116D7DF8-B53F-4F0A-958C-5096C42DE2CD}" type="presParOf" srcId="{8F04C8FF-40EE-4E3B-9221-C43EFE85509E}" destId="{5A293676-08FE-4F64-9428-4B0D03265A3E}" srcOrd="3" destOrd="0" presId="urn:microsoft.com/office/officeart/2008/layout/LinedList"/>
    <dgm:cxn modelId="{EC812A21-F9BE-4F58-9433-A444D4492D65}" type="presParOf" srcId="{5A293676-08FE-4F64-9428-4B0D03265A3E}" destId="{7DA69E31-FDDF-429B-A95F-7BA146F9FA4E}" srcOrd="0" destOrd="0" presId="urn:microsoft.com/office/officeart/2008/layout/LinedList"/>
    <dgm:cxn modelId="{4C64B4D9-3B72-4268-915B-5957EB2E680A}" type="presParOf" srcId="{5A293676-08FE-4F64-9428-4B0D03265A3E}" destId="{E342A92D-82A7-4BC5-AC82-D417227611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AD654FD-5D71-4B1D-B4DD-C92ED3EC43C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A9AC1D-4D84-47C3-9F63-F5EF3B3BF558}">
      <dgm:prSet custT="1"/>
      <dgm:spPr/>
      <dgm:t>
        <a:bodyPr/>
        <a:lstStyle/>
        <a:p>
          <a:pPr algn="l">
            <a:buNone/>
          </a:pPr>
          <a:endParaRPr lang="pt-BR" sz="24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>
            <a:buNone/>
          </a:pPr>
          <a:endParaRPr lang="pt-BR" sz="24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>
            <a:buNone/>
          </a:pPr>
          <a:endParaRPr lang="pt-BR" sz="24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>
            <a:buNone/>
          </a:pPr>
          <a:endParaRPr lang="pt-BR" sz="24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>
            <a:buNone/>
          </a:pPr>
          <a:endParaRPr lang="pt-BR" sz="24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>
            <a:buNone/>
          </a:pPr>
          <a:endParaRPr lang="pt-BR" sz="24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l">
            <a:buNone/>
          </a:pPr>
          <a:endParaRPr lang="pt-BR" sz="24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ctr">
            <a:buNone/>
          </a:pPr>
          <a:r>
            <a:rPr lang="pt-BR" sz="2400" b="1" dirty="0">
              <a:latin typeface="Arial" panose="020B0604020202020204" pitchFamily="34" charset="0"/>
              <a:cs typeface="Arial" panose="020B0604020202020204" pitchFamily="34" charset="0"/>
            </a:rPr>
            <a:t>/var/</a:t>
          </a:r>
          <a:r>
            <a:rPr lang="pt-BR" sz="2400" b="1" dirty="0" err="1">
              <a:latin typeface="Arial" panose="020B0604020202020204" pitchFamily="34" charset="0"/>
              <a:cs typeface="Arial" panose="020B0604020202020204" pitchFamily="34" charset="0"/>
            </a:rPr>
            <a:t>lib</a:t>
          </a:r>
          <a:r>
            <a:rPr lang="pt-BR" sz="2400" b="1" dirty="0">
              <a:latin typeface="Arial" panose="020B0604020202020204" pitchFamily="34" charset="0"/>
              <a:cs typeface="Arial" panose="020B0604020202020204" pitchFamily="34" charset="0"/>
            </a:rPr>
            <a:t>/</a:t>
          </a:r>
          <a:r>
            <a:rPr lang="pt-BR" sz="2400" b="1" dirty="0" err="1">
              <a:latin typeface="Arial" panose="020B0604020202020204" pitchFamily="34" charset="0"/>
              <a:cs typeface="Arial" panose="020B0604020202020204" pitchFamily="34" charset="0"/>
            </a:rPr>
            <a:t>postgresql</a:t>
          </a:r>
          <a:r>
            <a:rPr lang="pt-BR" sz="2400" b="1" dirty="0">
              <a:latin typeface="Arial" panose="020B0604020202020204" pitchFamily="34" charset="0"/>
              <a:cs typeface="Arial" panose="020B0604020202020204" pitchFamily="34" charset="0"/>
            </a:rPr>
            <a:t>/data → </a:t>
          </a:r>
          <a:r>
            <a:rPr lang="pt-BR" sz="2400" b="0" dirty="0" err="1">
              <a:latin typeface="Arial" panose="020B0604020202020204" pitchFamily="34" charset="0"/>
              <a:cs typeface="Arial" panose="020B0604020202020204" pitchFamily="34" charset="0"/>
            </a:rPr>
            <a:t>internal</a:t>
          </a:r>
          <a:r>
            <a:rPr lang="pt-BR" sz="2400" b="0" dirty="0">
              <a:latin typeface="Arial" panose="020B0604020202020204" pitchFamily="34" charset="0"/>
              <a:cs typeface="Arial" panose="020B0604020202020204" pitchFamily="34" charset="0"/>
            </a:rPr>
            <a:t> container path</a:t>
          </a:r>
          <a:br>
            <a:rPr lang="pt-BR" sz="2400" b="1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pt-BR" sz="2400" b="1" dirty="0" err="1">
              <a:latin typeface="Arial" panose="020B0604020202020204" pitchFamily="34" charset="0"/>
              <a:cs typeface="Arial" panose="020B0604020202020204" pitchFamily="34" charset="0"/>
            </a:rPr>
            <a:t>db_data</a:t>
          </a:r>
          <a:r>
            <a:rPr lang="pt-BR" sz="2400" b="1" dirty="0">
              <a:latin typeface="Arial" panose="020B0604020202020204" pitchFamily="34" charset="0"/>
              <a:cs typeface="Arial" panose="020B0604020202020204" pitchFamily="34" charset="0"/>
            </a:rPr>
            <a:t> → </a:t>
          </a:r>
          <a:r>
            <a:rPr lang="pt-BR" sz="2400" b="0" dirty="0" err="1">
              <a:latin typeface="Arial" panose="020B0604020202020204" pitchFamily="34" charset="0"/>
              <a:cs typeface="Arial" panose="020B0604020202020204" pitchFamily="34" charset="0"/>
            </a:rPr>
            <a:t>persistent</a:t>
          </a:r>
          <a:r>
            <a:rPr lang="pt-BR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pt-BR" sz="2400" b="0" dirty="0" err="1">
              <a:latin typeface="Arial" panose="020B0604020202020204" pitchFamily="34" charset="0"/>
              <a:cs typeface="Arial" panose="020B0604020202020204" pitchFamily="34" charset="0"/>
            </a:rPr>
            <a:t>storage</a:t>
          </a:r>
          <a:r>
            <a:rPr lang="pt-BR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pt-BR" sz="2400" b="0" dirty="0" err="1">
              <a:latin typeface="Arial" panose="020B0604020202020204" pitchFamily="34" charset="0"/>
              <a:cs typeface="Arial" panose="020B0604020202020204" pitchFamily="34" charset="0"/>
            </a:rPr>
            <a:t>on</a:t>
          </a:r>
          <a:r>
            <a:rPr lang="pt-BR" sz="2400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pt-BR" sz="2400" b="0" dirty="0" err="1">
              <a:latin typeface="Arial" panose="020B0604020202020204" pitchFamily="34" charset="0"/>
              <a:cs typeface="Arial" panose="020B0604020202020204" pitchFamily="34" charset="0"/>
            </a:rPr>
            <a:t>the</a:t>
          </a:r>
          <a:r>
            <a:rPr lang="pt-BR" sz="2400" b="0" dirty="0">
              <a:latin typeface="Arial" panose="020B0604020202020204" pitchFamily="34" charset="0"/>
              <a:cs typeface="Arial" panose="020B0604020202020204" pitchFamily="34" charset="0"/>
            </a:rPr>
            <a:t> host</a:t>
          </a:r>
        </a:p>
      </dgm:t>
    </dgm:pt>
    <dgm:pt modelId="{BEA3D95C-15D2-4E23-94CD-751D18D47761}" type="parTrans" cxnId="{AC713B18-2E51-482B-A4CF-89B26E0C6FD5}">
      <dgm:prSet/>
      <dgm:spPr/>
      <dgm:t>
        <a:bodyPr/>
        <a:lstStyle/>
        <a:p>
          <a:endParaRPr lang="pt-BR"/>
        </a:p>
      </dgm:t>
    </dgm:pt>
    <dgm:pt modelId="{7F3A5979-E41C-4449-B285-9FCBAD8B220F}" type="sibTrans" cxnId="{AC713B18-2E51-482B-A4CF-89B26E0C6FD5}">
      <dgm:prSet/>
      <dgm:spPr/>
      <dgm:t>
        <a:bodyPr/>
        <a:lstStyle/>
        <a:p>
          <a:endParaRPr lang="pt-BR"/>
        </a:p>
      </dgm:t>
    </dgm:pt>
    <dgm:pt modelId="{8F04C8FF-40EE-4E3B-9221-C43EFE85509E}" type="pres">
      <dgm:prSet presAssocID="{8AD654FD-5D71-4B1D-B4DD-C92ED3EC43C0}" presName="vert0" presStyleCnt="0">
        <dgm:presLayoutVars>
          <dgm:dir/>
          <dgm:animOne val="branch"/>
          <dgm:animLvl val="lvl"/>
        </dgm:presLayoutVars>
      </dgm:prSet>
      <dgm:spPr/>
    </dgm:pt>
    <dgm:pt modelId="{47763109-5FD9-4FEC-9043-CB3920DDF674}" type="pres">
      <dgm:prSet presAssocID="{3DA9AC1D-4D84-47C3-9F63-F5EF3B3BF558}" presName="thickLine" presStyleLbl="alignNode1" presStyleIdx="0" presStyleCnt="1"/>
      <dgm:spPr/>
    </dgm:pt>
    <dgm:pt modelId="{27B82256-0287-4EAE-876A-0D625D5445B6}" type="pres">
      <dgm:prSet presAssocID="{3DA9AC1D-4D84-47C3-9F63-F5EF3B3BF558}" presName="horz1" presStyleCnt="0"/>
      <dgm:spPr/>
    </dgm:pt>
    <dgm:pt modelId="{DD4CD91A-15B6-4046-86C9-3AC588C73A21}" type="pres">
      <dgm:prSet presAssocID="{3DA9AC1D-4D84-47C3-9F63-F5EF3B3BF558}" presName="tx1" presStyleLbl="revTx" presStyleIdx="0" presStyleCnt="1"/>
      <dgm:spPr/>
    </dgm:pt>
    <dgm:pt modelId="{4CCA58CF-E96F-4033-AF42-2DF2683A3E99}" type="pres">
      <dgm:prSet presAssocID="{3DA9AC1D-4D84-47C3-9F63-F5EF3B3BF558}" presName="vert1" presStyleCnt="0"/>
      <dgm:spPr/>
    </dgm:pt>
  </dgm:ptLst>
  <dgm:cxnLst>
    <dgm:cxn modelId="{AC713B18-2E51-482B-A4CF-89B26E0C6FD5}" srcId="{8AD654FD-5D71-4B1D-B4DD-C92ED3EC43C0}" destId="{3DA9AC1D-4D84-47C3-9F63-F5EF3B3BF558}" srcOrd="0" destOrd="0" parTransId="{BEA3D95C-15D2-4E23-94CD-751D18D47761}" sibTransId="{7F3A5979-E41C-4449-B285-9FCBAD8B220F}"/>
    <dgm:cxn modelId="{247C7821-0567-4884-8139-7327BD1F9E65}" type="presOf" srcId="{8AD654FD-5D71-4B1D-B4DD-C92ED3EC43C0}" destId="{8F04C8FF-40EE-4E3B-9221-C43EFE85509E}" srcOrd="0" destOrd="0" presId="urn:microsoft.com/office/officeart/2008/layout/LinedList"/>
    <dgm:cxn modelId="{D520D4E7-05CC-4A04-AD4D-FCFF8650676B}" type="presOf" srcId="{3DA9AC1D-4D84-47C3-9F63-F5EF3B3BF558}" destId="{DD4CD91A-15B6-4046-86C9-3AC588C73A21}" srcOrd="0" destOrd="0" presId="urn:microsoft.com/office/officeart/2008/layout/LinedList"/>
    <dgm:cxn modelId="{B1B08BE0-130B-4363-8938-1DBEB2923F74}" type="presParOf" srcId="{8F04C8FF-40EE-4E3B-9221-C43EFE85509E}" destId="{47763109-5FD9-4FEC-9043-CB3920DDF674}" srcOrd="0" destOrd="0" presId="urn:microsoft.com/office/officeart/2008/layout/LinedList"/>
    <dgm:cxn modelId="{F486184E-0419-4A76-9E0F-B3F3C8054D71}" type="presParOf" srcId="{8F04C8FF-40EE-4E3B-9221-C43EFE85509E}" destId="{27B82256-0287-4EAE-876A-0D625D5445B6}" srcOrd="1" destOrd="0" presId="urn:microsoft.com/office/officeart/2008/layout/LinedList"/>
    <dgm:cxn modelId="{96B127FC-2897-41C8-9FD6-9C636B26EFEF}" type="presParOf" srcId="{27B82256-0287-4EAE-876A-0D625D5445B6}" destId="{DD4CD91A-15B6-4046-86C9-3AC588C73A21}" srcOrd="0" destOrd="0" presId="urn:microsoft.com/office/officeart/2008/layout/LinedList"/>
    <dgm:cxn modelId="{F3CD2C22-5DE1-4A54-BB6F-1B8223E0D226}" type="presParOf" srcId="{27B82256-0287-4EAE-876A-0D625D5445B6}" destId="{4CCA58CF-E96F-4033-AF42-2DF2683A3E9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26E757F-724E-40AB-9329-BF2748D8762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0CE9B02-0DD8-4915-AA4F-CE104F8BFDF0}">
      <dgm:prSet/>
      <dgm:spPr/>
      <dgm:t>
        <a:bodyPr/>
        <a:lstStyle/>
        <a:p>
          <a:pPr>
            <a:defRPr cap="all"/>
          </a:pPr>
          <a:r>
            <a:rPr lang="en-US" b="1"/>
            <a:t>Automatic internal DNS</a:t>
          </a:r>
          <a:br>
            <a:rPr lang="en-US"/>
          </a:br>
          <a:r>
            <a:rPr lang="en-US"/>
            <a:t>Docker automatically creates an internal DNS server for service discovery.</a:t>
          </a:r>
        </a:p>
      </dgm:t>
    </dgm:pt>
    <dgm:pt modelId="{A5FC0AD2-C523-48BA-BB76-3C06EBCCA37A}" type="parTrans" cxnId="{44ADC52D-E083-4D60-B304-1676A3EA97FD}">
      <dgm:prSet/>
      <dgm:spPr/>
      <dgm:t>
        <a:bodyPr/>
        <a:lstStyle/>
        <a:p>
          <a:endParaRPr lang="en-US"/>
        </a:p>
      </dgm:t>
    </dgm:pt>
    <dgm:pt modelId="{401C1F93-A211-4BED-8F13-4943181211F0}" type="sibTrans" cxnId="{44ADC52D-E083-4D60-B304-1676A3EA97FD}">
      <dgm:prSet/>
      <dgm:spPr/>
      <dgm:t>
        <a:bodyPr/>
        <a:lstStyle/>
        <a:p>
          <a:endParaRPr lang="en-US"/>
        </a:p>
      </dgm:t>
    </dgm:pt>
    <dgm:pt modelId="{2FD5CD27-959D-4CD6-A925-1971C36AE80D}">
      <dgm:prSet/>
      <dgm:spPr/>
      <dgm:t>
        <a:bodyPr/>
        <a:lstStyle/>
        <a:p>
          <a:pPr>
            <a:defRPr cap="all"/>
          </a:pPr>
          <a:r>
            <a:rPr lang="en-US" b="1"/>
            <a:t>Service name communication</a:t>
          </a:r>
          <a:br>
            <a:rPr lang="en-US"/>
          </a:br>
          <a:r>
            <a:rPr lang="en-US"/>
            <a:t>Containers communicate using the service name defined in docker-compose.yml.</a:t>
          </a:r>
        </a:p>
      </dgm:t>
    </dgm:pt>
    <dgm:pt modelId="{A70CC984-277C-4D69-89A3-3C02273972EE}" type="parTrans" cxnId="{158AB572-22B8-4DDB-92B1-D95409E4D32B}">
      <dgm:prSet/>
      <dgm:spPr/>
      <dgm:t>
        <a:bodyPr/>
        <a:lstStyle/>
        <a:p>
          <a:endParaRPr lang="en-US"/>
        </a:p>
      </dgm:t>
    </dgm:pt>
    <dgm:pt modelId="{31B147CB-E98E-4288-8B41-F92C7C5E112E}" type="sibTrans" cxnId="{158AB572-22B8-4DDB-92B1-D95409E4D32B}">
      <dgm:prSet/>
      <dgm:spPr/>
      <dgm:t>
        <a:bodyPr/>
        <a:lstStyle/>
        <a:p>
          <a:endParaRPr lang="en-US"/>
        </a:p>
      </dgm:t>
    </dgm:pt>
    <dgm:pt modelId="{96A5D8E2-D308-49EA-BB76-99B2500C1BD5}">
      <dgm:prSet/>
      <dgm:spPr/>
      <dgm:t>
        <a:bodyPr/>
        <a:lstStyle/>
        <a:p>
          <a:pPr>
            <a:defRPr cap="all"/>
          </a:pPr>
          <a:r>
            <a:rPr lang="en-US" b="1"/>
            <a:t>Isolated virtual network</a:t>
          </a:r>
          <a:br>
            <a:rPr lang="en-US"/>
          </a:br>
          <a:r>
            <a:rPr lang="en-US"/>
            <a:t>All services are connected through a private virtual bridge network.</a:t>
          </a:r>
        </a:p>
      </dgm:t>
    </dgm:pt>
    <dgm:pt modelId="{69F5629E-D9C1-4470-AE79-333242C4C597}" type="parTrans" cxnId="{DD2BD0A4-9A13-493F-BCB9-D6378612FDAA}">
      <dgm:prSet/>
      <dgm:spPr/>
      <dgm:t>
        <a:bodyPr/>
        <a:lstStyle/>
        <a:p>
          <a:endParaRPr lang="en-US"/>
        </a:p>
      </dgm:t>
    </dgm:pt>
    <dgm:pt modelId="{B84CE0DD-1A81-4428-83B1-FF1F7EE1DEE5}" type="sibTrans" cxnId="{DD2BD0A4-9A13-493F-BCB9-D6378612FDAA}">
      <dgm:prSet/>
      <dgm:spPr/>
      <dgm:t>
        <a:bodyPr/>
        <a:lstStyle/>
        <a:p>
          <a:endParaRPr lang="en-US"/>
        </a:p>
      </dgm:t>
    </dgm:pt>
    <dgm:pt modelId="{859FE0FF-CBCE-4C2C-BCFC-18244962174B}">
      <dgm:prSet/>
      <dgm:spPr/>
      <dgm:t>
        <a:bodyPr/>
        <a:lstStyle/>
        <a:p>
          <a:pPr>
            <a:defRPr cap="all"/>
          </a:pPr>
          <a:r>
            <a:rPr lang="en-US" b="1"/>
            <a:t>Secure internal traffic</a:t>
          </a:r>
          <a:br>
            <a:rPr lang="en-US"/>
          </a:br>
          <a:r>
            <a:rPr lang="en-US"/>
            <a:t>Containers communicate internally without exposing ports externally.</a:t>
          </a:r>
        </a:p>
      </dgm:t>
    </dgm:pt>
    <dgm:pt modelId="{196DFF44-C717-4341-ADC9-98C91BFA6D88}" type="parTrans" cxnId="{0E302C5B-7F85-42E2-AF3B-1BD33C1F1D50}">
      <dgm:prSet/>
      <dgm:spPr/>
      <dgm:t>
        <a:bodyPr/>
        <a:lstStyle/>
        <a:p>
          <a:endParaRPr lang="en-US"/>
        </a:p>
      </dgm:t>
    </dgm:pt>
    <dgm:pt modelId="{BF1CA414-BF8C-4024-A920-D7CB95CD860D}" type="sibTrans" cxnId="{0E302C5B-7F85-42E2-AF3B-1BD33C1F1D50}">
      <dgm:prSet/>
      <dgm:spPr/>
      <dgm:t>
        <a:bodyPr/>
        <a:lstStyle/>
        <a:p>
          <a:endParaRPr lang="en-US"/>
        </a:p>
      </dgm:t>
    </dgm:pt>
    <dgm:pt modelId="{FE5DE3A2-9C94-4AEF-8893-632EF38C60B5}" type="pres">
      <dgm:prSet presAssocID="{826E757F-724E-40AB-9329-BF2748D87621}" presName="root" presStyleCnt="0">
        <dgm:presLayoutVars>
          <dgm:dir/>
          <dgm:resizeHandles val="exact"/>
        </dgm:presLayoutVars>
      </dgm:prSet>
      <dgm:spPr/>
    </dgm:pt>
    <dgm:pt modelId="{E32CBBEF-1A49-4E0A-97C7-8788141FDC35}" type="pres">
      <dgm:prSet presAssocID="{80CE9B02-0DD8-4915-AA4F-CE104F8BFDF0}" presName="compNode" presStyleCnt="0"/>
      <dgm:spPr/>
    </dgm:pt>
    <dgm:pt modelId="{8BB8E03A-A75A-41EE-8D90-31F00A81E9A8}" type="pres">
      <dgm:prSet presAssocID="{80CE9B02-0DD8-4915-AA4F-CE104F8BFDF0}" presName="iconBgRect" presStyleLbl="bgShp" presStyleIdx="0" presStyleCnt="4"/>
      <dgm:spPr/>
    </dgm:pt>
    <dgm:pt modelId="{2DB4B837-C4F6-4B93-AF60-63D82D668292}" type="pres">
      <dgm:prSet presAssocID="{80CE9B02-0DD8-4915-AA4F-CE104F8BFDF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C63B96D5-4786-4639-ACCB-EBA9FD7CAB81}" type="pres">
      <dgm:prSet presAssocID="{80CE9B02-0DD8-4915-AA4F-CE104F8BFDF0}" presName="spaceRect" presStyleCnt="0"/>
      <dgm:spPr/>
    </dgm:pt>
    <dgm:pt modelId="{FC67203D-BC63-428B-BD07-F8B7EE7236C2}" type="pres">
      <dgm:prSet presAssocID="{80CE9B02-0DD8-4915-AA4F-CE104F8BFDF0}" presName="textRect" presStyleLbl="revTx" presStyleIdx="0" presStyleCnt="4">
        <dgm:presLayoutVars>
          <dgm:chMax val="1"/>
          <dgm:chPref val="1"/>
        </dgm:presLayoutVars>
      </dgm:prSet>
      <dgm:spPr/>
    </dgm:pt>
    <dgm:pt modelId="{15ACC268-18D9-4E6E-87F0-E33FC2889B6C}" type="pres">
      <dgm:prSet presAssocID="{401C1F93-A211-4BED-8F13-4943181211F0}" presName="sibTrans" presStyleCnt="0"/>
      <dgm:spPr/>
    </dgm:pt>
    <dgm:pt modelId="{F6B3380B-07D2-4A4D-8CF3-FB6C1C20CE89}" type="pres">
      <dgm:prSet presAssocID="{2FD5CD27-959D-4CD6-A925-1971C36AE80D}" presName="compNode" presStyleCnt="0"/>
      <dgm:spPr/>
    </dgm:pt>
    <dgm:pt modelId="{9F61EBB4-7CA6-4705-9A44-1785E3F472FB}" type="pres">
      <dgm:prSet presAssocID="{2FD5CD27-959D-4CD6-A925-1971C36AE80D}" presName="iconBgRect" presStyleLbl="bgShp" presStyleIdx="1" presStyleCnt="4"/>
      <dgm:spPr/>
    </dgm:pt>
    <dgm:pt modelId="{BF2A4397-FCF8-4E38-8095-3B4FAF708624}" type="pres">
      <dgm:prSet presAssocID="{2FD5CD27-959D-4CD6-A925-1971C36AE80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C7E0DA1C-085F-4C3C-942D-D07AFFBAEB22}" type="pres">
      <dgm:prSet presAssocID="{2FD5CD27-959D-4CD6-A925-1971C36AE80D}" presName="spaceRect" presStyleCnt="0"/>
      <dgm:spPr/>
    </dgm:pt>
    <dgm:pt modelId="{23F39864-854C-4305-A7DB-BFE6D97D4E9E}" type="pres">
      <dgm:prSet presAssocID="{2FD5CD27-959D-4CD6-A925-1971C36AE80D}" presName="textRect" presStyleLbl="revTx" presStyleIdx="1" presStyleCnt="4">
        <dgm:presLayoutVars>
          <dgm:chMax val="1"/>
          <dgm:chPref val="1"/>
        </dgm:presLayoutVars>
      </dgm:prSet>
      <dgm:spPr/>
    </dgm:pt>
    <dgm:pt modelId="{988DD2D5-C12C-4A09-8D0B-19D9D5880259}" type="pres">
      <dgm:prSet presAssocID="{31B147CB-E98E-4288-8B41-F92C7C5E112E}" presName="sibTrans" presStyleCnt="0"/>
      <dgm:spPr/>
    </dgm:pt>
    <dgm:pt modelId="{5E6CB62F-1CF6-47D1-86C7-C06BEC23DF21}" type="pres">
      <dgm:prSet presAssocID="{96A5D8E2-D308-49EA-BB76-99B2500C1BD5}" presName="compNode" presStyleCnt="0"/>
      <dgm:spPr/>
    </dgm:pt>
    <dgm:pt modelId="{B9903714-7E5A-4427-9DBB-51CF5A6C8864}" type="pres">
      <dgm:prSet presAssocID="{96A5D8E2-D308-49EA-BB76-99B2500C1BD5}" presName="iconBgRect" presStyleLbl="bgShp" presStyleIdx="2" presStyleCnt="4"/>
      <dgm:spPr/>
    </dgm:pt>
    <dgm:pt modelId="{FD9324AF-9A90-4AA9-9EB4-E1601DFAB6DB}" type="pres">
      <dgm:prSet presAssocID="{96A5D8E2-D308-49EA-BB76-99B2500C1BD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8C873424-078E-4A87-86BB-6066A360FD98}" type="pres">
      <dgm:prSet presAssocID="{96A5D8E2-D308-49EA-BB76-99B2500C1BD5}" presName="spaceRect" presStyleCnt="0"/>
      <dgm:spPr/>
    </dgm:pt>
    <dgm:pt modelId="{3152CBF7-9F8A-40CF-92D5-3779D1F216BD}" type="pres">
      <dgm:prSet presAssocID="{96A5D8E2-D308-49EA-BB76-99B2500C1BD5}" presName="textRect" presStyleLbl="revTx" presStyleIdx="2" presStyleCnt="4">
        <dgm:presLayoutVars>
          <dgm:chMax val="1"/>
          <dgm:chPref val="1"/>
        </dgm:presLayoutVars>
      </dgm:prSet>
      <dgm:spPr/>
    </dgm:pt>
    <dgm:pt modelId="{3AED39C9-8F57-49F9-B101-E304E3E769DE}" type="pres">
      <dgm:prSet presAssocID="{B84CE0DD-1A81-4428-83B1-FF1F7EE1DEE5}" presName="sibTrans" presStyleCnt="0"/>
      <dgm:spPr/>
    </dgm:pt>
    <dgm:pt modelId="{F5CCFDBB-DD69-4247-AEC2-40A2CBE60F55}" type="pres">
      <dgm:prSet presAssocID="{859FE0FF-CBCE-4C2C-BCFC-18244962174B}" presName="compNode" presStyleCnt="0"/>
      <dgm:spPr/>
    </dgm:pt>
    <dgm:pt modelId="{A4DFF627-6831-4AC5-A944-F9B45932E370}" type="pres">
      <dgm:prSet presAssocID="{859FE0FF-CBCE-4C2C-BCFC-18244962174B}" presName="iconBgRect" presStyleLbl="bgShp" presStyleIdx="3" presStyleCnt="4"/>
      <dgm:spPr/>
    </dgm:pt>
    <dgm:pt modelId="{7378B319-5737-4C3E-8B26-03DCC65DE0E2}" type="pres">
      <dgm:prSet presAssocID="{859FE0FF-CBCE-4C2C-BCFC-18244962174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2A6F0F9C-A754-4D59-A4E6-55B57E186624}" type="pres">
      <dgm:prSet presAssocID="{859FE0FF-CBCE-4C2C-BCFC-18244962174B}" presName="spaceRect" presStyleCnt="0"/>
      <dgm:spPr/>
    </dgm:pt>
    <dgm:pt modelId="{E3D4F497-8FEB-492F-9F82-FB9EF7C8A24B}" type="pres">
      <dgm:prSet presAssocID="{859FE0FF-CBCE-4C2C-BCFC-18244962174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BE50B25-B93C-4706-8F10-B16AB6C51C57}" type="presOf" srcId="{96A5D8E2-D308-49EA-BB76-99B2500C1BD5}" destId="{3152CBF7-9F8A-40CF-92D5-3779D1F216BD}" srcOrd="0" destOrd="0" presId="urn:microsoft.com/office/officeart/2018/5/layout/IconCircleLabelList"/>
    <dgm:cxn modelId="{44ADC52D-E083-4D60-B304-1676A3EA97FD}" srcId="{826E757F-724E-40AB-9329-BF2748D87621}" destId="{80CE9B02-0DD8-4915-AA4F-CE104F8BFDF0}" srcOrd="0" destOrd="0" parTransId="{A5FC0AD2-C523-48BA-BB76-3C06EBCCA37A}" sibTransId="{401C1F93-A211-4BED-8F13-4943181211F0}"/>
    <dgm:cxn modelId="{770BF540-EF6E-4328-8D2B-BC856DF331A5}" type="presOf" srcId="{826E757F-724E-40AB-9329-BF2748D87621}" destId="{FE5DE3A2-9C94-4AEF-8893-632EF38C60B5}" srcOrd="0" destOrd="0" presId="urn:microsoft.com/office/officeart/2018/5/layout/IconCircleLabelList"/>
    <dgm:cxn modelId="{0E302C5B-7F85-42E2-AF3B-1BD33C1F1D50}" srcId="{826E757F-724E-40AB-9329-BF2748D87621}" destId="{859FE0FF-CBCE-4C2C-BCFC-18244962174B}" srcOrd="3" destOrd="0" parTransId="{196DFF44-C717-4341-ADC9-98C91BFA6D88}" sibTransId="{BF1CA414-BF8C-4024-A920-D7CB95CD860D}"/>
    <dgm:cxn modelId="{158AB572-22B8-4DDB-92B1-D95409E4D32B}" srcId="{826E757F-724E-40AB-9329-BF2748D87621}" destId="{2FD5CD27-959D-4CD6-A925-1971C36AE80D}" srcOrd="1" destOrd="0" parTransId="{A70CC984-277C-4D69-89A3-3C02273972EE}" sibTransId="{31B147CB-E98E-4288-8B41-F92C7C5E112E}"/>
    <dgm:cxn modelId="{DD2BD0A4-9A13-493F-BCB9-D6378612FDAA}" srcId="{826E757F-724E-40AB-9329-BF2748D87621}" destId="{96A5D8E2-D308-49EA-BB76-99B2500C1BD5}" srcOrd="2" destOrd="0" parTransId="{69F5629E-D9C1-4470-AE79-333242C4C597}" sibTransId="{B84CE0DD-1A81-4428-83B1-FF1F7EE1DEE5}"/>
    <dgm:cxn modelId="{B758F8AE-C2C3-47FF-85B6-30DEA2826A73}" type="presOf" srcId="{859FE0FF-CBCE-4C2C-BCFC-18244962174B}" destId="{E3D4F497-8FEB-492F-9F82-FB9EF7C8A24B}" srcOrd="0" destOrd="0" presId="urn:microsoft.com/office/officeart/2018/5/layout/IconCircleLabelList"/>
    <dgm:cxn modelId="{230140DC-6547-4AC1-965B-F9575B2FB6EB}" type="presOf" srcId="{80CE9B02-0DD8-4915-AA4F-CE104F8BFDF0}" destId="{FC67203D-BC63-428B-BD07-F8B7EE7236C2}" srcOrd="0" destOrd="0" presId="urn:microsoft.com/office/officeart/2018/5/layout/IconCircleLabelList"/>
    <dgm:cxn modelId="{A55795E3-10E2-4A23-92A2-B413D2754B1A}" type="presOf" srcId="{2FD5CD27-959D-4CD6-A925-1971C36AE80D}" destId="{23F39864-854C-4305-A7DB-BFE6D97D4E9E}" srcOrd="0" destOrd="0" presId="urn:microsoft.com/office/officeart/2018/5/layout/IconCircleLabelList"/>
    <dgm:cxn modelId="{566E0011-0F12-481A-B356-B2E25D63E771}" type="presParOf" srcId="{FE5DE3A2-9C94-4AEF-8893-632EF38C60B5}" destId="{E32CBBEF-1A49-4E0A-97C7-8788141FDC35}" srcOrd="0" destOrd="0" presId="urn:microsoft.com/office/officeart/2018/5/layout/IconCircleLabelList"/>
    <dgm:cxn modelId="{6E73B56B-1ADA-43CB-AF58-FD51F392905A}" type="presParOf" srcId="{E32CBBEF-1A49-4E0A-97C7-8788141FDC35}" destId="{8BB8E03A-A75A-41EE-8D90-31F00A81E9A8}" srcOrd="0" destOrd="0" presId="urn:microsoft.com/office/officeart/2018/5/layout/IconCircleLabelList"/>
    <dgm:cxn modelId="{DC0E23D7-65CD-4243-8A25-7E4993B3C5E6}" type="presParOf" srcId="{E32CBBEF-1A49-4E0A-97C7-8788141FDC35}" destId="{2DB4B837-C4F6-4B93-AF60-63D82D668292}" srcOrd="1" destOrd="0" presId="urn:microsoft.com/office/officeart/2018/5/layout/IconCircleLabelList"/>
    <dgm:cxn modelId="{4AB52281-8622-4B7B-A2BB-6EDFCC300B71}" type="presParOf" srcId="{E32CBBEF-1A49-4E0A-97C7-8788141FDC35}" destId="{C63B96D5-4786-4639-ACCB-EBA9FD7CAB81}" srcOrd="2" destOrd="0" presId="urn:microsoft.com/office/officeart/2018/5/layout/IconCircleLabelList"/>
    <dgm:cxn modelId="{1A2589C3-C2D0-4A08-B19F-E9AD2B624049}" type="presParOf" srcId="{E32CBBEF-1A49-4E0A-97C7-8788141FDC35}" destId="{FC67203D-BC63-428B-BD07-F8B7EE7236C2}" srcOrd="3" destOrd="0" presId="urn:microsoft.com/office/officeart/2018/5/layout/IconCircleLabelList"/>
    <dgm:cxn modelId="{917A99EF-D42A-476D-8025-207F0DF997F4}" type="presParOf" srcId="{FE5DE3A2-9C94-4AEF-8893-632EF38C60B5}" destId="{15ACC268-18D9-4E6E-87F0-E33FC2889B6C}" srcOrd="1" destOrd="0" presId="urn:microsoft.com/office/officeart/2018/5/layout/IconCircleLabelList"/>
    <dgm:cxn modelId="{E56CD8A7-50C5-485F-8720-1E3B0593F187}" type="presParOf" srcId="{FE5DE3A2-9C94-4AEF-8893-632EF38C60B5}" destId="{F6B3380B-07D2-4A4D-8CF3-FB6C1C20CE89}" srcOrd="2" destOrd="0" presId="urn:microsoft.com/office/officeart/2018/5/layout/IconCircleLabelList"/>
    <dgm:cxn modelId="{53198C1B-A304-4F41-85DF-85D97199EEC7}" type="presParOf" srcId="{F6B3380B-07D2-4A4D-8CF3-FB6C1C20CE89}" destId="{9F61EBB4-7CA6-4705-9A44-1785E3F472FB}" srcOrd="0" destOrd="0" presId="urn:microsoft.com/office/officeart/2018/5/layout/IconCircleLabelList"/>
    <dgm:cxn modelId="{0728DBD1-02FE-49A1-8C54-2BC27F745EC3}" type="presParOf" srcId="{F6B3380B-07D2-4A4D-8CF3-FB6C1C20CE89}" destId="{BF2A4397-FCF8-4E38-8095-3B4FAF708624}" srcOrd="1" destOrd="0" presId="urn:microsoft.com/office/officeart/2018/5/layout/IconCircleLabelList"/>
    <dgm:cxn modelId="{3465DDBE-AF00-4F93-9F98-7A502CCF9389}" type="presParOf" srcId="{F6B3380B-07D2-4A4D-8CF3-FB6C1C20CE89}" destId="{C7E0DA1C-085F-4C3C-942D-D07AFFBAEB22}" srcOrd="2" destOrd="0" presId="urn:microsoft.com/office/officeart/2018/5/layout/IconCircleLabelList"/>
    <dgm:cxn modelId="{2793C23B-5325-4F91-8F0E-2D78DABD6635}" type="presParOf" srcId="{F6B3380B-07D2-4A4D-8CF3-FB6C1C20CE89}" destId="{23F39864-854C-4305-A7DB-BFE6D97D4E9E}" srcOrd="3" destOrd="0" presId="urn:microsoft.com/office/officeart/2018/5/layout/IconCircleLabelList"/>
    <dgm:cxn modelId="{D91471B6-A9B3-463B-97CA-7F1C758B1267}" type="presParOf" srcId="{FE5DE3A2-9C94-4AEF-8893-632EF38C60B5}" destId="{988DD2D5-C12C-4A09-8D0B-19D9D5880259}" srcOrd="3" destOrd="0" presId="urn:microsoft.com/office/officeart/2018/5/layout/IconCircleLabelList"/>
    <dgm:cxn modelId="{2F9FFFF2-3CBC-4566-A0A0-EC6E89A9199B}" type="presParOf" srcId="{FE5DE3A2-9C94-4AEF-8893-632EF38C60B5}" destId="{5E6CB62F-1CF6-47D1-86C7-C06BEC23DF21}" srcOrd="4" destOrd="0" presId="urn:microsoft.com/office/officeart/2018/5/layout/IconCircleLabelList"/>
    <dgm:cxn modelId="{46E4FDF4-F2C2-4A78-88D2-93886A856790}" type="presParOf" srcId="{5E6CB62F-1CF6-47D1-86C7-C06BEC23DF21}" destId="{B9903714-7E5A-4427-9DBB-51CF5A6C8864}" srcOrd="0" destOrd="0" presId="urn:microsoft.com/office/officeart/2018/5/layout/IconCircleLabelList"/>
    <dgm:cxn modelId="{D7D3D5A5-A9C3-46B2-B7BA-4016B700BC35}" type="presParOf" srcId="{5E6CB62F-1CF6-47D1-86C7-C06BEC23DF21}" destId="{FD9324AF-9A90-4AA9-9EB4-E1601DFAB6DB}" srcOrd="1" destOrd="0" presId="urn:microsoft.com/office/officeart/2018/5/layout/IconCircleLabelList"/>
    <dgm:cxn modelId="{B85BD21B-D772-4CB4-8850-9218BE12C961}" type="presParOf" srcId="{5E6CB62F-1CF6-47D1-86C7-C06BEC23DF21}" destId="{8C873424-078E-4A87-86BB-6066A360FD98}" srcOrd="2" destOrd="0" presId="urn:microsoft.com/office/officeart/2018/5/layout/IconCircleLabelList"/>
    <dgm:cxn modelId="{428B9853-CAB9-4102-8BB5-693A3B5A9FCB}" type="presParOf" srcId="{5E6CB62F-1CF6-47D1-86C7-C06BEC23DF21}" destId="{3152CBF7-9F8A-40CF-92D5-3779D1F216BD}" srcOrd="3" destOrd="0" presId="urn:microsoft.com/office/officeart/2018/5/layout/IconCircleLabelList"/>
    <dgm:cxn modelId="{06792085-582E-4E90-8056-774E36702DE7}" type="presParOf" srcId="{FE5DE3A2-9C94-4AEF-8893-632EF38C60B5}" destId="{3AED39C9-8F57-49F9-B101-E304E3E769DE}" srcOrd="5" destOrd="0" presId="urn:microsoft.com/office/officeart/2018/5/layout/IconCircleLabelList"/>
    <dgm:cxn modelId="{723357FA-C92F-4FBE-92EB-1E5810FFB2E4}" type="presParOf" srcId="{FE5DE3A2-9C94-4AEF-8893-632EF38C60B5}" destId="{F5CCFDBB-DD69-4247-AEC2-40A2CBE60F55}" srcOrd="6" destOrd="0" presId="urn:microsoft.com/office/officeart/2018/5/layout/IconCircleLabelList"/>
    <dgm:cxn modelId="{4AEC4B1E-92B4-413C-9C8E-3F1FC7D8ECDC}" type="presParOf" srcId="{F5CCFDBB-DD69-4247-AEC2-40A2CBE60F55}" destId="{A4DFF627-6831-4AC5-A944-F9B45932E370}" srcOrd="0" destOrd="0" presId="urn:microsoft.com/office/officeart/2018/5/layout/IconCircleLabelList"/>
    <dgm:cxn modelId="{3367B052-30F7-43B1-8C5A-A172C9A020D8}" type="presParOf" srcId="{F5CCFDBB-DD69-4247-AEC2-40A2CBE60F55}" destId="{7378B319-5737-4C3E-8B26-03DCC65DE0E2}" srcOrd="1" destOrd="0" presId="urn:microsoft.com/office/officeart/2018/5/layout/IconCircleLabelList"/>
    <dgm:cxn modelId="{D7CEA4DC-0827-4F1F-B43F-0AC2C82201DB}" type="presParOf" srcId="{F5CCFDBB-DD69-4247-AEC2-40A2CBE60F55}" destId="{2A6F0F9C-A754-4D59-A4E6-55B57E186624}" srcOrd="2" destOrd="0" presId="urn:microsoft.com/office/officeart/2018/5/layout/IconCircleLabelList"/>
    <dgm:cxn modelId="{0887693D-B410-481C-B6A0-15D2F2437F41}" type="presParOf" srcId="{F5CCFDBB-DD69-4247-AEC2-40A2CBE60F55}" destId="{E3D4F497-8FEB-492F-9F82-FB9EF7C8A24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CE849ED-6250-4497-BBE1-9474B475CC0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BBFEA7F-9609-444C-93FF-88AF3AC90B3C}">
      <dgm:prSet/>
      <dgm:spPr/>
      <dgm:t>
        <a:bodyPr/>
        <a:lstStyle/>
        <a:p>
          <a:r>
            <a:rPr lang="pt-BR" b="1" i="0" baseline="0"/>
            <a:t>Minimize image size</a:t>
          </a:r>
          <a:br>
            <a:rPr lang="pt-BR" b="0" i="0" baseline="0"/>
          </a:br>
          <a:r>
            <a:rPr lang="pt-BR" b="0" i="0" baseline="0"/>
            <a:t>Use lightweight base images (e.g., slim or alpine variants) to reduce the attack surface.</a:t>
          </a:r>
          <a:endParaRPr lang="en-US"/>
        </a:p>
      </dgm:t>
    </dgm:pt>
    <dgm:pt modelId="{632BD37B-9E28-4255-8274-87A0389C9FAE}" type="parTrans" cxnId="{21659D2A-6D36-4A39-AAC0-706EE501931D}">
      <dgm:prSet/>
      <dgm:spPr/>
      <dgm:t>
        <a:bodyPr/>
        <a:lstStyle/>
        <a:p>
          <a:endParaRPr lang="en-US"/>
        </a:p>
      </dgm:t>
    </dgm:pt>
    <dgm:pt modelId="{3C4BA406-E588-4A5F-8C6A-152054C715B0}" type="sibTrans" cxnId="{21659D2A-6D36-4A39-AAC0-706EE501931D}">
      <dgm:prSet/>
      <dgm:spPr/>
      <dgm:t>
        <a:bodyPr/>
        <a:lstStyle/>
        <a:p>
          <a:endParaRPr lang="en-US"/>
        </a:p>
      </dgm:t>
    </dgm:pt>
    <dgm:pt modelId="{EE51A9BF-AE27-49EC-9FCD-E0C5F223829C}">
      <dgm:prSet/>
      <dgm:spPr/>
      <dgm:t>
        <a:bodyPr/>
        <a:lstStyle/>
        <a:p>
          <a:r>
            <a:rPr lang="pt-BR" b="1" i="0" baseline="0"/>
            <a:t>Avoid running as root</a:t>
          </a:r>
          <a:br>
            <a:rPr lang="pt-BR" b="0" i="0" baseline="0"/>
          </a:br>
          <a:r>
            <a:rPr lang="pt-BR" b="0" i="0" baseline="0"/>
            <a:t>Configure containers to run as a non-privileged user to limit potential damage.</a:t>
          </a:r>
          <a:endParaRPr lang="en-US"/>
        </a:p>
      </dgm:t>
    </dgm:pt>
    <dgm:pt modelId="{4526567A-7B06-4BE1-A821-95B9FC542701}" type="parTrans" cxnId="{C7F5C8C7-4FE0-4A4C-A90F-1A8FBFDE3DA9}">
      <dgm:prSet/>
      <dgm:spPr/>
      <dgm:t>
        <a:bodyPr/>
        <a:lstStyle/>
        <a:p>
          <a:endParaRPr lang="en-US"/>
        </a:p>
      </dgm:t>
    </dgm:pt>
    <dgm:pt modelId="{2BF17FA4-1A73-4488-AF45-D4F07B1AB7BE}" type="sibTrans" cxnId="{C7F5C8C7-4FE0-4A4C-A90F-1A8FBFDE3DA9}">
      <dgm:prSet/>
      <dgm:spPr/>
      <dgm:t>
        <a:bodyPr/>
        <a:lstStyle/>
        <a:p>
          <a:endParaRPr lang="en-US"/>
        </a:p>
      </dgm:t>
    </dgm:pt>
    <dgm:pt modelId="{0316CFA7-17A2-4BDB-91C6-16425EDF1CB0}">
      <dgm:prSet/>
      <dgm:spPr/>
      <dgm:t>
        <a:bodyPr/>
        <a:lstStyle/>
        <a:p>
          <a:r>
            <a:rPr lang="pt-BR" b="1" i="0" baseline="0"/>
            <a:t>Scan for vulnerabilities</a:t>
          </a:r>
          <a:br>
            <a:rPr lang="pt-BR" b="0" i="0" baseline="0"/>
          </a:br>
          <a:r>
            <a:rPr lang="pt-BR" b="0" i="0" baseline="0"/>
            <a:t>Regularly scan images for known CVEs using security tools.</a:t>
          </a:r>
          <a:endParaRPr lang="en-US"/>
        </a:p>
      </dgm:t>
    </dgm:pt>
    <dgm:pt modelId="{435A01AA-6883-4C53-9762-AA40261DEEE1}" type="parTrans" cxnId="{0C9B53DD-BB84-4950-932F-F0B272FCF439}">
      <dgm:prSet/>
      <dgm:spPr/>
      <dgm:t>
        <a:bodyPr/>
        <a:lstStyle/>
        <a:p>
          <a:endParaRPr lang="en-US"/>
        </a:p>
      </dgm:t>
    </dgm:pt>
    <dgm:pt modelId="{6AE2A438-E5E1-4319-8FCA-4CACDBBCEA1E}" type="sibTrans" cxnId="{0C9B53DD-BB84-4950-932F-F0B272FCF439}">
      <dgm:prSet/>
      <dgm:spPr/>
      <dgm:t>
        <a:bodyPr/>
        <a:lstStyle/>
        <a:p>
          <a:endParaRPr lang="en-US"/>
        </a:p>
      </dgm:t>
    </dgm:pt>
    <dgm:pt modelId="{E4668C60-0781-44A6-BA0C-B3DA411711D4}">
      <dgm:prSet/>
      <dgm:spPr/>
      <dgm:t>
        <a:bodyPr/>
        <a:lstStyle/>
        <a:p>
          <a:r>
            <a:rPr lang="pt-BR" b="1" i="0" baseline="0"/>
            <a:t>Avoid hardcoded secrets</a:t>
          </a:r>
          <a:br>
            <a:rPr lang="pt-BR" b="0" i="0" baseline="0"/>
          </a:br>
          <a:r>
            <a:rPr lang="pt-BR" b="0" i="0" baseline="0"/>
            <a:t>Never embed credentials directly in Dockerfiles or source code.</a:t>
          </a:r>
          <a:endParaRPr lang="en-US"/>
        </a:p>
      </dgm:t>
    </dgm:pt>
    <dgm:pt modelId="{26511175-49C6-458B-B9EA-A90168EACED5}" type="parTrans" cxnId="{272673AC-1A0B-4962-BFE6-703D5C6D92AA}">
      <dgm:prSet/>
      <dgm:spPr/>
      <dgm:t>
        <a:bodyPr/>
        <a:lstStyle/>
        <a:p>
          <a:endParaRPr lang="en-US"/>
        </a:p>
      </dgm:t>
    </dgm:pt>
    <dgm:pt modelId="{F21A1F24-763A-4A4E-871F-71EC4486DB0A}" type="sibTrans" cxnId="{272673AC-1A0B-4962-BFE6-703D5C6D92AA}">
      <dgm:prSet/>
      <dgm:spPr/>
      <dgm:t>
        <a:bodyPr/>
        <a:lstStyle/>
        <a:p>
          <a:endParaRPr lang="en-US"/>
        </a:p>
      </dgm:t>
    </dgm:pt>
    <dgm:pt modelId="{F9E8B320-1265-49FF-8C52-D14FEEDB74A4}">
      <dgm:prSet/>
      <dgm:spPr/>
      <dgm:t>
        <a:bodyPr/>
        <a:lstStyle/>
        <a:p>
          <a:r>
            <a:rPr lang="pt-BR" b="1" i="0" baseline="0"/>
            <a:t>Use environment variables or secret managers</a:t>
          </a:r>
          <a:br>
            <a:rPr lang="pt-BR" b="0" i="0" baseline="0"/>
          </a:br>
          <a:r>
            <a:rPr lang="pt-BR" b="0" i="0" baseline="0"/>
            <a:t>Inject sensitive configuration securely at runtime.</a:t>
          </a:r>
          <a:endParaRPr lang="en-US"/>
        </a:p>
      </dgm:t>
    </dgm:pt>
    <dgm:pt modelId="{398DF5BF-A20B-4647-866B-303888F6263A}" type="parTrans" cxnId="{20C85883-EE57-406C-A2F9-00FAEFF20E1F}">
      <dgm:prSet/>
      <dgm:spPr/>
      <dgm:t>
        <a:bodyPr/>
        <a:lstStyle/>
        <a:p>
          <a:endParaRPr lang="en-US"/>
        </a:p>
      </dgm:t>
    </dgm:pt>
    <dgm:pt modelId="{BF30689E-6D37-4767-9E33-D998CC7BC8AB}" type="sibTrans" cxnId="{20C85883-EE57-406C-A2F9-00FAEFF20E1F}">
      <dgm:prSet/>
      <dgm:spPr/>
      <dgm:t>
        <a:bodyPr/>
        <a:lstStyle/>
        <a:p>
          <a:endParaRPr lang="en-US"/>
        </a:p>
      </dgm:t>
    </dgm:pt>
    <dgm:pt modelId="{7DB7596C-695A-4CEB-884C-A106D841E8BE}" type="pres">
      <dgm:prSet presAssocID="{8CE849ED-6250-4497-BBE1-9474B475CC0E}" presName="linear" presStyleCnt="0">
        <dgm:presLayoutVars>
          <dgm:animLvl val="lvl"/>
          <dgm:resizeHandles val="exact"/>
        </dgm:presLayoutVars>
      </dgm:prSet>
      <dgm:spPr/>
    </dgm:pt>
    <dgm:pt modelId="{6C5F6E05-80C1-468F-8C56-AE0D8060D27E}" type="pres">
      <dgm:prSet presAssocID="{3BBFEA7F-9609-444C-93FF-88AF3AC90B3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E981E65-C0B9-4D75-A87F-5B10E85BDADE}" type="pres">
      <dgm:prSet presAssocID="{3C4BA406-E588-4A5F-8C6A-152054C715B0}" presName="spacer" presStyleCnt="0"/>
      <dgm:spPr/>
    </dgm:pt>
    <dgm:pt modelId="{B9D51C2A-6018-47A2-9F9F-3C4E3A579DC2}" type="pres">
      <dgm:prSet presAssocID="{EE51A9BF-AE27-49EC-9FCD-E0C5F223829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36B54DF-A2D8-4228-B67C-E445D7B2D5F2}" type="pres">
      <dgm:prSet presAssocID="{2BF17FA4-1A73-4488-AF45-D4F07B1AB7BE}" presName="spacer" presStyleCnt="0"/>
      <dgm:spPr/>
    </dgm:pt>
    <dgm:pt modelId="{52EABD8E-D04C-4A13-8DD7-2280102554BE}" type="pres">
      <dgm:prSet presAssocID="{0316CFA7-17A2-4BDB-91C6-16425EDF1CB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30ADB5F-853D-4915-96BD-0452CA15B98A}" type="pres">
      <dgm:prSet presAssocID="{6AE2A438-E5E1-4319-8FCA-4CACDBBCEA1E}" presName="spacer" presStyleCnt="0"/>
      <dgm:spPr/>
    </dgm:pt>
    <dgm:pt modelId="{64ABB49B-09AB-493A-888B-7038A01D3150}" type="pres">
      <dgm:prSet presAssocID="{E4668C60-0781-44A6-BA0C-B3DA411711D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9473EF9-9B46-4343-B302-DE0D216B3907}" type="pres">
      <dgm:prSet presAssocID="{F21A1F24-763A-4A4E-871F-71EC4486DB0A}" presName="spacer" presStyleCnt="0"/>
      <dgm:spPr/>
    </dgm:pt>
    <dgm:pt modelId="{59251A07-7C53-4DC8-8AFE-665B00AA1D5A}" type="pres">
      <dgm:prSet presAssocID="{F9E8B320-1265-49FF-8C52-D14FEEDB74A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1659D2A-6D36-4A39-AAC0-706EE501931D}" srcId="{8CE849ED-6250-4497-BBE1-9474B475CC0E}" destId="{3BBFEA7F-9609-444C-93FF-88AF3AC90B3C}" srcOrd="0" destOrd="0" parTransId="{632BD37B-9E28-4255-8274-87A0389C9FAE}" sibTransId="{3C4BA406-E588-4A5F-8C6A-152054C715B0}"/>
    <dgm:cxn modelId="{EB615C35-0BFE-4217-9011-D2F31161E3C8}" type="presOf" srcId="{F9E8B320-1265-49FF-8C52-D14FEEDB74A4}" destId="{59251A07-7C53-4DC8-8AFE-665B00AA1D5A}" srcOrd="0" destOrd="0" presId="urn:microsoft.com/office/officeart/2005/8/layout/vList2"/>
    <dgm:cxn modelId="{0D46FA3A-0CE8-4BF7-9B1E-568CEB9A0CCE}" type="presOf" srcId="{8CE849ED-6250-4497-BBE1-9474B475CC0E}" destId="{7DB7596C-695A-4CEB-884C-A106D841E8BE}" srcOrd="0" destOrd="0" presId="urn:microsoft.com/office/officeart/2005/8/layout/vList2"/>
    <dgm:cxn modelId="{852B683D-CCD7-48D9-8BB8-0982582E2F40}" type="presOf" srcId="{E4668C60-0781-44A6-BA0C-B3DA411711D4}" destId="{64ABB49B-09AB-493A-888B-7038A01D3150}" srcOrd="0" destOrd="0" presId="urn:microsoft.com/office/officeart/2005/8/layout/vList2"/>
    <dgm:cxn modelId="{A18AC366-6713-4E6F-892B-D5C6ED63F59A}" type="presOf" srcId="{EE51A9BF-AE27-49EC-9FCD-E0C5F223829C}" destId="{B9D51C2A-6018-47A2-9F9F-3C4E3A579DC2}" srcOrd="0" destOrd="0" presId="urn:microsoft.com/office/officeart/2005/8/layout/vList2"/>
    <dgm:cxn modelId="{02D2314F-28F1-4824-9456-C7060BC1FB8A}" type="presOf" srcId="{0316CFA7-17A2-4BDB-91C6-16425EDF1CB0}" destId="{52EABD8E-D04C-4A13-8DD7-2280102554BE}" srcOrd="0" destOrd="0" presId="urn:microsoft.com/office/officeart/2005/8/layout/vList2"/>
    <dgm:cxn modelId="{20C85883-EE57-406C-A2F9-00FAEFF20E1F}" srcId="{8CE849ED-6250-4497-BBE1-9474B475CC0E}" destId="{F9E8B320-1265-49FF-8C52-D14FEEDB74A4}" srcOrd="4" destOrd="0" parTransId="{398DF5BF-A20B-4647-866B-303888F6263A}" sibTransId="{BF30689E-6D37-4767-9E33-D998CC7BC8AB}"/>
    <dgm:cxn modelId="{BE78B386-E777-4FCD-82B1-A8C24EA07560}" type="presOf" srcId="{3BBFEA7F-9609-444C-93FF-88AF3AC90B3C}" destId="{6C5F6E05-80C1-468F-8C56-AE0D8060D27E}" srcOrd="0" destOrd="0" presId="urn:microsoft.com/office/officeart/2005/8/layout/vList2"/>
    <dgm:cxn modelId="{272673AC-1A0B-4962-BFE6-703D5C6D92AA}" srcId="{8CE849ED-6250-4497-BBE1-9474B475CC0E}" destId="{E4668C60-0781-44A6-BA0C-B3DA411711D4}" srcOrd="3" destOrd="0" parTransId="{26511175-49C6-458B-B9EA-A90168EACED5}" sibTransId="{F21A1F24-763A-4A4E-871F-71EC4486DB0A}"/>
    <dgm:cxn modelId="{C7F5C8C7-4FE0-4A4C-A90F-1A8FBFDE3DA9}" srcId="{8CE849ED-6250-4497-BBE1-9474B475CC0E}" destId="{EE51A9BF-AE27-49EC-9FCD-E0C5F223829C}" srcOrd="1" destOrd="0" parTransId="{4526567A-7B06-4BE1-A821-95B9FC542701}" sibTransId="{2BF17FA4-1A73-4488-AF45-D4F07B1AB7BE}"/>
    <dgm:cxn modelId="{0C9B53DD-BB84-4950-932F-F0B272FCF439}" srcId="{8CE849ED-6250-4497-BBE1-9474B475CC0E}" destId="{0316CFA7-17A2-4BDB-91C6-16425EDF1CB0}" srcOrd="2" destOrd="0" parTransId="{435A01AA-6883-4C53-9762-AA40261DEEE1}" sibTransId="{6AE2A438-E5E1-4319-8FCA-4CACDBBCEA1E}"/>
    <dgm:cxn modelId="{0C6D40D0-61BE-4289-97FD-CE00F57A2AF5}" type="presParOf" srcId="{7DB7596C-695A-4CEB-884C-A106D841E8BE}" destId="{6C5F6E05-80C1-468F-8C56-AE0D8060D27E}" srcOrd="0" destOrd="0" presId="urn:microsoft.com/office/officeart/2005/8/layout/vList2"/>
    <dgm:cxn modelId="{6CB62407-C2EC-4DC6-862D-C7D638C0885D}" type="presParOf" srcId="{7DB7596C-695A-4CEB-884C-A106D841E8BE}" destId="{2E981E65-C0B9-4D75-A87F-5B10E85BDADE}" srcOrd="1" destOrd="0" presId="urn:microsoft.com/office/officeart/2005/8/layout/vList2"/>
    <dgm:cxn modelId="{E038D93D-9990-4F04-B37D-B5C03661A45C}" type="presParOf" srcId="{7DB7596C-695A-4CEB-884C-A106D841E8BE}" destId="{B9D51C2A-6018-47A2-9F9F-3C4E3A579DC2}" srcOrd="2" destOrd="0" presId="urn:microsoft.com/office/officeart/2005/8/layout/vList2"/>
    <dgm:cxn modelId="{213EE653-E77B-4535-81D0-744C1CB85BAA}" type="presParOf" srcId="{7DB7596C-695A-4CEB-884C-A106D841E8BE}" destId="{E36B54DF-A2D8-4228-B67C-E445D7B2D5F2}" srcOrd="3" destOrd="0" presId="urn:microsoft.com/office/officeart/2005/8/layout/vList2"/>
    <dgm:cxn modelId="{2015A064-3CC7-4CAD-AC6C-5A8A608EF061}" type="presParOf" srcId="{7DB7596C-695A-4CEB-884C-A106D841E8BE}" destId="{52EABD8E-D04C-4A13-8DD7-2280102554BE}" srcOrd="4" destOrd="0" presId="urn:microsoft.com/office/officeart/2005/8/layout/vList2"/>
    <dgm:cxn modelId="{F8710AEE-B0A7-4745-B6D3-5017FE393D62}" type="presParOf" srcId="{7DB7596C-695A-4CEB-884C-A106D841E8BE}" destId="{130ADB5F-853D-4915-96BD-0452CA15B98A}" srcOrd="5" destOrd="0" presId="urn:microsoft.com/office/officeart/2005/8/layout/vList2"/>
    <dgm:cxn modelId="{17CF93A8-2053-447C-802D-205FBC38CE38}" type="presParOf" srcId="{7DB7596C-695A-4CEB-884C-A106D841E8BE}" destId="{64ABB49B-09AB-493A-888B-7038A01D3150}" srcOrd="6" destOrd="0" presId="urn:microsoft.com/office/officeart/2005/8/layout/vList2"/>
    <dgm:cxn modelId="{D3FEE8E6-3F44-415E-808A-1708631F4400}" type="presParOf" srcId="{7DB7596C-695A-4CEB-884C-A106D841E8BE}" destId="{49473EF9-9B46-4343-B302-DE0D216B3907}" srcOrd="7" destOrd="0" presId="urn:microsoft.com/office/officeart/2005/8/layout/vList2"/>
    <dgm:cxn modelId="{F785444E-73E5-4BE9-B0A0-CAC0FBB60185}" type="presParOf" srcId="{7DB7596C-695A-4CEB-884C-A106D841E8BE}" destId="{59251A07-7C53-4DC8-8AFE-665B00AA1D5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7B5C2BE-6818-4742-8844-68D4B7BCDD5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4357796-9FCE-452F-85C7-96F603F01BF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As systems grow, a single host is no longer sufficient.</a:t>
          </a:r>
        </a:p>
      </dgm:t>
    </dgm:pt>
    <dgm:pt modelId="{EA83158D-F755-443B-AB63-1F4158A7E473}" type="parTrans" cxnId="{76501F0C-83E8-48C9-9EBB-A2CB42ED6444}">
      <dgm:prSet/>
      <dgm:spPr/>
      <dgm:t>
        <a:bodyPr/>
        <a:lstStyle/>
        <a:p>
          <a:endParaRPr lang="en-US"/>
        </a:p>
      </dgm:t>
    </dgm:pt>
    <dgm:pt modelId="{2E8F0ED9-B275-493D-B167-480102C1BDB9}" type="sibTrans" cxnId="{76501F0C-83E8-48C9-9EBB-A2CB42ED6444}">
      <dgm:prSet/>
      <dgm:spPr/>
      <dgm:t>
        <a:bodyPr/>
        <a:lstStyle/>
        <a:p>
          <a:endParaRPr lang="en-US"/>
        </a:p>
      </dgm:t>
    </dgm:pt>
    <dgm:pt modelId="{E869ED99-68C8-4297-AB11-2D7E67E9ED6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Multiple hosts</a:t>
          </a:r>
          <a:br>
            <a:rPr lang="en-US"/>
          </a:br>
          <a:r>
            <a:rPr lang="en-US"/>
            <a:t>Applications run across several machines in a cluster.</a:t>
          </a:r>
        </a:p>
      </dgm:t>
    </dgm:pt>
    <dgm:pt modelId="{2CE6B367-E7B7-4151-9659-9FB70A2C9BD0}" type="parTrans" cxnId="{3194EE23-B4AC-402E-A80E-00FAD451EE0C}">
      <dgm:prSet/>
      <dgm:spPr/>
      <dgm:t>
        <a:bodyPr/>
        <a:lstStyle/>
        <a:p>
          <a:endParaRPr lang="en-US"/>
        </a:p>
      </dgm:t>
    </dgm:pt>
    <dgm:pt modelId="{B0C69171-B456-47EF-95F1-342227F5512E}" type="sibTrans" cxnId="{3194EE23-B4AC-402E-A80E-00FAD451EE0C}">
      <dgm:prSet/>
      <dgm:spPr/>
      <dgm:t>
        <a:bodyPr/>
        <a:lstStyle/>
        <a:p>
          <a:endParaRPr lang="en-US"/>
        </a:p>
      </dgm:t>
    </dgm:pt>
    <dgm:pt modelId="{44EC3285-3F56-46F2-8AF4-1240116A4AA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High availability</a:t>
          </a:r>
          <a:br>
            <a:rPr lang="en-US"/>
          </a:br>
          <a:r>
            <a:rPr lang="en-US"/>
            <a:t>If one node fails, services must continue running.</a:t>
          </a:r>
        </a:p>
      </dgm:t>
    </dgm:pt>
    <dgm:pt modelId="{57348600-9213-4EA2-A1B9-8A66CC5B9C8B}" type="parTrans" cxnId="{F0EB1BEC-AED8-4FFB-8598-A719396BB91B}">
      <dgm:prSet/>
      <dgm:spPr/>
      <dgm:t>
        <a:bodyPr/>
        <a:lstStyle/>
        <a:p>
          <a:endParaRPr lang="en-US"/>
        </a:p>
      </dgm:t>
    </dgm:pt>
    <dgm:pt modelId="{C747C57B-9658-4320-9C25-AAF2E3A117C9}" type="sibTrans" cxnId="{F0EB1BEC-AED8-4FFB-8598-A719396BB91B}">
      <dgm:prSet/>
      <dgm:spPr/>
      <dgm:t>
        <a:bodyPr/>
        <a:lstStyle/>
        <a:p>
          <a:endParaRPr lang="en-US"/>
        </a:p>
      </dgm:t>
    </dgm:pt>
    <dgm:pt modelId="{5C453E25-4B74-4D21-A73A-454B5435F2A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Load balancing</a:t>
          </a:r>
          <a:br>
            <a:rPr lang="en-US"/>
          </a:br>
          <a:r>
            <a:rPr lang="en-US"/>
            <a:t>Incoming traffic must be distributed across instances.</a:t>
          </a:r>
        </a:p>
      </dgm:t>
    </dgm:pt>
    <dgm:pt modelId="{561B9D76-EB38-423E-9C3B-BBBF166EEBBF}" type="parTrans" cxnId="{875EF0B0-CAF2-433D-A482-AF0FB39C97A0}">
      <dgm:prSet/>
      <dgm:spPr/>
      <dgm:t>
        <a:bodyPr/>
        <a:lstStyle/>
        <a:p>
          <a:endParaRPr lang="en-US"/>
        </a:p>
      </dgm:t>
    </dgm:pt>
    <dgm:pt modelId="{74D32EE9-3438-4CAC-A59E-01B4ED36BD68}" type="sibTrans" cxnId="{875EF0B0-CAF2-433D-A482-AF0FB39C97A0}">
      <dgm:prSet/>
      <dgm:spPr/>
      <dgm:t>
        <a:bodyPr/>
        <a:lstStyle/>
        <a:p>
          <a:endParaRPr lang="en-US"/>
        </a:p>
      </dgm:t>
    </dgm:pt>
    <dgm:pt modelId="{61FD3EB4-3A97-4077-A64D-A7AE072C604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Auto-scaling</a:t>
          </a:r>
          <a:br>
            <a:rPr lang="en-US"/>
          </a:br>
          <a:r>
            <a:rPr lang="en-US"/>
            <a:t>The system should dynamically adjust to traffic demand.</a:t>
          </a:r>
        </a:p>
      </dgm:t>
    </dgm:pt>
    <dgm:pt modelId="{99EF9A55-9AE9-479E-BC2C-BC56D9734FBF}" type="parTrans" cxnId="{FAFF8632-48B7-490B-B043-60EA134681FE}">
      <dgm:prSet/>
      <dgm:spPr/>
      <dgm:t>
        <a:bodyPr/>
        <a:lstStyle/>
        <a:p>
          <a:endParaRPr lang="en-US"/>
        </a:p>
      </dgm:t>
    </dgm:pt>
    <dgm:pt modelId="{F6EE6A2B-F38B-422F-8AA4-E5DAD478CF24}" type="sibTrans" cxnId="{FAFF8632-48B7-490B-B043-60EA134681FE}">
      <dgm:prSet/>
      <dgm:spPr/>
      <dgm:t>
        <a:bodyPr/>
        <a:lstStyle/>
        <a:p>
          <a:endParaRPr lang="en-US"/>
        </a:p>
      </dgm:t>
    </dgm:pt>
    <dgm:pt modelId="{8E6BD3DB-0193-4CB5-B9FD-080EF3977FDC}" type="pres">
      <dgm:prSet presAssocID="{B7B5C2BE-6818-4742-8844-68D4B7BCDD59}" presName="root" presStyleCnt="0">
        <dgm:presLayoutVars>
          <dgm:dir/>
          <dgm:resizeHandles val="exact"/>
        </dgm:presLayoutVars>
      </dgm:prSet>
      <dgm:spPr/>
    </dgm:pt>
    <dgm:pt modelId="{ED29DED3-4863-41A6-B3BD-81E072B76144}" type="pres">
      <dgm:prSet presAssocID="{34357796-9FCE-452F-85C7-96F603F01BFD}" presName="compNode" presStyleCnt="0"/>
      <dgm:spPr/>
    </dgm:pt>
    <dgm:pt modelId="{08917C38-ADCC-49CF-BC0A-611B1DE94FF0}" type="pres">
      <dgm:prSet presAssocID="{34357796-9FCE-452F-85C7-96F603F01BFD}" presName="iconBgRect" presStyleLbl="bgShp" presStyleIdx="0" presStyleCnt="5"/>
      <dgm:spPr/>
    </dgm:pt>
    <dgm:pt modelId="{9A3482EA-AFE8-43B3-A63E-F945FB7A82B8}" type="pres">
      <dgm:prSet presAssocID="{34357796-9FCE-452F-85C7-96F603F01BF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D611CECC-E3C7-45FF-95CB-22E7B959B266}" type="pres">
      <dgm:prSet presAssocID="{34357796-9FCE-452F-85C7-96F603F01BFD}" presName="spaceRect" presStyleCnt="0"/>
      <dgm:spPr/>
    </dgm:pt>
    <dgm:pt modelId="{EEBDBCD6-0571-4848-98F3-AA13EA68C096}" type="pres">
      <dgm:prSet presAssocID="{34357796-9FCE-452F-85C7-96F603F01BFD}" presName="textRect" presStyleLbl="revTx" presStyleIdx="0" presStyleCnt="5">
        <dgm:presLayoutVars>
          <dgm:chMax val="1"/>
          <dgm:chPref val="1"/>
        </dgm:presLayoutVars>
      </dgm:prSet>
      <dgm:spPr/>
    </dgm:pt>
    <dgm:pt modelId="{1974C823-CFAA-4B66-8D22-9D1E0C6D6C0E}" type="pres">
      <dgm:prSet presAssocID="{2E8F0ED9-B275-493D-B167-480102C1BDB9}" presName="sibTrans" presStyleCnt="0"/>
      <dgm:spPr/>
    </dgm:pt>
    <dgm:pt modelId="{4F7FAD8A-1A73-4722-96E3-EB2B58EF912E}" type="pres">
      <dgm:prSet presAssocID="{E869ED99-68C8-4297-AB11-2D7E67E9ED65}" presName="compNode" presStyleCnt="0"/>
      <dgm:spPr/>
    </dgm:pt>
    <dgm:pt modelId="{C76892DA-1A99-4997-80E5-6BC8B22403E7}" type="pres">
      <dgm:prSet presAssocID="{E869ED99-68C8-4297-AB11-2D7E67E9ED65}" presName="iconBgRect" presStyleLbl="bgShp" presStyleIdx="1" presStyleCnt="5"/>
      <dgm:spPr/>
    </dgm:pt>
    <dgm:pt modelId="{16F44755-3033-42B5-86EF-D68146DBF03D}" type="pres">
      <dgm:prSet presAssocID="{E869ED99-68C8-4297-AB11-2D7E67E9ED6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6F663EB3-1753-4108-B243-EE101C175DE0}" type="pres">
      <dgm:prSet presAssocID="{E869ED99-68C8-4297-AB11-2D7E67E9ED65}" presName="spaceRect" presStyleCnt="0"/>
      <dgm:spPr/>
    </dgm:pt>
    <dgm:pt modelId="{EDF99B1C-C7CD-48C0-9BAB-53CE9DBE85C9}" type="pres">
      <dgm:prSet presAssocID="{E869ED99-68C8-4297-AB11-2D7E67E9ED65}" presName="textRect" presStyleLbl="revTx" presStyleIdx="1" presStyleCnt="5">
        <dgm:presLayoutVars>
          <dgm:chMax val="1"/>
          <dgm:chPref val="1"/>
        </dgm:presLayoutVars>
      </dgm:prSet>
      <dgm:spPr/>
    </dgm:pt>
    <dgm:pt modelId="{D3E5BCED-FDC2-40E5-B8EA-D1B8EBCCCB05}" type="pres">
      <dgm:prSet presAssocID="{B0C69171-B456-47EF-95F1-342227F5512E}" presName="sibTrans" presStyleCnt="0"/>
      <dgm:spPr/>
    </dgm:pt>
    <dgm:pt modelId="{8687914D-FB04-40FD-9D37-3BB107505128}" type="pres">
      <dgm:prSet presAssocID="{44EC3285-3F56-46F2-8AF4-1240116A4AAD}" presName="compNode" presStyleCnt="0"/>
      <dgm:spPr/>
    </dgm:pt>
    <dgm:pt modelId="{EC9659CD-5A55-44DB-9FB5-44370C9BB58B}" type="pres">
      <dgm:prSet presAssocID="{44EC3285-3F56-46F2-8AF4-1240116A4AAD}" presName="iconBgRect" presStyleLbl="bgShp" presStyleIdx="2" presStyleCnt="5"/>
      <dgm:spPr/>
    </dgm:pt>
    <dgm:pt modelId="{BC7B89E0-2BE1-4A64-AE8D-EF01F34CAC5B}" type="pres">
      <dgm:prSet presAssocID="{44EC3285-3F56-46F2-8AF4-1240116A4AA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705E8514-00BC-4874-AD58-404A54DCA108}" type="pres">
      <dgm:prSet presAssocID="{44EC3285-3F56-46F2-8AF4-1240116A4AAD}" presName="spaceRect" presStyleCnt="0"/>
      <dgm:spPr/>
    </dgm:pt>
    <dgm:pt modelId="{56A3D51F-95EB-433C-8AB9-D72EB3F098CF}" type="pres">
      <dgm:prSet presAssocID="{44EC3285-3F56-46F2-8AF4-1240116A4AAD}" presName="textRect" presStyleLbl="revTx" presStyleIdx="2" presStyleCnt="5">
        <dgm:presLayoutVars>
          <dgm:chMax val="1"/>
          <dgm:chPref val="1"/>
        </dgm:presLayoutVars>
      </dgm:prSet>
      <dgm:spPr/>
    </dgm:pt>
    <dgm:pt modelId="{BABBC4C4-6983-4769-9DC2-915C4DA07D2C}" type="pres">
      <dgm:prSet presAssocID="{C747C57B-9658-4320-9C25-AAF2E3A117C9}" presName="sibTrans" presStyleCnt="0"/>
      <dgm:spPr/>
    </dgm:pt>
    <dgm:pt modelId="{75FA69FE-C8EB-4DFD-A280-E33C657FC135}" type="pres">
      <dgm:prSet presAssocID="{5C453E25-4B74-4D21-A73A-454B5435F2AF}" presName="compNode" presStyleCnt="0"/>
      <dgm:spPr/>
    </dgm:pt>
    <dgm:pt modelId="{F1B3100A-E620-409D-84C5-B9DA291CAEB9}" type="pres">
      <dgm:prSet presAssocID="{5C453E25-4B74-4D21-A73A-454B5435F2AF}" presName="iconBgRect" presStyleLbl="bgShp" presStyleIdx="3" presStyleCnt="5"/>
      <dgm:spPr/>
    </dgm:pt>
    <dgm:pt modelId="{4BC4DF5A-8B5E-471F-9EA7-D9A6D0C27E11}" type="pres">
      <dgm:prSet presAssocID="{5C453E25-4B74-4D21-A73A-454B5435F2A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613E5B25-84F8-491D-A294-DBDF3A9EE363}" type="pres">
      <dgm:prSet presAssocID="{5C453E25-4B74-4D21-A73A-454B5435F2AF}" presName="spaceRect" presStyleCnt="0"/>
      <dgm:spPr/>
    </dgm:pt>
    <dgm:pt modelId="{43FA7D1C-34BE-4D99-AD28-21FDBE0010E0}" type="pres">
      <dgm:prSet presAssocID="{5C453E25-4B74-4D21-A73A-454B5435F2AF}" presName="textRect" presStyleLbl="revTx" presStyleIdx="3" presStyleCnt="5">
        <dgm:presLayoutVars>
          <dgm:chMax val="1"/>
          <dgm:chPref val="1"/>
        </dgm:presLayoutVars>
      </dgm:prSet>
      <dgm:spPr/>
    </dgm:pt>
    <dgm:pt modelId="{AB1F7512-2B3C-4A4B-9654-356EA98352AE}" type="pres">
      <dgm:prSet presAssocID="{74D32EE9-3438-4CAC-A59E-01B4ED36BD68}" presName="sibTrans" presStyleCnt="0"/>
      <dgm:spPr/>
    </dgm:pt>
    <dgm:pt modelId="{47599A68-E3FC-417B-A2C4-9E98E803CAEA}" type="pres">
      <dgm:prSet presAssocID="{61FD3EB4-3A97-4077-A64D-A7AE072C604D}" presName="compNode" presStyleCnt="0"/>
      <dgm:spPr/>
    </dgm:pt>
    <dgm:pt modelId="{924332D0-B14B-4A5C-9DA2-0934A1FCC2E5}" type="pres">
      <dgm:prSet presAssocID="{61FD3EB4-3A97-4077-A64D-A7AE072C604D}" presName="iconBgRect" presStyleLbl="bgShp" presStyleIdx="4" presStyleCnt="5"/>
      <dgm:spPr/>
    </dgm:pt>
    <dgm:pt modelId="{F1AD5063-3846-4A24-B169-AD20019DC54A}" type="pres">
      <dgm:prSet presAssocID="{61FD3EB4-3A97-4077-A64D-A7AE072C604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54091BDB-7A29-4A2B-A640-6DC6B2F8C593}" type="pres">
      <dgm:prSet presAssocID="{61FD3EB4-3A97-4077-A64D-A7AE072C604D}" presName="spaceRect" presStyleCnt="0"/>
      <dgm:spPr/>
    </dgm:pt>
    <dgm:pt modelId="{CD1A7E1B-A1E8-4B32-8300-CA897AAD631F}" type="pres">
      <dgm:prSet presAssocID="{61FD3EB4-3A97-4077-A64D-A7AE072C604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6501F0C-83E8-48C9-9EBB-A2CB42ED6444}" srcId="{B7B5C2BE-6818-4742-8844-68D4B7BCDD59}" destId="{34357796-9FCE-452F-85C7-96F603F01BFD}" srcOrd="0" destOrd="0" parTransId="{EA83158D-F755-443B-AB63-1F4158A7E473}" sibTransId="{2E8F0ED9-B275-493D-B167-480102C1BDB9}"/>
    <dgm:cxn modelId="{FD3ADA15-B7CD-411B-A4B7-4ED86C7C0F94}" type="presOf" srcId="{34357796-9FCE-452F-85C7-96F603F01BFD}" destId="{EEBDBCD6-0571-4848-98F3-AA13EA68C096}" srcOrd="0" destOrd="0" presId="urn:microsoft.com/office/officeart/2018/5/layout/IconCircleLabelList"/>
    <dgm:cxn modelId="{3194EE23-B4AC-402E-A80E-00FAD451EE0C}" srcId="{B7B5C2BE-6818-4742-8844-68D4B7BCDD59}" destId="{E869ED99-68C8-4297-AB11-2D7E67E9ED65}" srcOrd="1" destOrd="0" parTransId="{2CE6B367-E7B7-4151-9659-9FB70A2C9BD0}" sibTransId="{B0C69171-B456-47EF-95F1-342227F5512E}"/>
    <dgm:cxn modelId="{D2E5012E-99F3-4CF8-A461-757B46672040}" type="presOf" srcId="{B7B5C2BE-6818-4742-8844-68D4B7BCDD59}" destId="{8E6BD3DB-0193-4CB5-B9FD-080EF3977FDC}" srcOrd="0" destOrd="0" presId="urn:microsoft.com/office/officeart/2018/5/layout/IconCircleLabelList"/>
    <dgm:cxn modelId="{FAFF8632-48B7-490B-B043-60EA134681FE}" srcId="{B7B5C2BE-6818-4742-8844-68D4B7BCDD59}" destId="{61FD3EB4-3A97-4077-A64D-A7AE072C604D}" srcOrd="4" destOrd="0" parTransId="{99EF9A55-9AE9-479E-BC2C-BC56D9734FBF}" sibTransId="{F6EE6A2B-F38B-422F-8AA4-E5DAD478CF24}"/>
    <dgm:cxn modelId="{875EF0B0-CAF2-433D-A482-AF0FB39C97A0}" srcId="{B7B5C2BE-6818-4742-8844-68D4B7BCDD59}" destId="{5C453E25-4B74-4D21-A73A-454B5435F2AF}" srcOrd="3" destOrd="0" parTransId="{561B9D76-EB38-423E-9C3B-BBBF166EEBBF}" sibTransId="{74D32EE9-3438-4CAC-A59E-01B4ED36BD68}"/>
    <dgm:cxn modelId="{186FA0C6-F3B2-40DE-8C51-5D29E27DE1E2}" type="presOf" srcId="{E869ED99-68C8-4297-AB11-2D7E67E9ED65}" destId="{EDF99B1C-C7CD-48C0-9BAB-53CE9DBE85C9}" srcOrd="0" destOrd="0" presId="urn:microsoft.com/office/officeart/2018/5/layout/IconCircleLabelList"/>
    <dgm:cxn modelId="{1E74DCCF-6DD2-4140-ADC0-FBB05C73ADE1}" type="presOf" srcId="{61FD3EB4-3A97-4077-A64D-A7AE072C604D}" destId="{CD1A7E1B-A1E8-4B32-8300-CA897AAD631F}" srcOrd="0" destOrd="0" presId="urn:microsoft.com/office/officeart/2018/5/layout/IconCircleLabelList"/>
    <dgm:cxn modelId="{F0EB1BEC-AED8-4FFB-8598-A719396BB91B}" srcId="{B7B5C2BE-6818-4742-8844-68D4B7BCDD59}" destId="{44EC3285-3F56-46F2-8AF4-1240116A4AAD}" srcOrd="2" destOrd="0" parTransId="{57348600-9213-4EA2-A1B9-8A66CC5B9C8B}" sibTransId="{C747C57B-9658-4320-9C25-AAF2E3A117C9}"/>
    <dgm:cxn modelId="{A4EB1FEE-7A25-4D77-8636-F1F359FF9448}" type="presOf" srcId="{44EC3285-3F56-46F2-8AF4-1240116A4AAD}" destId="{56A3D51F-95EB-433C-8AB9-D72EB3F098CF}" srcOrd="0" destOrd="0" presId="urn:microsoft.com/office/officeart/2018/5/layout/IconCircleLabelList"/>
    <dgm:cxn modelId="{D77E96FA-C909-4D2C-AA79-CCCD053A2D6E}" type="presOf" srcId="{5C453E25-4B74-4D21-A73A-454B5435F2AF}" destId="{43FA7D1C-34BE-4D99-AD28-21FDBE0010E0}" srcOrd="0" destOrd="0" presId="urn:microsoft.com/office/officeart/2018/5/layout/IconCircleLabelList"/>
    <dgm:cxn modelId="{4CD3354D-631C-4848-8752-7869FDD55854}" type="presParOf" srcId="{8E6BD3DB-0193-4CB5-B9FD-080EF3977FDC}" destId="{ED29DED3-4863-41A6-B3BD-81E072B76144}" srcOrd="0" destOrd="0" presId="urn:microsoft.com/office/officeart/2018/5/layout/IconCircleLabelList"/>
    <dgm:cxn modelId="{76EB3370-8C36-49DC-8426-A23935C709EB}" type="presParOf" srcId="{ED29DED3-4863-41A6-B3BD-81E072B76144}" destId="{08917C38-ADCC-49CF-BC0A-611B1DE94FF0}" srcOrd="0" destOrd="0" presId="urn:microsoft.com/office/officeart/2018/5/layout/IconCircleLabelList"/>
    <dgm:cxn modelId="{15B1AD43-04AC-48B5-AAAB-BDD441254F1A}" type="presParOf" srcId="{ED29DED3-4863-41A6-B3BD-81E072B76144}" destId="{9A3482EA-AFE8-43B3-A63E-F945FB7A82B8}" srcOrd="1" destOrd="0" presId="urn:microsoft.com/office/officeart/2018/5/layout/IconCircleLabelList"/>
    <dgm:cxn modelId="{51895355-F895-4491-99B9-73F011408211}" type="presParOf" srcId="{ED29DED3-4863-41A6-B3BD-81E072B76144}" destId="{D611CECC-E3C7-45FF-95CB-22E7B959B266}" srcOrd="2" destOrd="0" presId="urn:microsoft.com/office/officeart/2018/5/layout/IconCircleLabelList"/>
    <dgm:cxn modelId="{1537BECF-E6DD-4B00-AEA3-566543DC4750}" type="presParOf" srcId="{ED29DED3-4863-41A6-B3BD-81E072B76144}" destId="{EEBDBCD6-0571-4848-98F3-AA13EA68C096}" srcOrd="3" destOrd="0" presId="urn:microsoft.com/office/officeart/2018/5/layout/IconCircleLabelList"/>
    <dgm:cxn modelId="{B6EB71F9-26B8-41AD-B23B-5566EB336028}" type="presParOf" srcId="{8E6BD3DB-0193-4CB5-B9FD-080EF3977FDC}" destId="{1974C823-CFAA-4B66-8D22-9D1E0C6D6C0E}" srcOrd="1" destOrd="0" presId="urn:microsoft.com/office/officeart/2018/5/layout/IconCircleLabelList"/>
    <dgm:cxn modelId="{8234B580-FE4C-456F-9C1E-0FC34CA164F5}" type="presParOf" srcId="{8E6BD3DB-0193-4CB5-B9FD-080EF3977FDC}" destId="{4F7FAD8A-1A73-4722-96E3-EB2B58EF912E}" srcOrd="2" destOrd="0" presId="urn:microsoft.com/office/officeart/2018/5/layout/IconCircleLabelList"/>
    <dgm:cxn modelId="{6085E507-DAB7-47D8-BE83-74D1E44E7811}" type="presParOf" srcId="{4F7FAD8A-1A73-4722-96E3-EB2B58EF912E}" destId="{C76892DA-1A99-4997-80E5-6BC8B22403E7}" srcOrd="0" destOrd="0" presId="urn:microsoft.com/office/officeart/2018/5/layout/IconCircleLabelList"/>
    <dgm:cxn modelId="{8EE5C350-9100-439B-90AD-5EBC82ADEE0E}" type="presParOf" srcId="{4F7FAD8A-1A73-4722-96E3-EB2B58EF912E}" destId="{16F44755-3033-42B5-86EF-D68146DBF03D}" srcOrd="1" destOrd="0" presId="urn:microsoft.com/office/officeart/2018/5/layout/IconCircleLabelList"/>
    <dgm:cxn modelId="{D90CA4AE-BF7F-4A94-B575-284701E8BD91}" type="presParOf" srcId="{4F7FAD8A-1A73-4722-96E3-EB2B58EF912E}" destId="{6F663EB3-1753-4108-B243-EE101C175DE0}" srcOrd="2" destOrd="0" presId="urn:microsoft.com/office/officeart/2018/5/layout/IconCircleLabelList"/>
    <dgm:cxn modelId="{2DE27147-D1FA-44A0-8C96-66A526A3A816}" type="presParOf" srcId="{4F7FAD8A-1A73-4722-96E3-EB2B58EF912E}" destId="{EDF99B1C-C7CD-48C0-9BAB-53CE9DBE85C9}" srcOrd="3" destOrd="0" presId="urn:microsoft.com/office/officeart/2018/5/layout/IconCircleLabelList"/>
    <dgm:cxn modelId="{EB99303C-0E16-472C-B3C0-69170CB6992D}" type="presParOf" srcId="{8E6BD3DB-0193-4CB5-B9FD-080EF3977FDC}" destId="{D3E5BCED-FDC2-40E5-B8EA-D1B8EBCCCB05}" srcOrd="3" destOrd="0" presId="urn:microsoft.com/office/officeart/2018/5/layout/IconCircleLabelList"/>
    <dgm:cxn modelId="{7DB6B9D2-147E-48A7-B19E-D52DCFE825EA}" type="presParOf" srcId="{8E6BD3DB-0193-4CB5-B9FD-080EF3977FDC}" destId="{8687914D-FB04-40FD-9D37-3BB107505128}" srcOrd="4" destOrd="0" presId="urn:microsoft.com/office/officeart/2018/5/layout/IconCircleLabelList"/>
    <dgm:cxn modelId="{E31747B4-8A34-4440-A377-0EE18DABBBEB}" type="presParOf" srcId="{8687914D-FB04-40FD-9D37-3BB107505128}" destId="{EC9659CD-5A55-44DB-9FB5-44370C9BB58B}" srcOrd="0" destOrd="0" presId="urn:microsoft.com/office/officeart/2018/5/layout/IconCircleLabelList"/>
    <dgm:cxn modelId="{150C1D1A-7199-4677-86F1-A232AD6161F8}" type="presParOf" srcId="{8687914D-FB04-40FD-9D37-3BB107505128}" destId="{BC7B89E0-2BE1-4A64-AE8D-EF01F34CAC5B}" srcOrd="1" destOrd="0" presId="urn:microsoft.com/office/officeart/2018/5/layout/IconCircleLabelList"/>
    <dgm:cxn modelId="{B7ACCB24-371A-4673-82D6-3D52F130D017}" type="presParOf" srcId="{8687914D-FB04-40FD-9D37-3BB107505128}" destId="{705E8514-00BC-4874-AD58-404A54DCA108}" srcOrd="2" destOrd="0" presId="urn:microsoft.com/office/officeart/2018/5/layout/IconCircleLabelList"/>
    <dgm:cxn modelId="{5142D084-80D0-4B25-8312-744FC2F88BD4}" type="presParOf" srcId="{8687914D-FB04-40FD-9D37-3BB107505128}" destId="{56A3D51F-95EB-433C-8AB9-D72EB3F098CF}" srcOrd="3" destOrd="0" presId="urn:microsoft.com/office/officeart/2018/5/layout/IconCircleLabelList"/>
    <dgm:cxn modelId="{E2C7FA0D-2F1E-4FF0-A9AB-5EAFD916BFBE}" type="presParOf" srcId="{8E6BD3DB-0193-4CB5-B9FD-080EF3977FDC}" destId="{BABBC4C4-6983-4769-9DC2-915C4DA07D2C}" srcOrd="5" destOrd="0" presId="urn:microsoft.com/office/officeart/2018/5/layout/IconCircleLabelList"/>
    <dgm:cxn modelId="{BEC7AADB-C001-4969-91BE-666F8AD3C07D}" type="presParOf" srcId="{8E6BD3DB-0193-4CB5-B9FD-080EF3977FDC}" destId="{75FA69FE-C8EB-4DFD-A280-E33C657FC135}" srcOrd="6" destOrd="0" presId="urn:microsoft.com/office/officeart/2018/5/layout/IconCircleLabelList"/>
    <dgm:cxn modelId="{20F1291E-4F00-47CC-A087-2FFA860EDF53}" type="presParOf" srcId="{75FA69FE-C8EB-4DFD-A280-E33C657FC135}" destId="{F1B3100A-E620-409D-84C5-B9DA291CAEB9}" srcOrd="0" destOrd="0" presId="urn:microsoft.com/office/officeart/2018/5/layout/IconCircleLabelList"/>
    <dgm:cxn modelId="{953EB242-924B-4177-B377-F0AB1723D16B}" type="presParOf" srcId="{75FA69FE-C8EB-4DFD-A280-E33C657FC135}" destId="{4BC4DF5A-8B5E-471F-9EA7-D9A6D0C27E11}" srcOrd="1" destOrd="0" presId="urn:microsoft.com/office/officeart/2018/5/layout/IconCircleLabelList"/>
    <dgm:cxn modelId="{FBC5910C-5D33-46F3-8414-095D8AE2DC40}" type="presParOf" srcId="{75FA69FE-C8EB-4DFD-A280-E33C657FC135}" destId="{613E5B25-84F8-491D-A294-DBDF3A9EE363}" srcOrd="2" destOrd="0" presId="urn:microsoft.com/office/officeart/2018/5/layout/IconCircleLabelList"/>
    <dgm:cxn modelId="{62745B47-3369-47CD-8B57-55D43D0026CB}" type="presParOf" srcId="{75FA69FE-C8EB-4DFD-A280-E33C657FC135}" destId="{43FA7D1C-34BE-4D99-AD28-21FDBE0010E0}" srcOrd="3" destOrd="0" presId="urn:microsoft.com/office/officeart/2018/5/layout/IconCircleLabelList"/>
    <dgm:cxn modelId="{95A6A4D3-68A8-4EF7-80C4-4C13B45DDF4E}" type="presParOf" srcId="{8E6BD3DB-0193-4CB5-B9FD-080EF3977FDC}" destId="{AB1F7512-2B3C-4A4B-9654-356EA98352AE}" srcOrd="7" destOrd="0" presId="urn:microsoft.com/office/officeart/2018/5/layout/IconCircleLabelList"/>
    <dgm:cxn modelId="{78EC21DF-E8AF-4C89-B3B8-BF134B4209A8}" type="presParOf" srcId="{8E6BD3DB-0193-4CB5-B9FD-080EF3977FDC}" destId="{47599A68-E3FC-417B-A2C4-9E98E803CAEA}" srcOrd="8" destOrd="0" presId="urn:microsoft.com/office/officeart/2018/5/layout/IconCircleLabelList"/>
    <dgm:cxn modelId="{61884123-9EC0-4732-855C-804A3F58545B}" type="presParOf" srcId="{47599A68-E3FC-417B-A2C4-9E98E803CAEA}" destId="{924332D0-B14B-4A5C-9DA2-0934A1FCC2E5}" srcOrd="0" destOrd="0" presId="urn:microsoft.com/office/officeart/2018/5/layout/IconCircleLabelList"/>
    <dgm:cxn modelId="{EAA0AFB7-F15C-4078-BB27-187EBCD83EFC}" type="presParOf" srcId="{47599A68-E3FC-417B-A2C4-9E98E803CAEA}" destId="{F1AD5063-3846-4A24-B169-AD20019DC54A}" srcOrd="1" destOrd="0" presId="urn:microsoft.com/office/officeart/2018/5/layout/IconCircleLabelList"/>
    <dgm:cxn modelId="{8BB26B34-2882-4ECC-AD21-DA3E6CD8FCE7}" type="presParOf" srcId="{47599A68-E3FC-417B-A2C4-9E98E803CAEA}" destId="{54091BDB-7A29-4A2B-A640-6DC6B2F8C593}" srcOrd="2" destOrd="0" presId="urn:microsoft.com/office/officeart/2018/5/layout/IconCircleLabelList"/>
    <dgm:cxn modelId="{158C368D-73AC-4124-A891-D4A55566A169}" type="presParOf" srcId="{47599A68-E3FC-417B-A2C4-9E98E803CAEA}" destId="{CD1A7E1B-A1E8-4B32-8300-CA897AAD631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6DC1541-26CA-4FAC-987D-BEB0A6368EAD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77ABD3-307F-4E49-AC28-5DE08FC6E544}">
      <dgm:prSet/>
      <dgm:spPr/>
      <dgm:t>
        <a:bodyPr/>
        <a:lstStyle/>
        <a:p>
          <a:r>
            <a:rPr lang="en-US" b="1" dirty="0"/>
            <a:t>Docker Swarm</a:t>
          </a:r>
          <a:endParaRPr lang="en-US" dirty="0"/>
        </a:p>
      </dgm:t>
    </dgm:pt>
    <dgm:pt modelId="{61C9F7D1-1D7B-4F7D-AF18-D54918BBF0B1}" type="parTrans" cxnId="{D1ADA218-404B-4B42-A080-BEE2A5BB3B6B}">
      <dgm:prSet/>
      <dgm:spPr/>
      <dgm:t>
        <a:bodyPr/>
        <a:lstStyle/>
        <a:p>
          <a:endParaRPr lang="en-US"/>
        </a:p>
      </dgm:t>
    </dgm:pt>
    <dgm:pt modelId="{99E182CD-628C-4128-A532-7DCC43F853BA}" type="sibTrans" cxnId="{D1ADA218-404B-4B42-A080-BEE2A5BB3B6B}">
      <dgm:prSet/>
      <dgm:spPr/>
      <dgm:t>
        <a:bodyPr/>
        <a:lstStyle/>
        <a:p>
          <a:endParaRPr lang="en-US"/>
        </a:p>
      </dgm:t>
    </dgm:pt>
    <dgm:pt modelId="{E5C2A33E-C5E7-4EB7-B780-A7B26B64BE00}">
      <dgm:prSet/>
      <dgm:spPr/>
      <dgm:t>
        <a:bodyPr/>
        <a:lstStyle/>
        <a:p>
          <a:r>
            <a:rPr lang="en-US"/>
            <a:t>Native to Docker</a:t>
          </a:r>
        </a:p>
      </dgm:t>
    </dgm:pt>
    <dgm:pt modelId="{7C23F124-C67D-409D-8768-82D67D508329}" type="parTrans" cxnId="{7569BC37-9D4D-492D-9F4B-E1F1F7740F38}">
      <dgm:prSet/>
      <dgm:spPr/>
      <dgm:t>
        <a:bodyPr/>
        <a:lstStyle/>
        <a:p>
          <a:endParaRPr lang="en-US"/>
        </a:p>
      </dgm:t>
    </dgm:pt>
    <dgm:pt modelId="{B6630ADD-1BF6-4414-94C1-C6EF47161D9A}" type="sibTrans" cxnId="{7569BC37-9D4D-492D-9F4B-E1F1F7740F38}">
      <dgm:prSet/>
      <dgm:spPr/>
      <dgm:t>
        <a:bodyPr/>
        <a:lstStyle/>
        <a:p>
          <a:endParaRPr lang="en-US"/>
        </a:p>
      </dgm:t>
    </dgm:pt>
    <dgm:pt modelId="{25C77EEB-BFE2-47FE-8E76-E131F9E42758}">
      <dgm:prSet/>
      <dgm:spPr/>
      <dgm:t>
        <a:bodyPr/>
        <a:lstStyle/>
        <a:p>
          <a:r>
            <a:rPr lang="en-US"/>
            <a:t>Simpler setup and configuration</a:t>
          </a:r>
        </a:p>
      </dgm:t>
    </dgm:pt>
    <dgm:pt modelId="{1AB7CD41-5FEF-42F2-87FC-3F807A5C8AB3}" type="parTrans" cxnId="{11245821-198E-4D1E-BC35-DB0E14E6CBFE}">
      <dgm:prSet/>
      <dgm:spPr/>
      <dgm:t>
        <a:bodyPr/>
        <a:lstStyle/>
        <a:p>
          <a:endParaRPr lang="en-US"/>
        </a:p>
      </dgm:t>
    </dgm:pt>
    <dgm:pt modelId="{5C13DAB8-222C-45EC-B720-B119C3D3C492}" type="sibTrans" cxnId="{11245821-198E-4D1E-BC35-DB0E14E6CBFE}">
      <dgm:prSet/>
      <dgm:spPr/>
      <dgm:t>
        <a:bodyPr/>
        <a:lstStyle/>
        <a:p>
          <a:endParaRPr lang="en-US"/>
        </a:p>
      </dgm:t>
    </dgm:pt>
    <dgm:pt modelId="{E757CF76-0D38-4A7D-8008-E4C72DCE8A8B}">
      <dgm:prSet/>
      <dgm:spPr/>
      <dgm:t>
        <a:bodyPr/>
        <a:lstStyle/>
        <a:p>
          <a:r>
            <a:rPr lang="en-US"/>
            <a:t>Easier learning curve</a:t>
          </a:r>
        </a:p>
      </dgm:t>
    </dgm:pt>
    <dgm:pt modelId="{C6E020B4-9452-47AF-8263-FB96C1558691}" type="parTrans" cxnId="{C0D0769B-600E-49DD-86C3-CEA38451313E}">
      <dgm:prSet/>
      <dgm:spPr/>
      <dgm:t>
        <a:bodyPr/>
        <a:lstStyle/>
        <a:p>
          <a:endParaRPr lang="en-US"/>
        </a:p>
      </dgm:t>
    </dgm:pt>
    <dgm:pt modelId="{7E25729C-2400-4818-9427-D92A406F45F0}" type="sibTrans" cxnId="{C0D0769B-600E-49DD-86C3-CEA38451313E}">
      <dgm:prSet/>
      <dgm:spPr/>
      <dgm:t>
        <a:bodyPr/>
        <a:lstStyle/>
        <a:p>
          <a:endParaRPr lang="en-US"/>
        </a:p>
      </dgm:t>
    </dgm:pt>
    <dgm:pt modelId="{DA188C14-308D-4633-8565-943397316C1E}">
      <dgm:prSet/>
      <dgm:spPr/>
      <dgm:t>
        <a:bodyPr/>
        <a:lstStyle/>
        <a:p>
          <a:r>
            <a:rPr lang="en-US"/>
            <a:t>Suitable for small to medium clusters</a:t>
          </a:r>
        </a:p>
      </dgm:t>
    </dgm:pt>
    <dgm:pt modelId="{712C69C4-2D2D-4EBF-AACF-74BA62A4C5A9}" type="parTrans" cxnId="{9B0ACA62-6573-4315-B181-D3584720D55F}">
      <dgm:prSet/>
      <dgm:spPr/>
      <dgm:t>
        <a:bodyPr/>
        <a:lstStyle/>
        <a:p>
          <a:endParaRPr lang="en-US"/>
        </a:p>
      </dgm:t>
    </dgm:pt>
    <dgm:pt modelId="{32383DDE-CF5A-4108-B2F0-055AFE16A595}" type="sibTrans" cxnId="{9B0ACA62-6573-4315-B181-D3584720D55F}">
      <dgm:prSet/>
      <dgm:spPr/>
      <dgm:t>
        <a:bodyPr/>
        <a:lstStyle/>
        <a:p>
          <a:endParaRPr lang="en-US"/>
        </a:p>
      </dgm:t>
    </dgm:pt>
    <dgm:pt modelId="{DC92F630-AE57-4036-A19C-15B5E4B7DAE7}">
      <dgm:prSet/>
      <dgm:spPr/>
      <dgm:t>
        <a:bodyPr/>
        <a:lstStyle/>
        <a:p>
          <a:r>
            <a:rPr lang="en-US" dirty="0"/>
            <a:t>Limited ecosystem compared to Kubernetes</a:t>
          </a:r>
        </a:p>
      </dgm:t>
    </dgm:pt>
    <dgm:pt modelId="{BBFC0963-C9AB-4593-B8CE-50C534482538}" type="parTrans" cxnId="{B19447F6-1EB5-4BB7-8333-9067A137FFD7}">
      <dgm:prSet/>
      <dgm:spPr/>
      <dgm:t>
        <a:bodyPr/>
        <a:lstStyle/>
        <a:p>
          <a:endParaRPr lang="en-US"/>
        </a:p>
      </dgm:t>
    </dgm:pt>
    <dgm:pt modelId="{9707A214-8C9C-40C7-977D-269A8F876CAA}" type="sibTrans" cxnId="{B19447F6-1EB5-4BB7-8333-9067A137FFD7}">
      <dgm:prSet/>
      <dgm:spPr/>
      <dgm:t>
        <a:bodyPr/>
        <a:lstStyle/>
        <a:p>
          <a:endParaRPr lang="en-US"/>
        </a:p>
      </dgm:t>
    </dgm:pt>
    <dgm:pt modelId="{DBF607F6-77DC-483D-93A8-FF52DB20430C}" type="pres">
      <dgm:prSet presAssocID="{96DC1541-26CA-4FAC-987D-BEB0A6368EAD}" presName="diagram" presStyleCnt="0">
        <dgm:presLayoutVars>
          <dgm:dir/>
          <dgm:resizeHandles val="exact"/>
        </dgm:presLayoutVars>
      </dgm:prSet>
      <dgm:spPr/>
    </dgm:pt>
    <dgm:pt modelId="{1252BF0C-E6A9-46CD-B30B-C8EA4DC8C172}" type="pres">
      <dgm:prSet presAssocID="{0E77ABD3-307F-4E49-AC28-5DE08FC6E544}" presName="node" presStyleLbl="node1" presStyleIdx="0" presStyleCnt="6">
        <dgm:presLayoutVars>
          <dgm:bulletEnabled val="1"/>
        </dgm:presLayoutVars>
      </dgm:prSet>
      <dgm:spPr/>
    </dgm:pt>
    <dgm:pt modelId="{554E2617-0E70-482C-883D-04FCEF7BAC2E}" type="pres">
      <dgm:prSet presAssocID="{99E182CD-628C-4128-A532-7DCC43F853BA}" presName="sibTrans" presStyleCnt="0"/>
      <dgm:spPr/>
    </dgm:pt>
    <dgm:pt modelId="{BE3209A4-5AEC-4AC4-8F99-F067AFADE796}" type="pres">
      <dgm:prSet presAssocID="{E5C2A33E-C5E7-4EB7-B780-A7B26B64BE00}" presName="node" presStyleLbl="node1" presStyleIdx="1" presStyleCnt="6">
        <dgm:presLayoutVars>
          <dgm:bulletEnabled val="1"/>
        </dgm:presLayoutVars>
      </dgm:prSet>
      <dgm:spPr/>
    </dgm:pt>
    <dgm:pt modelId="{D14D8133-8E6F-4328-8C65-5850270CF2C4}" type="pres">
      <dgm:prSet presAssocID="{B6630ADD-1BF6-4414-94C1-C6EF47161D9A}" presName="sibTrans" presStyleCnt="0"/>
      <dgm:spPr/>
    </dgm:pt>
    <dgm:pt modelId="{78EFDC01-3DD9-4D04-93FD-1D9C6F934AAE}" type="pres">
      <dgm:prSet presAssocID="{25C77EEB-BFE2-47FE-8E76-E131F9E42758}" presName="node" presStyleLbl="node1" presStyleIdx="2" presStyleCnt="6">
        <dgm:presLayoutVars>
          <dgm:bulletEnabled val="1"/>
        </dgm:presLayoutVars>
      </dgm:prSet>
      <dgm:spPr/>
    </dgm:pt>
    <dgm:pt modelId="{424F4080-C27C-4261-9782-FD21BB793215}" type="pres">
      <dgm:prSet presAssocID="{5C13DAB8-222C-45EC-B720-B119C3D3C492}" presName="sibTrans" presStyleCnt="0"/>
      <dgm:spPr/>
    </dgm:pt>
    <dgm:pt modelId="{D36F1B40-2580-4EDF-91C3-EB7BF73C51D5}" type="pres">
      <dgm:prSet presAssocID="{E757CF76-0D38-4A7D-8008-E4C72DCE8A8B}" presName="node" presStyleLbl="node1" presStyleIdx="3" presStyleCnt="6">
        <dgm:presLayoutVars>
          <dgm:bulletEnabled val="1"/>
        </dgm:presLayoutVars>
      </dgm:prSet>
      <dgm:spPr/>
    </dgm:pt>
    <dgm:pt modelId="{8055922B-B220-4275-AF0F-6CA6984A3284}" type="pres">
      <dgm:prSet presAssocID="{7E25729C-2400-4818-9427-D92A406F45F0}" presName="sibTrans" presStyleCnt="0"/>
      <dgm:spPr/>
    </dgm:pt>
    <dgm:pt modelId="{C4E96DDC-D4E7-4E0A-88C8-B1C98308A920}" type="pres">
      <dgm:prSet presAssocID="{DA188C14-308D-4633-8565-943397316C1E}" presName="node" presStyleLbl="node1" presStyleIdx="4" presStyleCnt="6">
        <dgm:presLayoutVars>
          <dgm:bulletEnabled val="1"/>
        </dgm:presLayoutVars>
      </dgm:prSet>
      <dgm:spPr/>
    </dgm:pt>
    <dgm:pt modelId="{63A7F8D0-6267-422B-8E9D-2B82F679FFC9}" type="pres">
      <dgm:prSet presAssocID="{32383DDE-CF5A-4108-B2F0-055AFE16A595}" presName="sibTrans" presStyleCnt="0"/>
      <dgm:spPr/>
    </dgm:pt>
    <dgm:pt modelId="{912A3144-5FFE-4F47-A0D1-223C564921F7}" type="pres">
      <dgm:prSet presAssocID="{DC92F630-AE57-4036-A19C-15B5E4B7DAE7}" presName="node" presStyleLbl="node1" presStyleIdx="5" presStyleCnt="6">
        <dgm:presLayoutVars>
          <dgm:bulletEnabled val="1"/>
        </dgm:presLayoutVars>
      </dgm:prSet>
      <dgm:spPr/>
    </dgm:pt>
  </dgm:ptLst>
  <dgm:cxnLst>
    <dgm:cxn modelId="{D1ADA218-404B-4B42-A080-BEE2A5BB3B6B}" srcId="{96DC1541-26CA-4FAC-987D-BEB0A6368EAD}" destId="{0E77ABD3-307F-4E49-AC28-5DE08FC6E544}" srcOrd="0" destOrd="0" parTransId="{61C9F7D1-1D7B-4F7D-AF18-D54918BBF0B1}" sibTransId="{99E182CD-628C-4128-A532-7DCC43F853BA}"/>
    <dgm:cxn modelId="{11245821-198E-4D1E-BC35-DB0E14E6CBFE}" srcId="{96DC1541-26CA-4FAC-987D-BEB0A6368EAD}" destId="{25C77EEB-BFE2-47FE-8E76-E131F9E42758}" srcOrd="2" destOrd="0" parTransId="{1AB7CD41-5FEF-42F2-87FC-3F807A5C8AB3}" sibTransId="{5C13DAB8-222C-45EC-B720-B119C3D3C492}"/>
    <dgm:cxn modelId="{8E9FC026-BD59-4C1A-B1CD-EF27ED5AE05C}" type="presOf" srcId="{96DC1541-26CA-4FAC-987D-BEB0A6368EAD}" destId="{DBF607F6-77DC-483D-93A8-FF52DB20430C}" srcOrd="0" destOrd="0" presId="urn:microsoft.com/office/officeart/2005/8/layout/default"/>
    <dgm:cxn modelId="{7569BC37-9D4D-492D-9F4B-E1F1F7740F38}" srcId="{96DC1541-26CA-4FAC-987D-BEB0A6368EAD}" destId="{E5C2A33E-C5E7-4EB7-B780-A7B26B64BE00}" srcOrd="1" destOrd="0" parTransId="{7C23F124-C67D-409D-8768-82D67D508329}" sibTransId="{B6630ADD-1BF6-4414-94C1-C6EF47161D9A}"/>
    <dgm:cxn modelId="{9B0ACA62-6573-4315-B181-D3584720D55F}" srcId="{96DC1541-26CA-4FAC-987D-BEB0A6368EAD}" destId="{DA188C14-308D-4633-8565-943397316C1E}" srcOrd="4" destOrd="0" parTransId="{712C69C4-2D2D-4EBF-AACF-74BA62A4C5A9}" sibTransId="{32383DDE-CF5A-4108-B2F0-055AFE16A595}"/>
    <dgm:cxn modelId="{0F80D564-7E7A-46B6-964B-E555415D2597}" type="presOf" srcId="{E5C2A33E-C5E7-4EB7-B780-A7B26B64BE00}" destId="{BE3209A4-5AEC-4AC4-8F99-F067AFADE796}" srcOrd="0" destOrd="0" presId="urn:microsoft.com/office/officeart/2005/8/layout/default"/>
    <dgm:cxn modelId="{A55B704A-7DA2-494C-9068-F64FE05E0549}" type="presOf" srcId="{25C77EEB-BFE2-47FE-8E76-E131F9E42758}" destId="{78EFDC01-3DD9-4D04-93FD-1D9C6F934AAE}" srcOrd="0" destOrd="0" presId="urn:microsoft.com/office/officeart/2005/8/layout/default"/>
    <dgm:cxn modelId="{66294D53-4532-4DA7-946E-52F09362C027}" type="presOf" srcId="{DC92F630-AE57-4036-A19C-15B5E4B7DAE7}" destId="{912A3144-5FFE-4F47-A0D1-223C564921F7}" srcOrd="0" destOrd="0" presId="urn:microsoft.com/office/officeart/2005/8/layout/default"/>
    <dgm:cxn modelId="{61285C85-C89A-4419-A842-DD13E4606DF5}" type="presOf" srcId="{E757CF76-0D38-4A7D-8008-E4C72DCE8A8B}" destId="{D36F1B40-2580-4EDF-91C3-EB7BF73C51D5}" srcOrd="0" destOrd="0" presId="urn:microsoft.com/office/officeart/2005/8/layout/default"/>
    <dgm:cxn modelId="{8343C286-7A94-46E5-B0B4-6C1F47E10809}" type="presOf" srcId="{DA188C14-308D-4633-8565-943397316C1E}" destId="{C4E96DDC-D4E7-4E0A-88C8-B1C98308A920}" srcOrd="0" destOrd="0" presId="urn:microsoft.com/office/officeart/2005/8/layout/default"/>
    <dgm:cxn modelId="{B095EC93-2175-46DB-923D-2E2A3A1A928B}" type="presOf" srcId="{0E77ABD3-307F-4E49-AC28-5DE08FC6E544}" destId="{1252BF0C-E6A9-46CD-B30B-C8EA4DC8C172}" srcOrd="0" destOrd="0" presId="urn:microsoft.com/office/officeart/2005/8/layout/default"/>
    <dgm:cxn modelId="{C0D0769B-600E-49DD-86C3-CEA38451313E}" srcId="{96DC1541-26CA-4FAC-987D-BEB0A6368EAD}" destId="{E757CF76-0D38-4A7D-8008-E4C72DCE8A8B}" srcOrd="3" destOrd="0" parTransId="{C6E020B4-9452-47AF-8263-FB96C1558691}" sibTransId="{7E25729C-2400-4818-9427-D92A406F45F0}"/>
    <dgm:cxn modelId="{B19447F6-1EB5-4BB7-8333-9067A137FFD7}" srcId="{96DC1541-26CA-4FAC-987D-BEB0A6368EAD}" destId="{DC92F630-AE57-4036-A19C-15B5E4B7DAE7}" srcOrd="5" destOrd="0" parTransId="{BBFC0963-C9AB-4593-B8CE-50C534482538}" sibTransId="{9707A214-8C9C-40C7-977D-269A8F876CAA}"/>
    <dgm:cxn modelId="{CA7F51E8-7261-4E4C-82E5-203C971D525F}" type="presParOf" srcId="{DBF607F6-77DC-483D-93A8-FF52DB20430C}" destId="{1252BF0C-E6A9-46CD-B30B-C8EA4DC8C172}" srcOrd="0" destOrd="0" presId="urn:microsoft.com/office/officeart/2005/8/layout/default"/>
    <dgm:cxn modelId="{763EAF83-7147-4043-87F6-CB1B6AB03940}" type="presParOf" srcId="{DBF607F6-77DC-483D-93A8-FF52DB20430C}" destId="{554E2617-0E70-482C-883D-04FCEF7BAC2E}" srcOrd="1" destOrd="0" presId="urn:microsoft.com/office/officeart/2005/8/layout/default"/>
    <dgm:cxn modelId="{CFAC545A-DDBD-46DF-B08E-4EEC4CE703A7}" type="presParOf" srcId="{DBF607F6-77DC-483D-93A8-FF52DB20430C}" destId="{BE3209A4-5AEC-4AC4-8F99-F067AFADE796}" srcOrd="2" destOrd="0" presId="urn:microsoft.com/office/officeart/2005/8/layout/default"/>
    <dgm:cxn modelId="{699D779D-0C27-44B1-95E6-67C423FCD752}" type="presParOf" srcId="{DBF607F6-77DC-483D-93A8-FF52DB20430C}" destId="{D14D8133-8E6F-4328-8C65-5850270CF2C4}" srcOrd="3" destOrd="0" presId="urn:microsoft.com/office/officeart/2005/8/layout/default"/>
    <dgm:cxn modelId="{D3093C6A-22AC-401A-B2DF-171F765616CF}" type="presParOf" srcId="{DBF607F6-77DC-483D-93A8-FF52DB20430C}" destId="{78EFDC01-3DD9-4D04-93FD-1D9C6F934AAE}" srcOrd="4" destOrd="0" presId="urn:microsoft.com/office/officeart/2005/8/layout/default"/>
    <dgm:cxn modelId="{DADCECE0-9825-4D3B-9E42-D8FDA6D3FEB7}" type="presParOf" srcId="{DBF607F6-77DC-483D-93A8-FF52DB20430C}" destId="{424F4080-C27C-4261-9782-FD21BB793215}" srcOrd="5" destOrd="0" presId="urn:microsoft.com/office/officeart/2005/8/layout/default"/>
    <dgm:cxn modelId="{285AFA5B-835D-421E-9793-3308943BBA76}" type="presParOf" srcId="{DBF607F6-77DC-483D-93A8-FF52DB20430C}" destId="{D36F1B40-2580-4EDF-91C3-EB7BF73C51D5}" srcOrd="6" destOrd="0" presId="urn:microsoft.com/office/officeart/2005/8/layout/default"/>
    <dgm:cxn modelId="{1BF46A83-8A54-4D72-ADAC-FD366AE15A8C}" type="presParOf" srcId="{DBF607F6-77DC-483D-93A8-FF52DB20430C}" destId="{8055922B-B220-4275-AF0F-6CA6984A3284}" srcOrd="7" destOrd="0" presId="urn:microsoft.com/office/officeart/2005/8/layout/default"/>
    <dgm:cxn modelId="{682176EA-1318-48A1-A191-E89B56D4C7C8}" type="presParOf" srcId="{DBF607F6-77DC-483D-93A8-FF52DB20430C}" destId="{C4E96DDC-D4E7-4E0A-88C8-B1C98308A920}" srcOrd="8" destOrd="0" presId="urn:microsoft.com/office/officeart/2005/8/layout/default"/>
    <dgm:cxn modelId="{A0B5DDC1-9382-4A83-815E-0B2D4DE7235B}" type="presParOf" srcId="{DBF607F6-77DC-483D-93A8-FF52DB20430C}" destId="{63A7F8D0-6267-422B-8E9D-2B82F679FFC9}" srcOrd="9" destOrd="0" presId="urn:microsoft.com/office/officeart/2005/8/layout/default"/>
    <dgm:cxn modelId="{5965D5D1-9EC1-45E5-BEFA-651C90668414}" type="presParOf" srcId="{DBF607F6-77DC-483D-93A8-FF52DB20430C}" destId="{912A3144-5FFE-4F47-A0D1-223C564921F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C71BFFC-3B03-4DE1-98F8-E4F02484273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0CA246F-5AAC-4497-9C77-1E8673324F44}">
      <dgm:prSet/>
      <dgm:spPr/>
      <dgm:t>
        <a:bodyPr/>
        <a:lstStyle/>
        <a:p>
          <a:r>
            <a:rPr lang="pt-BR" b="0" i="0" baseline="0"/>
            <a:t>Advanced orchestration platform</a:t>
          </a:r>
          <a:endParaRPr lang="en-US"/>
        </a:p>
      </dgm:t>
    </dgm:pt>
    <dgm:pt modelId="{5FAAC70A-A061-4931-9B20-4618AD47AA99}" type="parTrans" cxnId="{E67A69A9-40D0-41C1-A52A-48588FF4208C}">
      <dgm:prSet/>
      <dgm:spPr/>
      <dgm:t>
        <a:bodyPr/>
        <a:lstStyle/>
        <a:p>
          <a:endParaRPr lang="en-US"/>
        </a:p>
      </dgm:t>
    </dgm:pt>
    <dgm:pt modelId="{0381F0CD-8F49-415A-843B-957C32131D5C}" type="sibTrans" cxnId="{E67A69A9-40D0-41C1-A52A-48588FF4208C}">
      <dgm:prSet/>
      <dgm:spPr/>
      <dgm:t>
        <a:bodyPr/>
        <a:lstStyle/>
        <a:p>
          <a:endParaRPr lang="en-US"/>
        </a:p>
      </dgm:t>
    </dgm:pt>
    <dgm:pt modelId="{4CF44037-54C8-4D7D-9381-6ABF59422F93}">
      <dgm:prSet/>
      <dgm:spPr/>
      <dgm:t>
        <a:bodyPr/>
        <a:lstStyle/>
        <a:p>
          <a:r>
            <a:rPr lang="pt-BR" b="0" i="0" baseline="0"/>
            <a:t>Automatic scaling (Horizontal Pod Autoscaling)</a:t>
          </a:r>
          <a:endParaRPr lang="en-US"/>
        </a:p>
      </dgm:t>
    </dgm:pt>
    <dgm:pt modelId="{E06C6F1C-2749-47EC-B53A-88E77E8BF82A}" type="parTrans" cxnId="{02E49B0F-8947-4FE7-8A4B-502BB1F5CABF}">
      <dgm:prSet/>
      <dgm:spPr/>
      <dgm:t>
        <a:bodyPr/>
        <a:lstStyle/>
        <a:p>
          <a:endParaRPr lang="en-US"/>
        </a:p>
      </dgm:t>
    </dgm:pt>
    <dgm:pt modelId="{6CA4EE9B-3515-4C9D-A2F9-C7BB98B10FAF}" type="sibTrans" cxnId="{02E49B0F-8947-4FE7-8A4B-502BB1F5CABF}">
      <dgm:prSet/>
      <dgm:spPr/>
      <dgm:t>
        <a:bodyPr/>
        <a:lstStyle/>
        <a:p>
          <a:endParaRPr lang="en-US"/>
        </a:p>
      </dgm:t>
    </dgm:pt>
    <dgm:pt modelId="{72249883-96D2-4B6E-AD81-C663F904E43A}">
      <dgm:prSet/>
      <dgm:spPr/>
      <dgm:t>
        <a:bodyPr/>
        <a:lstStyle/>
        <a:p>
          <a:r>
            <a:rPr lang="pt-BR" b="0" i="0" baseline="0"/>
            <a:t>Self-healing (automatic container restarts)</a:t>
          </a:r>
          <a:endParaRPr lang="en-US"/>
        </a:p>
      </dgm:t>
    </dgm:pt>
    <dgm:pt modelId="{2CD7A82C-6459-4CA9-A66B-B68758E2E78A}" type="parTrans" cxnId="{09989F67-6709-4D81-8DAD-69DB59831708}">
      <dgm:prSet/>
      <dgm:spPr/>
      <dgm:t>
        <a:bodyPr/>
        <a:lstStyle/>
        <a:p>
          <a:endParaRPr lang="en-US"/>
        </a:p>
      </dgm:t>
    </dgm:pt>
    <dgm:pt modelId="{A3816B9C-35D8-4B40-84E8-B063C3530B6C}" type="sibTrans" cxnId="{09989F67-6709-4D81-8DAD-69DB59831708}">
      <dgm:prSet/>
      <dgm:spPr/>
      <dgm:t>
        <a:bodyPr/>
        <a:lstStyle/>
        <a:p>
          <a:endParaRPr lang="en-US"/>
        </a:p>
      </dgm:t>
    </dgm:pt>
    <dgm:pt modelId="{F96A3347-86C2-417E-8B15-DFC977534BCD}">
      <dgm:prSet/>
      <dgm:spPr/>
      <dgm:t>
        <a:bodyPr/>
        <a:lstStyle/>
        <a:p>
          <a:r>
            <a:rPr lang="pt-BR" b="0" i="0" baseline="0"/>
            <a:t>Rolling updates and rollbacks</a:t>
          </a:r>
          <a:endParaRPr lang="en-US"/>
        </a:p>
      </dgm:t>
    </dgm:pt>
    <dgm:pt modelId="{7B736E34-6F97-4F13-8F5B-7C47DBEF9A9B}" type="parTrans" cxnId="{DBD4790D-2F27-4809-BBD2-D68F0883FCE0}">
      <dgm:prSet/>
      <dgm:spPr/>
      <dgm:t>
        <a:bodyPr/>
        <a:lstStyle/>
        <a:p>
          <a:endParaRPr lang="en-US"/>
        </a:p>
      </dgm:t>
    </dgm:pt>
    <dgm:pt modelId="{51E0519C-FB48-429D-B4A0-20AB3F978947}" type="sibTrans" cxnId="{DBD4790D-2F27-4809-BBD2-D68F0883FCE0}">
      <dgm:prSet/>
      <dgm:spPr/>
      <dgm:t>
        <a:bodyPr/>
        <a:lstStyle/>
        <a:p>
          <a:endParaRPr lang="en-US"/>
        </a:p>
      </dgm:t>
    </dgm:pt>
    <dgm:pt modelId="{B9328B19-ABBC-4FCB-A13F-ADA73F595567}">
      <dgm:prSet/>
      <dgm:spPr/>
      <dgm:t>
        <a:bodyPr/>
        <a:lstStyle/>
        <a:p>
          <a:r>
            <a:rPr lang="pt-BR" b="0" i="0" baseline="0"/>
            <a:t>Large ecosystem and cloud integration</a:t>
          </a:r>
          <a:endParaRPr lang="en-US"/>
        </a:p>
      </dgm:t>
    </dgm:pt>
    <dgm:pt modelId="{A4350A8A-A95A-415F-ADCB-CA0E9571A314}" type="parTrans" cxnId="{8284A7DE-6975-4BF8-A55E-96011FBB9B05}">
      <dgm:prSet/>
      <dgm:spPr/>
      <dgm:t>
        <a:bodyPr/>
        <a:lstStyle/>
        <a:p>
          <a:endParaRPr lang="en-US"/>
        </a:p>
      </dgm:t>
    </dgm:pt>
    <dgm:pt modelId="{1F3F791F-0702-4DF2-B796-549587B0039E}" type="sibTrans" cxnId="{8284A7DE-6975-4BF8-A55E-96011FBB9B05}">
      <dgm:prSet/>
      <dgm:spPr/>
      <dgm:t>
        <a:bodyPr/>
        <a:lstStyle/>
        <a:p>
          <a:endParaRPr lang="en-US"/>
        </a:p>
      </dgm:t>
    </dgm:pt>
    <dgm:pt modelId="{B18155B2-E72C-4E86-9857-BE6E7DBA1D38}">
      <dgm:prSet/>
      <dgm:spPr/>
      <dgm:t>
        <a:bodyPr/>
        <a:lstStyle/>
        <a:p>
          <a:r>
            <a:rPr lang="pt-BR" b="0" i="0" baseline="0"/>
            <a:t>Industry standard for production systems</a:t>
          </a:r>
          <a:endParaRPr lang="en-US"/>
        </a:p>
      </dgm:t>
    </dgm:pt>
    <dgm:pt modelId="{29DB9B5A-F2AD-421F-B5D0-0BF252AF51C8}" type="parTrans" cxnId="{A20666B2-00D8-44D4-A2CA-1105AF6B37D3}">
      <dgm:prSet/>
      <dgm:spPr/>
      <dgm:t>
        <a:bodyPr/>
        <a:lstStyle/>
        <a:p>
          <a:endParaRPr lang="en-US"/>
        </a:p>
      </dgm:t>
    </dgm:pt>
    <dgm:pt modelId="{6D56D5CA-56AB-4F27-83A0-6A309A69F7B1}" type="sibTrans" cxnId="{A20666B2-00D8-44D4-A2CA-1105AF6B37D3}">
      <dgm:prSet/>
      <dgm:spPr/>
      <dgm:t>
        <a:bodyPr/>
        <a:lstStyle/>
        <a:p>
          <a:endParaRPr lang="en-US"/>
        </a:p>
      </dgm:t>
    </dgm:pt>
    <dgm:pt modelId="{2254A35B-8EB9-4A66-A271-46293B80CED6}" type="pres">
      <dgm:prSet presAssocID="{9C71BFFC-3B03-4DE1-98F8-E4F024842735}" presName="diagram" presStyleCnt="0">
        <dgm:presLayoutVars>
          <dgm:dir/>
          <dgm:resizeHandles val="exact"/>
        </dgm:presLayoutVars>
      </dgm:prSet>
      <dgm:spPr/>
    </dgm:pt>
    <dgm:pt modelId="{AA96CE59-3B4E-4BB0-9D00-4568DBBE5D1D}" type="pres">
      <dgm:prSet presAssocID="{A0CA246F-5AAC-4497-9C77-1E8673324F44}" presName="node" presStyleLbl="node1" presStyleIdx="0" presStyleCnt="6">
        <dgm:presLayoutVars>
          <dgm:bulletEnabled val="1"/>
        </dgm:presLayoutVars>
      </dgm:prSet>
      <dgm:spPr/>
    </dgm:pt>
    <dgm:pt modelId="{1ACEC862-6479-4E07-9ABF-18099FF317F4}" type="pres">
      <dgm:prSet presAssocID="{0381F0CD-8F49-415A-843B-957C32131D5C}" presName="sibTrans" presStyleCnt="0"/>
      <dgm:spPr/>
    </dgm:pt>
    <dgm:pt modelId="{C379C52C-64E1-4496-B37E-23B616002A37}" type="pres">
      <dgm:prSet presAssocID="{4CF44037-54C8-4D7D-9381-6ABF59422F93}" presName="node" presStyleLbl="node1" presStyleIdx="1" presStyleCnt="6">
        <dgm:presLayoutVars>
          <dgm:bulletEnabled val="1"/>
        </dgm:presLayoutVars>
      </dgm:prSet>
      <dgm:spPr/>
    </dgm:pt>
    <dgm:pt modelId="{62176404-2DF7-4873-B97C-7E2D5886DF8C}" type="pres">
      <dgm:prSet presAssocID="{6CA4EE9B-3515-4C9D-A2F9-C7BB98B10FAF}" presName="sibTrans" presStyleCnt="0"/>
      <dgm:spPr/>
    </dgm:pt>
    <dgm:pt modelId="{4EB05936-17EE-4104-82C6-974A9D293C3D}" type="pres">
      <dgm:prSet presAssocID="{72249883-96D2-4B6E-AD81-C663F904E43A}" presName="node" presStyleLbl="node1" presStyleIdx="2" presStyleCnt="6">
        <dgm:presLayoutVars>
          <dgm:bulletEnabled val="1"/>
        </dgm:presLayoutVars>
      </dgm:prSet>
      <dgm:spPr/>
    </dgm:pt>
    <dgm:pt modelId="{64CF2D3F-FB9B-45A5-BC98-68E0EF21D9FF}" type="pres">
      <dgm:prSet presAssocID="{A3816B9C-35D8-4B40-84E8-B063C3530B6C}" presName="sibTrans" presStyleCnt="0"/>
      <dgm:spPr/>
    </dgm:pt>
    <dgm:pt modelId="{D9D889BA-205A-45B7-B749-CFC7D0BE84E4}" type="pres">
      <dgm:prSet presAssocID="{F96A3347-86C2-417E-8B15-DFC977534BCD}" presName="node" presStyleLbl="node1" presStyleIdx="3" presStyleCnt="6">
        <dgm:presLayoutVars>
          <dgm:bulletEnabled val="1"/>
        </dgm:presLayoutVars>
      </dgm:prSet>
      <dgm:spPr/>
    </dgm:pt>
    <dgm:pt modelId="{B2CC9F88-86B4-4F9F-9D08-77D68037FB0D}" type="pres">
      <dgm:prSet presAssocID="{51E0519C-FB48-429D-B4A0-20AB3F978947}" presName="sibTrans" presStyleCnt="0"/>
      <dgm:spPr/>
    </dgm:pt>
    <dgm:pt modelId="{E2F8594C-7B6A-4A5B-9B01-ED7E4EB7158A}" type="pres">
      <dgm:prSet presAssocID="{B9328B19-ABBC-4FCB-A13F-ADA73F595567}" presName="node" presStyleLbl="node1" presStyleIdx="4" presStyleCnt="6">
        <dgm:presLayoutVars>
          <dgm:bulletEnabled val="1"/>
        </dgm:presLayoutVars>
      </dgm:prSet>
      <dgm:spPr/>
    </dgm:pt>
    <dgm:pt modelId="{B761E7A9-02B1-4813-9AB1-6EAF644AE55C}" type="pres">
      <dgm:prSet presAssocID="{1F3F791F-0702-4DF2-B796-549587B0039E}" presName="sibTrans" presStyleCnt="0"/>
      <dgm:spPr/>
    </dgm:pt>
    <dgm:pt modelId="{EA7D7098-25CC-4E03-BA71-047A0F3BE188}" type="pres">
      <dgm:prSet presAssocID="{B18155B2-E72C-4E86-9857-BE6E7DBA1D38}" presName="node" presStyleLbl="node1" presStyleIdx="5" presStyleCnt="6">
        <dgm:presLayoutVars>
          <dgm:bulletEnabled val="1"/>
        </dgm:presLayoutVars>
      </dgm:prSet>
      <dgm:spPr/>
    </dgm:pt>
  </dgm:ptLst>
  <dgm:cxnLst>
    <dgm:cxn modelId="{9DCAE800-2F8D-4FB2-B181-496E10995D79}" type="presOf" srcId="{A0CA246F-5AAC-4497-9C77-1E8673324F44}" destId="{AA96CE59-3B4E-4BB0-9D00-4568DBBE5D1D}" srcOrd="0" destOrd="0" presId="urn:microsoft.com/office/officeart/2005/8/layout/default"/>
    <dgm:cxn modelId="{DBD4790D-2F27-4809-BBD2-D68F0883FCE0}" srcId="{9C71BFFC-3B03-4DE1-98F8-E4F024842735}" destId="{F96A3347-86C2-417E-8B15-DFC977534BCD}" srcOrd="3" destOrd="0" parTransId="{7B736E34-6F97-4F13-8F5B-7C47DBEF9A9B}" sibTransId="{51E0519C-FB48-429D-B4A0-20AB3F978947}"/>
    <dgm:cxn modelId="{02E49B0F-8947-4FE7-8A4B-502BB1F5CABF}" srcId="{9C71BFFC-3B03-4DE1-98F8-E4F024842735}" destId="{4CF44037-54C8-4D7D-9381-6ABF59422F93}" srcOrd="1" destOrd="0" parTransId="{E06C6F1C-2749-47EC-B53A-88E77E8BF82A}" sibTransId="{6CA4EE9B-3515-4C9D-A2F9-C7BB98B10FAF}"/>
    <dgm:cxn modelId="{231EAB1E-D46D-4B00-9752-B9CBE00F3B44}" type="presOf" srcId="{B9328B19-ABBC-4FCB-A13F-ADA73F595567}" destId="{E2F8594C-7B6A-4A5B-9B01-ED7E4EB7158A}" srcOrd="0" destOrd="0" presId="urn:microsoft.com/office/officeart/2005/8/layout/default"/>
    <dgm:cxn modelId="{BA0DB122-ED5F-45A7-B536-22E67F9308A5}" type="presOf" srcId="{F96A3347-86C2-417E-8B15-DFC977534BCD}" destId="{D9D889BA-205A-45B7-B749-CFC7D0BE84E4}" srcOrd="0" destOrd="0" presId="urn:microsoft.com/office/officeart/2005/8/layout/default"/>
    <dgm:cxn modelId="{69A06A38-1AD4-40D1-9C84-74519F1C2250}" type="presOf" srcId="{4CF44037-54C8-4D7D-9381-6ABF59422F93}" destId="{C379C52C-64E1-4496-B37E-23B616002A37}" srcOrd="0" destOrd="0" presId="urn:microsoft.com/office/officeart/2005/8/layout/default"/>
    <dgm:cxn modelId="{09989F67-6709-4D81-8DAD-69DB59831708}" srcId="{9C71BFFC-3B03-4DE1-98F8-E4F024842735}" destId="{72249883-96D2-4B6E-AD81-C663F904E43A}" srcOrd="2" destOrd="0" parTransId="{2CD7A82C-6459-4CA9-A66B-B68758E2E78A}" sibTransId="{A3816B9C-35D8-4B40-84E8-B063C3530B6C}"/>
    <dgm:cxn modelId="{B520646A-A649-4B59-BDA7-B3BEC44B90B0}" type="presOf" srcId="{9C71BFFC-3B03-4DE1-98F8-E4F024842735}" destId="{2254A35B-8EB9-4A66-A271-46293B80CED6}" srcOrd="0" destOrd="0" presId="urn:microsoft.com/office/officeart/2005/8/layout/default"/>
    <dgm:cxn modelId="{39E88856-A014-4980-8FE7-CFA8F7776693}" type="presOf" srcId="{72249883-96D2-4B6E-AD81-C663F904E43A}" destId="{4EB05936-17EE-4104-82C6-974A9D293C3D}" srcOrd="0" destOrd="0" presId="urn:microsoft.com/office/officeart/2005/8/layout/default"/>
    <dgm:cxn modelId="{E67A69A9-40D0-41C1-A52A-48588FF4208C}" srcId="{9C71BFFC-3B03-4DE1-98F8-E4F024842735}" destId="{A0CA246F-5AAC-4497-9C77-1E8673324F44}" srcOrd="0" destOrd="0" parTransId="{5FAAC70A-A061-4931-9B20-4618AD47AA99}" sibTransId="{0381F0CD-8F49-415A-843B-957C32131D5C}"/>
    <dgm:cxn modelId="{A20666B2-00D8-44D4-A2CA-1105AF6B37D3}" srcId="{9C71BFFC-3B03-4DE1-98F8-E4F024842735}" destId="{B18155B2-E72C-4E86-9857-BE6E7DBA1D38}" srcOrd="5" destOrd="0" parTransId="{29DB9B5A-F2AD-421F-B5D0-0BF252AF51C8}" sibTransId="{6D56D5CA-56AB-4F27-83A0-6A309A69F7B1}"/>
    <dgm:cxn modelId="{8284A7DE-6975-4BF8-A55E-96011FBB9B05}" srcId="{9C71BFFC-3B03-4DE1-98F8-E4F024842735}" destId="{B9328B19-ABBC-4FCB-A13F-ADA73F595567}" srcOrd="4" destOrd="0" parTransId="{A4350A8A-A95A-415F-ADCB-CA0E9571A314}" sibTransId="{1F3F791F-0702-4DF2-B796-549587B0039E}"/>
    <dgm:cxn modelId="{23538AF5-BD31-4E21-B8B5-E15141C92276}" type="presOf" srcId="{B18155B2-E72C-4E86-9857-BE6E7DBA1D38}" destId="{EA7D7098-25CC-4E03-BA71-047A0F3BE188}" srcOrd="0" destOrd="0" presId="urn:microsoft.com/office/officeart/2005/8/layout/default"/>
    <dgm:cxn modelId="{CC7D79AF-D558-4753-8594-F175EA5818BE}" type="presParOf" srcId="{2254A35B-8EB9-4A66-A271-46293B80CED6}" destId="{AA96CE59-3B4E-4BB0-9D00-4568DBBE5D1D}" srcOrd="0" destOrd="0" presId="urn:microsoft.com/office/officeart/2005/8/layout/default"/>
    <dgm:cxn modelId="{EB7DFC67-86D8-4814-B5A8-6DF9A3A129D4}" type="presParOf" srcId="{2254A35B-8EB9-4A66-A271-46293B80CED6}" destId="{1ACEC862-6479-4E07-9ABF-18099FF317F4}" srcOrd="1" destOrd="0" presId="urn:microsoft.com/office/officeart/2005/8/layout/default"/>
    <dgm:cxn modelId="{BE50EC73-8A8B-4270-84BF-0189DF6CCC4C}" type="presParOf" srcId="{2254A35B-8EB9-4A66-A271-46293B80CED6}" destId="{C379C52C-64E1-4496-B37E-23B616002A37}" srcOrd="2" destOrd="0" presId="urn:microsoft.com/office/officeart/2005/8/layout/default"/>
    <dgm:cxn modelId="{4181C4F7-6734-4511-82C0-BD4113FD26DC}" type="presParOf" srcId="{2254A35B-8EB9-4A66-A271-46293B80CED6}" destId="{62176404-2DF7-4873-B97C-7E2D5886DF8C}" srcOrd="3" destOrd="0" presId="urn:microsoft.com/office/officeart/2005/8/layout/default"/>
    <dgm:cxn modelId="{10771036-2D8F-4054-88A6-23F0B0E51DE9}" type="presParOf" srcId="{2254A35B-8EB9-4A66-A271-46293B80CED6}" destId="{4EB05936-17EE-4104-82C6-974A9D293C3D}" srcOrd="4" destOrd="0" presId="urn:microsoft.com/office/officeart/2005/8/layout/default"/>
    <dgm:cxn modelId="{06AFB8B0-043D-4F4E-AA2D-4B3A441C5414}" type="presParOf" srcId="{2254A35B-8EB9-4A66-A271-46293B80CED6}" destId="{64CF2D3F-FB9B-45A5-BC98-68E0EF21D9FF}" srcOrd="5" destOrd="0" presId="urn:microsoft.com/office/officeart/2005/8/layout/default"/>
    <dgm:cxn modelId="{788E5886-083D-4A93-8675-CA794E826F05}" type="presParOf" srcId="{2254A35B-8EB9-4A66-A271-46293B80CED6}" destId="{D9D889BA-205A-45B7-B749-CFC7D0BE84E4}" srcOrd="6" destOrd="0" presId="urn:microsoft.com/office/officeart/2005/8/layout/default"/>
    <dgm:cxn modelId="{D2339527-988D-40F7-AC15-4DA8E877C2DD}" type="presParOf" srcId="{2254A35B-8EB9-4A66-A271-46293B80CED6}" destId="{B2CC9F88-86B4-4F9F-9D08-77D68037FB0D}" srcOrd="7" destOrd="0" presId="urn:microsoft.com/office/officeart/2005/8/layout/default"/>
    <dgm:cxn modelId="{C98A5EDE-A429-4E57-BF6A-C9F2E1C2C70E}" type="presParOf" srcId="{2254A35B-8EB9-4A66-A271-46293B80CED6}" destId="{E2F8594C-7B6A-4A5B-9B01-ED7E4EB7158A}" srcOrd="8" destOrd="0" presId="urn:microsoft.com/office/officeart/2005/8/layout/default"/>
    <dgm:cxn modelId="{9165A001-849E-4C6F-A9E7-E5DBD5C9AB1F}" type="presParOf" srcId="{2254A35B-8EB9-4A66-A271-46293B80CED6}" destId="{B761E7A9-02B1-4813-9AB1-6EAF644AE55C}" srcOrd="9" destOrd="0" presId="urn:microsoft.com/office/officeart/2005/8/layout/default"/>
    <dgm:cxn modelId="{32F8736E-F0C2-4E15-942B-BCDC07B95C5E}" type="presParOf" srcId="{2254A35B-8EB9-4A66-A271-46293B80CED6}" destId="{EA7D7098-25CC-4E03-BA71-047A0F3BE18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7F9B667-E235-4556-8817-C6D17422B8B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1FDEE4-B74B-418A-88B7-C07BDFFA9D8A}">
      <dgm:prSet/>
      <dgm:spPr/>
      <dgm:t>
        <a:bodyPr/>
        <a:lstStyle/>
        <a:p>
          <a:r>
            <a:rPr lang="pt-BR"/>
            <a:t>Containers are foundational to modern DevOps practices.</a:t>
          </a:r>
          <a:endParaRPr lang="en-US"/>
        </a:p>
      </dgm:t>
    </dgm:pt>
    <dgm:pt modelId="{3CA868F8-075B-486F-B5A2-47A2CFE2C986}" type="parTrans" cxnId="{78261755-8F17-4939-90CA-FEEE44940DFC}">
      <dgm:prSet/>
      <dgm:spPr/>
      <dgm:t>
        <a:bodyPr/>
        <a:lstStyle/>
        <a:p>
          <a:endParaRPr lang="en-US"/>
        </a:p>
      </dgm:t>
    </dgm:pt>
    <dgm:pt modelId="{5E69FF19-C093-45B5-8DC1-F8A599DB6731}" type="sibTrans" cxnId="{78261755-8F17-4939-90CA-FEEE44940DFC}">
      <dgm:prSet/>
      <dgm:spPr/>
      <dgm:t>
        <a:bodyPr/>
        <a:lstStyle/>
        <a:p>
          <a:endParaRPr lang="en-US"/>
        </a:p>
      </dgm:t>
    </dgm:pt>
    <dgm:pt modelId="{FB3AB191-7625-4973-8CEA-DD519A203ADC}">
      <dgm:prSet/>
      <dgm:spPr/>
      <dgm:t>
        <a:bodyPr/>
        <a:lstStyle/>
        <a:p>
          <a:r>
            <a:rPr lang="pt-BR" b="1"/>
            <a:t>Continuous Integration (CI)</a:t>
          </a:r>
          <a:br>
            <a:rPr lang="pt-BR"/>
          </a:br>
          <a:r>
            <a:rPr lang="pt-BR"/>
            <a:t>Automatically build and test applications inside reproducible container environments.</a:t>
          </a:r>
          <a:endParaRPr lang="en-US"/>
        </a:p>
      </dgm:t>
    </dgm:pt>
    <dgm:pt modelId="{651ADA77-BCFA-4A5F-BD4D-2DF6CD8E8AE8}" type="parTrans" cxnId="{20359CDE-2F17-4A67-9A2B-27A4A5F0A3CB}">
      <dgm:prSet/>
      <dgm:spPr/>
      <dgm:t>
        <a:bodyPr/>
        <a:lstStyle/>
        <a:p>
          <a:endParaRPr lang="en-US"/>
        </a:p>
      </dgm:t>
    </dgm:pt>
    <dgm:pt modelId="{8EECE29B-E989-4D83-9D5C-C90EFA63A5FF}" type="sibTrans" cxnId="{20359CDE-2F17-4A67-9A2B-27A4A5F0A3CB}">
      <dgm:prSet/>
      <dgm:spPr/>
      <dgm:t>
        <a:bodyPr/>
        <a:lstStyle/>
        <a:p>
          <a:endParaRPr lang="en-US"/>
        </a:p>
      </dgm:t>
    </dgm:pt>
    <dgm:pt modelId="{BD33B48A-B6ED-4288-999A-2A8AD0B19220}">
      <dgm:prSet/>
      <dgm:spPr/>
      <dgm:t>
        <a:bodyPr/>
        <a:lstStyle/>
        <a:p>
          <a:r>
            <a:rPr lang="pt-BR" b="1"/>
            <a:t>Continuous Deployment (CD)</a:t>
          </a:r>
          <a:br>
            <a:rPr lang="pt-BR"/>
          </a:br>
          <a:r>
            <a:rPr lang="pt-BR"/>
            <a:t>Deploy containerized applications consistently across environments.</a:t>
          </a:r>
          <a:endParaRPr lang="en-US"/>
        </a:p>
      </dgm:t>
    </dgm:pt>
    <dgm:pt modelId="{4C7326F8-AF9B-4FC6-A37E-B1E70382405A}" type="parTrans" cxnId="{063D90A4-E42E-41EF-93D7-142A3CBFE508}">
      <dgm:prSet/>
      <dgm:spPr/>
      <dgm:t>
        <a:bodyPr/>
        <a:lstStyle/>
        <a:p>
          <a:endParaRPr lang="en-US"/>
        </a:p>
      </dgm:t>
    </dgm:pt>
    <dgm:pt modelId="{33F15986-6766-4380-BFD4-A3335EE4BFC7}" type="sibTrans" cxnId="{063D90A4-E42E-41EF-93D7-142A3CBFE508}">
      <dgm:prSet/>
      <dgm:spPr/>
      <dgm:t>
        <a:bodyPr/>
        <a:lstStyle/>
        <a:p>
          <a:endParaRPr lang="en-US"/>
        </a:p>
      </dgm:t>
    </dgm:pt>
    <dgm:pt modelId="{87BC8A52-D0F4-441D-9064-A4B8B3463958}">
      <dgm:prSet/>
      <dgm:spPr/>
      <dgm:t>
        <a:bodyPr/>
        <a:lstStyle/>
        <a:p>
          <a:r>
            <a:rPr lang="pt-BR" b="1"/>
            <a:t>Infrastructure as Code (IaC)</a:t>
          </a:r>
          <a:br>
            <a:rPr lang="pt-BR"/>
          </a:br>
          <a:r>
            <a:rPr lang="pt-BR"/>
            <a:t>Define infrastructure declaratively using configuration files (e.g., Docker Compose, Kubernetes YAML).</a:t>
          </a:r>
          <a:endParaRPr lang="en-US"/>
        </a:p>
      </dgm:t>
    </dgm:pt>
    <dgm:pt modelId="{0EABD632-6D48-42A1-82ED-6353AD8056E9}" type="parTrans" cxnId="{236DCB54-12F6-49EE-8F20-63A517FB474E}">
      <dgm:prSet/>
      <dgm:spPr/>
      <dgm:t>
        <a:bodyPr/>
        <a:lstStyle/>
        <a:p>
          <a:endParaRPr lang="en-US"/>
        </a:p>
      </dgm:t>
    </dgm:pt>
    <dgm:pt modelId="{8BC1B6AD-DA86-4D09-B953-3563FC0368A0}" type="sibTrans" cxnId="{236DCB54-12F6-49EE-8F20-63A517FB474E}">
      <dgm:prSet/>
      <dgm:spPr/>
      <dgm:t>
        <a:bodyPr/>
        <a:lstStyle/>
        <a:p>
          <a:endParaRPr lang="en-US"/>
        </a:p>
      </dgm:t>
    </dgm:pt>
    <dgm:pt modelId="{891551B9-13B6-4D44-BF57-56D5EE37607B}">
      <dgm:prSet/>
      <dgm:spPr/>
      <dgm:t>
        <a:bodyPr/>
        <a:lstStyle/>
        <a:p>
          <a:r>
            <a:rPr lang="pt-BR" b="1"/>
            <a:t>Microservices architecture</a:t>
          </a:r>
          <a:br>
            <a:rPr lang="pt-BR"/>
          </a:br>
          <a:r>
            <a:rPr lang="pt-BR"/>
            <a:t>Deploy independent, loosely coupled services in isolated containers.</a:t>
          </a:r>
          <a:endParaRPr lang="en-US"/>
        </a:p>
      </dgm:t>
    </dgm:pt>
    <dgm:pt modelId="{068ADF13-4D64-46A8-B0AC-A5F5E77FD161}" type="parTrans" cxnId="{71D7E585-E7A4-4977-BBC7-07EA6A9D8D8D}">
      <dgm:prSet/>
      <dgm:spPr/>
      <dgm:t>
        <a:bodyPr/>
        <a:lstStyle/>
        <a:p>
          <a:endParaRPr lang="en-US"/>
        </a:p>
      </dgm:t>
    </dgm:pt>
    <dgm:pt modelId="{ED69448D-91F4-4435-87BF-D72FBC537BF8}" type="sibTrans" cxnId="{71D7E585-E7A4-4977-BBC7-07EA6A9D8D8D}">
      <dgm:prSet/>
      <dgm:spPr/>
      <dgm:t>
        <a:bodyPr/>
        <a:lstStyle/>
        <a:p>
          <a:endParaRPr lang="en-US"/>
        </a:p>
      </dgm:t>
    </dgm:pt>
    <dgm:pt modelId="{7E5A00F8-874F-4E61-BB79-C3983F7F0EA2}">
      <dgm:prSet/>
      <dgm:spPr/>
      <dgm:t>
        <a:bodyPr/>
        <a:lstStyle/>
        <a:p>
          <a:r>
            <a:rPr lang="pt-BR" b="1"/>
            <a:t>Immutable infrastructure</a:t>
          </a:r>
          <a:br>
            <a:rPr lang="pt-BR"/>
          </a:br>
          <a:r>
            <a:rPr lang="pt-BR"/>
            <a:t>Replace containers instead of modifying running systems.</a:t>
          </a:r>
          <a:endParaRPr lang="en-US"/>
        </a:p>
      </dgm:t>
    </dgm:pt>
    <dgm:pt modelId="{9287A299-E63C-47EC-927A-5119D7AD1A49}" type="parTrans" cxnId="{ED6A67B6-0A2D-4021-91F7-8BA326FDFDBF}">
      <dgm:prSet/>
      <dgm:spPr/>
      <dgm:t>
        <a:bodyPr/>
        <a:lstStyle/>
        <a:p>
          <a:endParaRPr lang="en-US"/>
        </a:p>
      </dgm:t>
    </dgm:pt>
    <dgm:pt modelId="{2BEBB88B-6D01-49B2-A8E9-AF2F828DD139}" type="sibTrans" cxnId="{ED6A67B6-0A2D-4021-91F7-8BA326FDFDBF}">
      <dgm:prSet/>
      <dgm:spPr/>
      <dgm:t>
        <a:bodyPr/>
        <a:lstStyle/>
        <a:p>
          <a:endParaRPr lang="en-US"/>
        </a:p>
      </dgm:t>
    </dgm:pt>
    <dgm:pt modelId="{9B4458F5-7596-401B-A16A-D9B3801099CC}" type="pres">
      <dgm:prSet presAssocID="{67F9B667-E235-4556-8817-C6D17422B8BA}" presName="linear" presStyleCnt="0">
        <dgm:presLayoutVars>
          <dgm:animLvl val="lvl"/>
          <dgm:resizeHandles val="exact"/>
        </dgm:presLayoutVars>
      </dgm:prSet>
      <dgm:spPr/>
    </dgm:pt>
    <dgm:pt modelId="{CE29461E-EAB5-40DB-A0ED-1C6252252718}" type="pres">
      <dgm:prSet presAssocID="{AE1FDEE4-B74B-418A-88B7-C07BDFFA9D8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A728E4A-E969-4E3C-A166-98C3C9A9C861}" type="pres">
      <dgm:prSet presAssocID="{5E69FF19-C093-45B5-8DC1-F8A599DB6731}" presName="spacer" presStyleCnt="0"/>
      <dgm:spPr/>
    </dgm:pt>
    <dgm:pt modelId="{0CE668C9-44D3-425C-AB8E-24383A404305}" type="pres">
      <dgm:prSet presAssocID="{FB3AB191-7625-4973-8CEA-DD519A203AD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7B888FD-0D86-4C07-BEC4-3137037DBC9A}" type="pres">
      <dgm:prSet presAssocID="{8EECE29B-E989-4D83-9D5C-C90EFA63A5FF}" presName="spacer" presStyleCnt="0"/>
      <dgm:spPr/>
    </dgm:pt>
    <dgm:pt modelId="{795CAC8C-6A4D-4EC9-A32C-C06FB0742AED}" type="pres">
      <dgm:prSet presAssocID="{BD33B48A-B6ED-4288-999A-2A8AD0B1922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7922674-468B-401F-88A3-0EB63C844588}" type="pres">
      <dgm:prSet presAssocID="{33F15986-6766-4380-BFD4-A3335EE4BFC7}" presName="spacer" presStyleCnt="0"/>
      <dgm:spPr/>
    </dgm:pt>
    <dgm:pt modelId="{03B93878-EE62-487D-9BFF-397EF050EDE9}" type="pres">
      <dgm:prSet presAssocID="{87BC8A52-D0F4-441D-9064-A4B8B346395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D10BE59-6B11-4AEB-B6C7-2357A0794D6E}" type="pres">
      <dgm:prSet presAssocID="{8BC1B6AD-DA86-4D09-B953-3563FC0368A0}" presName="spacer" presStyleCnt="0"/>
      <dgm:spPr/>
    </dgm:pt>
    <dgm:pt modelId="{335D3D52-65FA-493B-933B-48524B0147CA}" type="pres">
      <dgm:prSet presAssocID="{891551B9-13B6-4D44-BF57-56D5EE37607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8A2C8F2-68DA-4160-9ABA-EADF70C57FF3}" type="pres">
      <dgm:prSet presAssocID="{ED69448D-91F4-4435-87BF-D72FBC537BF8}" presName="spacer" presStyleCnt="0"/>
      <dgm:spPr/>
    </dgm:pt>
    <dgm:pt modelId="{47532F3D-119E-4C87-838B-FE2493BB1818}" type="pres">
      <dgm:prSet presAssocID="{7E5A00F8-874F-4E61-BB79-C3983F7F0EA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0760102-0826-4EBF-AE4B-05CE641DD990}" type="presOf" srcId="{67F9B667-E235-4556-8817-C6D17422B8BA}" destId="{9B4458F5-7596-401B-A16A-D9B3801099CC}" srcOrd="0" destOrd="0" presId="urn:microsoft.com/office/officeart/2005/8/layout/vList2"/>
    <dgm:cxn modelId="{DDF3C102-6689-4E3C-ADBD-E74A5E80E76C}" type="presOf" srcId="{891551B9-13B6-4D44-BF57-56D5EE37607B}" destId="{335D3D52-65FA-493B-933B-48524B0147CA}" srcOrd="0" destOrd="0" presId="urn:microsoft.com/office/officeart/2005/8/layout/vList2"/>
    <dgm:cxn modelId="{3C34BA39-4334-40F6-87B5-140537A5DE61}" type="presOf" srcId="{AE1FDEE4-B74B-418A-88B7-C07BDFFA9D8A}" destId="{CE29461E-EAB5-40DB-A0ED-1C6252252718}" srcOrd="0" destOrd="0" presId="urn:microsoft.com/office/officeart/2005/8/layout/vList2"/>
    <dgm:cxn modelId="{236DCB54-12F6-49EE-8F20-63A517FB474E}" srcId="{67F9B667-E235-4556-8817-C6D17422B8BA}" destId="{87BC8A52-D0F4-441D-9064-A4B8B3463958}" srcOrd="3" destOrd="0" parTransId="{0EABD632-6D48-42A1-82ED-6353AD8056E9}" sibTransId="{8BC1B6AD-DA86-4D09-B953-3563FC0368A0}"/>
    <dgm:cxn modelId="{78261755-8F17-4939-90CA-FEEE44940DFC}" srcId="{67F9B667-E235-4556-8817-C6D17422B8BA}" destId="{AE1FDEE4-B74B-418A-88B7-C07BDFFA9D8A}" srcOrd="0" destOrd="0" parTransId="{3CA868F8-075B-486F-B5A2-47A2CFE2C986}" sibTransId="{5E69FF19-C093-45B5-8DC1-F8A599DB6731}"/>
    <dgm:cxn modelId="{84F20E58-D403-425A-95A9-F4571672DCDD}" type="presOf" srcId="{BD33B48A-B6ED-4288-999A-2A8AD0B19220}" destId="{795CAC8C-6A4D-4EC9-A32C-C06FB0742AED}" srcOrd="0" destOrd="0" presId="urn:microsoft.com/office/officeart/2005/8/layout/vList2"/>
    <dgm:cxn modelId="{71D7E585-E7A4-4977-BBC7-07EA6A9D8D8D}" srcId="{67F9B667-E235-4556-8817-C6D17422B8BA}" destId="{891551B9-13B6-4D44-BF57-56D5EE37607B}" srcOrd="4" destOrd="0" parTransId="{068ADF13-4D64-46A8-B0AC-A5F5E77FD161}" sibTransId="{ED69448D-91F4-4435-87BF-D72FBC537BF8}"/>
    <dgm:cxn modelId="{063D90A4-E42E-41EF-93D7-142A3CBFE508}" srcId="{67F9B667-E235-4556-8817-C6D17422B8BA}" destId="{BD33B48A-B6ED-4288-999A-2A8AD0B19220}" srcOrd="2" destOrd="0" parTransId="{4C7326F8-AF9B-4FC6-A37E-B1E70382405A}" sibTransId="{33F15986-6766-4380-BFD4-A3335EE4BFC7}"/>
    <dgm:cxn modelId="{ED6A67B6-0A2D-4021-91F7-8BA326FDFDBF}" srcId="{67F9B667-E235-4556-8817-C6D17422B8BA}" destId="{7E5A00F8-874F-4E61-BB79-C3983F7F0EA2}" srcOrd="5" destOrd="0" parTransId="{9287A299-E63C-47EC-927A-5119D7AD1A49}" sibTransId="{2BEBB88B-6D01-49B2-A8E9-AF2F828DD139}"/>
    <dgm:cxn modelId="{CA8E78DD-30BC-4ED4-930C-5138864AA2D8}" type="presOf" srcId="{FB3AB191-7625-4973-8CEA-DD519A203ADC}" destId="{0CE668C9-44D3-425C-AB8E-24383A404305}" srcOrd="0" destOrd="0" presId="urn:microsoft.com/office/officeart/2005/8/layout/vList2"/>
    <dgm:cxn modelId="{20359CDE-2F17-4A67-9A2B-27A4A5F0A3CB}" srcId="{67F9B667-E235-4556-8817-C6D17422B8BA}" destId="{FB3AB191-7625-4973-8CEA-DD519A203ADC}" srcOrd="1" destOrd="0" parTransId="{651ADA77-BCFA-4A5F-BD4D-2DF6CD8E8AE8}" sibTransId="{8EECE29B-E989-4D83-9D5C-C90EFA63A5FF}"/>
    <dgm:cxn modelId="{BDE9C0E4-9075-48D1-8D6D-9B83BD45D59E}" type="presOf" srcId="{87BC8A52-D0F4-441D-9064-A4B8B3463958}" destId="{03B93878-EE62-487D-9BFF-397EF050EDE9}" srcOrd="0" destOrd="0" presId="urn:microsoft.com/office/officeart/2005/8/layout/vList2"/>
    <dgm:cxn modelId="{2DB310F7-EAFF-44E6-B87C-E9F75DDE344F}" type="presOf" srcId="{7E5A00F8-874F-4E61-BB79-C3983F7F0EA2}" destId="{47532F3D-119E-4C87-838B-FE2493BB1818}" srcOrd="0" destOrd="0" presId="urn:microsoft.com/office/officeart/2005/8/layout/vList2"/>
    <dgm:cxn modelId="{D7F76D2E-56EB-4297-B727-E6C775272C99}" type="presParOf" srcId="{9B4458F5-7596-401B-A16A-D9B3801099CC}" destId="{CE29461E-EAB5-40DB-A0ED-1C6252252718}" srcOrd="0" destOrd="0" presId="urn:microsoft.com/office/officeart/2005/8/layout/vList2"/>
    <dgm:cxn modelId="{F6B35F7F-E0FC-474E-A117-3DB975057275}" type="presParOf" srcId="{9B4458F5-7596-401B-A16A-D9B3801099CC}" destId="{2A728E4A-E969-4E3C-A166-98C3C9A9C861}" srcOrd="1" destOrd="0" presId="urn:microsoft.com/office/officeart/2005/8/layout/vList2"/>
    <dgm:cxn modelId="{AE226485-3CA3-43D8-B6BA-EF2972E31BF6}" type="presParOf" srcId="{9B4458F5-7596-401B-A16A-D9B3801099CC}" destId="{0CE668C9-44D3-425C-AB8E-24383A404305}" srcOrd="2" destOrd="0" presId="urn:microsoft.com/office/officeart/2005/8/layout/vList2"/>
    <dgm:cxn modelId="{74D2220B-7969-4DF6-99FA-847C5EF5DF5E}" type="presParOf" srcId="{9B4458F5-7596-401B-A16A-D9B3801099CC}" destId="{47B888FD-0D86-4C07-BEC4-3137037DBC9A}" srcOrd="3" destOrd="0" presId="urn:microsoft.com/office/officeart/2005/8/layout/vList2"/>
    <dgm:cxn modelId="{23A20C93-0BF0-4A1F-84C5-88B3C3D06AA0}" type="presParOf" srcId="{9B4458F5-7596-401B-A16A-D9B3801099CC}" destId="{795CAC8C-6A4D-4EC9-A32C-C06FB0742AED}" srcOrd="4" destOrd="0" presId="urn:microsoft.com/office/officeart/2005/8/layout/vList2"/>
    <dgm:cxn modelId="{C3113D7E-BE1C-4FA2-8076-25B704E537BC}" type="presParOf" srcId="{9B4458F5-7596-401B-A16A-D9B3801099CC}" destId="{07922674-468B-401F-88A3-0EB63C844588}" srcOrd="5" destOrd="0" presId="urn:microsoft.com/office/officeart/2005/8/layout/vList2"/>
    <dgm:cxn modelId="{A3819811-79AD-414C-8620-76876B4FB26C}" type="presParOf" srcId="{9B4458F5-7596-401B-A16A-D9B3801099CC}" destId="{03B93878-EE62-487D-9BFF-397EF050EDE9}" srcOrd="6" destOrd="0" presId="urn:microsoft.com/office/officeart/2005/8/layout/vList2"/>
    <dgm:cxn modelId="{DE225467-5161-4791-B727-3011450B143A}" type="presParOf" srcId="{9B4458F5-7596-401B-A16A-D9B3801099CC}" destId="{BD10BE59-6B11-4AEB-B6C7-2357A0794D6E}" srcOrd="7" destOrd="0" presId="urn:microsoft.com/office/officeart/2005/8/layout/vList2"/>
    <dgm:cxn modelId="{C573F148-E8E5-4B03-BA7A-5A84EFE5B7F5}" type="presParOf" srcId="{9B4458F5-7596-401B-A16A-D9B3801099CC}" destId="{335D3D52-65FA-493B-933B-48524B0147CA}" srcOrd="8" destOrd="0" presId="urn:microsoft.com/office/officeart/2005/8/layout/vList2"/>
    <dgm:cxn modelId="{56E8712B-3E9A-4F98-B3ED-980AB777841E}" type="presParOf" srcId="{9B4458F5-7596-401B-A16A-D9B3801099CC}" destId="{18A2C8F2-68DA-4160-9ABA-EADF70C57FF3}" srcOrd="9" destOrd="0" presId="urn:microsoft.com/office/officeart/2005/8/layout/vList2"/>
    <dgm:cxn modelId="{1C093AE3-362F-45B6-A926-A7CFDF153CC5}" type="presParOf" srcId="{9B4458F5-7596-401B-A16A-D9B3801099CC}" destId="{47532F3D-119E-4C87-838B-FE2493BB181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710B940-85E3-4494-B0E0-554BADAD3FE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B3B452-DA9D-4F4D-A438-807FDC8E9BB2}">
      <dgm:prSet/>
      <dgm:spPr/>
      <dgm:t>
        <a:bodyPr/>
        <a:lstStyle/>
        <a:p>
          <a:r>
            <a:rPr lang="en-US"/>
            <a:t>Containers are widely used across the modern data stack.</a:t>
          </a:r>
        </a:p>
      </dgm:t>
    </dgm:pt>
    <dgm:pt modelId="{7DBD5558-07E2-4C3C-A4D8-474E9EF2FD26}" type="parTrans" cxnId="{25677310-D28D-4DA3-A7D6-6ED8CCB435C1}">
      <dgm:prSet/>
      <dgm:spPr/>
      <dgm:t>
        <a:bodyPr/>
        <a:lstStyle/>
        <a:p>
          <a:endParaRPr lang="en-US"/>
        </a:p>
      </dgm:t>
    </dgm:pt>
    <dgm:pt modelId="{F11F3033-9B47-4963-98C3-EE2EF3EEAE45}" type="sibTrans" cxnId="{25677310-D28D-4DA3-A7D6-6ED8CCB435C1}">
      <dgm:prSet/>
      <dgm:spPr/>
      <dgm:t>
        <a:bodyPr/>
        <a:lstStyle/>
        <a:p>
          <a:endParaRPr lang="en-US"/>
        </a:p>
      </dgm:t>
    </dgm:pt>
    <dgm:pt modelId="{3B4CC8D7-01FF-4EF8-B570-7DEE07F32E3A}">
      <dgm:prSet/>
      <dgm:spPr/>
      <dgm:t>
        <a:bodyPr/>
        <a:lstStyle/>
        <a:p>
          <a:r>
            <a:rPr lang="en-US" b="1"/>
            <a:t>ETL jobs</a:t>
          </a:r>
          <a:br>
            <a:rPr lang="en-US"/>
          </a:br>
          <a:r>
            <a:rPr lang="en-US"/>
            <a:t>Batch data pipelines packaged as reproducible containerized tasks.</a:t>
          </a:r>
        </a:p>
      </dgm:t>
    </dgm:pt>
    <dgm:pt modelId="{EFDA4EE1-A8AB-48A8-BC88-8D0E42DBC49A}" type="parTrans" cxnId="{3B44A117-1906-460D-8A97-350DA5E9C2D2}">
      <dgm:prSet/>
      <dgm:spPr/>
      <dgm:t>
        <a:bodyPr/>
        <a:lstStyle/>
        <a:p>
          <a:endParaRPr lang="en-US"/>
        </a:p>
      </dgm:t>
    </dgm:pt>
    <dgm:pt modelId="{61C39324-5B87-4ABD-9A96-C8F58E891F8A}" type="sibTrans" cxnId="{3B44A117-1906-460D-8A97-350DA5E9C2D2}">
      <dgm:prSet/>
      <dgm:spPr/>
      <dgm:t>
        <a:bodyPr/>
        <a:lstStyle/>
        <a:p>
          <a:endParaRPr lang="en-US"/>
        </a:p>
      </dgm:t>
    </dgm:pt>
    <dgm:pt modelId="{25921B6A-0C33-46FF-81B3-461F17ABC306}">
      <dgm:prSet/>
      <dgm:spPr/>
      <dgm:t>
        <a:bodyPr/>
        <a:lstStyle/>
        <a:p>
          <a:r>
            <a:rPr lang="en-US" b="1"/>
            <a:t>Stream processing</a:t>
          </a:r>
          <a:br>
            <a:rPr lang="en-US"/>
          </a:br>
          <a:r>
            <a:rPr lang="en-US"/>
            <a:t>Real-time processing services deployed as scalable containers.</a:t>
          </a:r>
        </a:p>
      </dgm:t>
    </dgm:pt>
    <dgm:pt modelId="{0045A82D-92D6-4741-9FE9-115133922301}" type="parTrans" cxnId="{5A931735-249E-4F19-99AE-CFAED1BCAB99}">
      <dgm:prSet/>
      <dgm:spPr/>
      <dgm:t>
        <a:bodyPr/>
        <a:lstStyle/>
        <a:p>
          <a:endParaRPr lang="en-US"/>
        </a:p>
      </dgm:t>
    </dgm:pt>
    <dgm:pt modelId="{5160FC63-9A3B-4B5E-98FF-AA95140E7AA2}" type="sibTrans" cxnId="{5A931735-249E-4F19-99AE-CFAED1BCAB99}">
      <dgm:prSet/>
      <dgm:spPr/>
      <dgm:t>
        <a:bodyPr/>
        <a:lstStyle/>
        <a:p>
          <a:endParaRPr lang="en-US"/>
        </a:p>
      </dgm:t>
    </dgm:pt>
    <dgm:pt modelId="{08272452-19CA-44FE-B46D-475268766DB5}">
      <dgm:prSet/>
      <dgm:spPr/>
      <dgm:t>
        <a:bodyPr/>
        <a:lstStyle/>
        <a:p>
          <a:r>
            <a:rPr lang="en-US" b="1"/>
            <a:t>ML model serving</a:t>
          </a:r>
          <a:br>
            <a:rPr lang="en-US"/>
          </a:br>
          <a:r>
            <a:rPr lang="en-US"/>
            <a:t>Machine learning models exposed as containerized APIs.</a:t>
          </a:r>
        </a:p>
      </dgm:t>
    </dgm:pt>
    <dgm:pt modelId="{0A5F006F-637F-4291-A5EE-5B4F07F0750B}" type="parTrans" cxnId="{ADBC2069-CEF3-48EE-9E93-9DE7F8F28703}">
      <dgm:prSet/>
      <dgm:spPr/>
      <dgm:t>
        <a:bodyPr/>
        <a:lstStyle/>
        <a:p>
          <a:endParaRPr lang="en-US"/>
        </a:p>
      </dgm:t>
    </dgm:pt>
    <dgm:pt modelId="{A7533580-62EC-4615-9CC0-171ABAEB4193}" type="sibTrans" cxnId="{ADBC2069-CEF3-48EE-9E93-9DE7F8F28703}">
      <dgm:prSet/>
      <dgm:spPr/>
      <dgm:t>
        <a:bodyPr/>
        <a:lstStyle/>
        <a:p>
          <a:endParaRPr lang="en-US"/>
        </a:p>
      </dgm:t>
    </dgm:pt>
    <dgm:pt modelId="{C8EA0334-DD1A-43C9-B4E9-E16B0227758F}">
      <dgm:prSet/>
      <dgm:spPr/>
      <dgm:t>
        <a:bodyPr/>
        <a:lstStyle/>
        <a:p>
          <a:r>
            <a:rPr lang="en-US" b="1"/>
            <a:t>Distributed analytics</a:t>
          </a:r>
          <a:br>
            <a:rPr lang="en-US"/>
          </a:br>
          <a:r>
            <a:rPr lang="en-US"/>
            <a:t>Data processing frameworks deployed across clusters.</a:t>
          </a:r>
        </a:p>
      </dgm:t>
    </dgm:pt>
    <dgm:pt modelId="{1E1E71A4-8852-483F-8C6D-580F980F0AE1}" type="parTrans" cxnId="{A9974B0C-DEFC-4621-AF3B-A86274F85171}">
      <dgm:prSet/>
      <dgm:spPr/>
      <dgm:t>
        <a:bodyPr/>
        <a:lstStyle/>
        <a:p>
          <a:endParaRPr lang="en-US"/>
        </a:p>
      </dgm:t>
    </dgm:pt>
    <dgm:pt modelId="{E42E529B-88A2-4C78-A22C-4127E57E96E7}" type="sibTrans" cxnId="{A9974B0C-DEFC-4621-AF3B-A86274F85171}">
      <dgm:prSet/>
      <dgm:spPr/>
      <dgm:t>
        <a:bodyPr/>
        <a:lstStyle/>
        <a:p>
          <a:endParaRPr lang="en-US"/>
        </a:p>
      </dgm:t>
    </dgm:pt>
    <dgm:pt modelId="{EFF766A9-5DC5-457E-9604-3A96D533BF22}">
      <dgm:prSet/>
      <dgm:spPr/>
      <dgm:t>
        <a:bodyPr/>
        <a:lstStyle/>
        <a:p>
          <a:r>
            <a:rPr lang="en-US" b="1"/>
            <a:t>Cloud-native platforms</a:t>
          </a:r>
          <a:br>
            <a:rPr lang="en-US"/>
          </a:br>
          <a:r>
            <a:rPr lang="en-US"/>
            <a:t>Data services designed for scalable, container-based environments.</a:t>
          </a:r>
        </a:p>
      </dgm:t>
    </dgm:pt>
    <dgm:pt modelId="{4EDED62C-3136-49AA-8EE2-108BE6EF79BF}" type="parTrans" cxnId="{CA8AEAEA-6D7E-450C-A29B-1EBD53AC37C7}">
      <dgm:prSet/>
      <dgm:spPr/>
      <dgm:t>
        <a:bodyPr/>
        <a:lstStyle/>
        <a:p>
          <a:endParaRPr lang="en-US"/>
        </a:p>
      </dgm:t>
    </dgm:pt>
    <dgm:pt modelId="{5260654F-438C-4969-9288-7B1855BCF807}" type="sibTrans" cxnId="{CA8AEAEA-6D7E-450C-A29B-1EBD53AC37C7}">
      <dgm:prSet/>
      <dgm:spPr/>
      <dgm:t>
        <a:bodyPr/>
        <a:lstStyle/>
        <a:p>
          <a:endParaRPr lang="en-US"/>
        </a:p>
      </dgm:t>
    </dgm:pt>
    <dgm:pt modelId="{BB610C6F-93A2-4B2E-96B1-22D47E1B8DA6}" type="pres">
      <dgm:prSet presAssocID="{A710B940-85E3-4494-B0E0-554BADAD3FEF}" presName="linear" presStyleCnt="0">
        <dgm:presLayoutVars>
          <dgm:animLvl val="lvl"/>
          <dgm:resizeHandles val="exact"/>
        </dgm:presLayoutVars>
      </dgm:prSet>
      <dgm:spPr/>
    </dgm:pt>
    <dgm:pt modelId="{34F5C844-B128-4F64-B795-4BBAAAA5EDE0}" type="pres">
      <dgm:prSet presAssocID="{F2B3B452-DA9D-4F4D-A438-807FDC8E9BB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C94DD5D-7895-42D9-A451-57974C62243D}" type="pres">
      <dgm:prSet presAssocID="{F11F3033-9B47-4963-98C3-EE2EF3EEAE45}" presName="spacer" presStyleCnt="0"/>
      <dgm:spPr/>
    </dgm:pt>
    <dgm:pt modelId="{5B22AEC7-E2BB-4F9D-88A6-66B55E91DF73}" type="pres">
      <dgm:prSet presAssocID="{3B4CC8D7-01FF-4EF8-B570-7DEE07F32E3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71D218B-79DF-4D3F-A8C1-6E569816279B}" type="pres">
      <dgm:prSet presAssocID="{61C39324-5B87-4ABD-9A96-C8F58E891F8A}" presName="spacer" presStyleCnt="0"/>
      <dgm:spPr/>
    </dgm:pt>
    <dgm:pt modelId="{BA383896-5761-42A6-9AF0-AEDD1CE14195}" type="pres">
      <dgm:prSet presAssocID="{25921B6A-0C33-46FF-81B3-461F17ABC30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E9F9B12-04A7-4D6A-B616-DBF4864234D7}" type="pres">
      <dgm:prSet presAssocID="{5160FC63-9A3B-4B5E-98FF-AA95140E7AA2}" presName="spacer" presStyleCnt="0"/>
      <dgm:spPr/>
    </dgm:pt>
    <dgm:pt modelId="{A4E7C607-B285-4B6B-A8AE-69D04415B07E}" type="pres">
      <dgm:prSet presAssocID="{08272452-19CA-44FE-B46D-475268766DB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1011706-3B1C-4308-8145-FF2D62DD8B76}" type="pres">
      <dgm:prSet presAssocID="{A7533580-62EC-4615-9CC0-171ABAEB4193}" presName="spacer" presStyleCnt="0"/>
      <dgm:spPr/>
    </dgm:pt>
    <dgm:pt modelId="{01523498-6946-490D-AF60-4EE40E246620}" type="pres">
      <dgm:prSet presAssocID="{C8EA0334-DD1A-43C9-B4E9-E16B0227758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8284F24-73B3-43A4-90F7-E88ECEC79877}" type="pres">
      <dgm:prSet presAssocID="{E42E529B-88A2-4C78-A22C-4127E57E96E7}" presName="spacer" presStyleCnt="0"/>
      <dgm:spPr/>
    </dgm:pt>
    <dgm:pt modelId="{37999BB6-366E-4B5D-BD45-237511D0A914}" type="pres">
      <dgm:prSet presAssocID="{EFF766A9-5DC5-457E-9604-3A96D533BF2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9974B0C-DEFC-4621-AF3B-A86274F85171}" srcId="{A710B940-85E3-4494-B0E0-554BADAD3FEF}" destId="{C8EA0334-DD1A-43C9-B4E9-E16B0227758F}" srcOrd="4" destOrd="0" parTransId="{1E1E71A4-8852-483F-8C6D-580F980F0AE1}" sibTransId="{E42E529B-88A2-4C78-A22C-4127E57E96E7}"/>
    <dgm:cxn modelId="{25677310-D28D-4DA3-A7D6-6ED8CCB435C1}" srcId="{A710B940-85E3-4494-B0E0-554BADAD3FEF}" destId="{F2B3B452-DA9D-4F4D-A438-807FDC8E9BB2}" srcOrd="0" destOrd="0" parTransId="{7DBD5558-07E2-4C3C-A4D8-474E9EF2FD26}" sibTransId="{F11F3033-9B47-4963-98C3-EE2EF3EEAE45}"/>
    <dgm:cxn modelId="{3B44A117-1906-460D-8A97-350DA5E9C2D2}" srcId="{A710B940-85E3-4494-B0E0-554BADAD3FEF}" destId="{3B4CC8D7-01FF-4EF8-B570-7DEE07F32E3A}" srcOrd="1" destOrd="0" parTransId="{EFDA4EE1-A8AB-48A8-BC88-8D0E42DBC49A}" sibTransId="{61C39324-5B87-4ABD-9A96-C8F58E891F8A}"/>
    <dgm:cxn modelId="{76BB7921-D3F7-4B03-8605-32CE5B0ACB74}" type="presOf" srcId="{25921B6A-0C33-46FF-81B3-461F17ABC306}" destId="{BA383896-5761-42A6-9AF0-AEDD1CE14195}" srcOrd="0" destOrd="0" presId="urn:microsoft.com/office/officeart/2005/8/layout/vList2"/>
    <dgm:cxn modelId="{D1BF9A22-502D-4399-AE54-FF0F5CC5ED96}" type="presOf" srcId="{F2B3B452-DA9D-4F4D-A438-807FDC8E9BB2}" destId="{34F5C844-B128-4F64-B795-4BBAAAA5EDE0}" srcOrd="0" destOrd="0" presId="urn:microsoft.com/office/officeart/2005/8/layout/vList2"/>
    <dgm:cxn modelId="{5A931735-249E-4F19-99AE-CFAED1BCAB99}" srcId="{A710B940-85E3-4494-B0E0-554BADAD3FEF}" destId="{25921B6A-0C33-46FF-81B3-461F17ABC306}" srcOrd="2" destOrd="0" parTransId="{0045A82D-92D6-4741-9FE9-115133922301}" sibTransId="{5160FC63-9A3B-4B5E-98FF-AA95140E7AA2}"/>
    <dgm:cxn modelId="{ADBC2069-CEF3-48EE-9E93-9DE7F8F28703}" srcId="{A710B940-85E3-4494-B0E0-554BADAD3FEF}" destId="{08272452-19CA-44FE-B46D-475268766DB5}" srcOrd="3" destOrd="0" parTransId="{0A5F006F-637F-4291-A5EE-5B4F07F0750B}" sibTransId="{A7533580-62EC-4615-9CC0-171ABAEB4193}"/>
    <dgm:cxn modelId="{BE73DE89-E6FE-4655-B61C-42AFBCA97650}" type="presOf" srcId="{A710B940-85E3-4494-B0E0-554BADAD3FEF}" destId="{BB610C6F-93A2-4B2E-96B1-22D47E1B8DA6}" srcOrd="0" destOrd="0" presId="urn:microsoft.com/office/officeart/2005/8/layout/vList2"/>
    <dgm:cxn modelId="{C40129A9-EB74-4A56-965E-73BE0DCC8199}" type="presOf" srcId="{EFF766A9-5DC5-457E-9604-3A96D533BF22}" destId="{37999BB6-366E-4B5D-BD45-237511D0A914}" srcOrd="0" destOrd="0" presId="urn:microsoft.com/office/officeart/2005/8/layout/vList2"/>
    <dgm:cxn modelId="{807E8CBD-D496-46F4-86F4-8A92AE6615BB}" type="presOf" srcId="{3B4CC8D7-01FF-4EF8-B570-7DEE07F32E3A}" destId="{5B22AEC7-E2BB-4F9D-88A6-66B55E91DF73}" srcOrd="0" destOrd="0" presId="urn:microsoft.com/office/officeart/2005/8/layout/vList2"/>
    <dgm:cxn modelId="{483276DD-CCA4-494F-A7A6-00353B2C4C47}" type="presOf" srcId="{08272452-19CA-44FE-B46D-475268766DB5}" destId="{A4E7C607-B285-4B6B-A8AE-69D04415B07E}" srcOrd="0" destOrd="0" presId="urn:microsoft.com/office/officeart/2005/8/layout/vList2"/>
    <dgm:cxn modelId="{CA8AEAEA-6D7E-450C-A29B-1EBD53AC37C7}" srcId="{A710B940-85E3-4494-B0E0-554BADAD3FEF}" destId="{EFF766A9-5DC5-457E-9604-3A96D533BF22}" srcOrd="5" destOrd="0" parTransId="{4EDED62C-3136-49AA-8EE2-108BE6EF79BF}" sibTransId="{5260654F-438C-4969-9288-7B1855BCF807}"/>
    <dgm:cxn modelId="{29FAD1F4-DDD8-4887-8F11-425844BB536D}" type="presOf" srcId="{C8EA0334-DD1A-43C9-B4E9-E16B0227758F}" destId="{01523498-6946-490D-AF60-4EE40E246620}" srcOrd="0" destOrd="0" presId="urn:microsoft.com/office/officeart/2005/8/layout/vList2"/>
    <dgm:cxn modelId="{37DF993D-E23C-4810-BA47-0D9B057C98DE}" type="presParOf" srcId="{BB610C6F-93A2-4B2E-96B1-22D47E1B8DA6}" destId="{34F5C844-B128-4F64-B795-4BBAAAA5EDE0}" srcOrd="0" destOrd="0" presId="urn:microsoft.com/office/officeart/2005/8/layout/vList2"/>
    <dgm:cxn modelId="{D372FA1F-B1F5-4470-9A96-15A262897BA7}" type="presParOf" srcId="{BB610C6F-93A2-4B2E-96B1-22D47E1B8DA6}" destId="{7C94DD5D-7895-42D9-A451-57974C62243D}" srcOrd="1" destOrd="0" presId="urn:microsoft.com/office/officeart/2005/8/layout/vList2"/>
    <dgm:cxn modelId="{1F06F7F9-19D4-4E14-A092-0FA4F954E479}" type="presParOf" srcId="{BB610C6F-93A2-4B2E-96B1-22D47E1B8DA6}" destId="{5B22AEC7-E2BB-4F9D-88A6-66B55E91DF73}" srcOrd="2" destOrd="0" presId="urn:microsoft.com/office/officeart/2005/8/layout/vList2"/>
    <dgm:cxn modelId="{3D7F17BE-C1D7-40DD-8A62-E0E324FFDE04}" type="presParOf" srcId="{BB610C6F-93A2-4B2E-96B1-22D47E1B8DA6}" destId="{B71D218B-79DF-4D3F-A8C1-6E569816279B}" srcOrd="3" destOrd="0" presId="urn:microsoft.com/office/officeart/2005/8/layout/vList2"/>
    <dgm:cxn modelId="{9CA66123-53A0-4461-8755-894439D1C214}" type="presParOf" srcId="{BB610C6F-93A2-4B2E-96B1-22D47E1B8DA6}" destId="{BA383896-5761-42A6-9AF0-AEDD1CE14195}" srcOrd="4" destOrd="0" presId="urn:microsoft.com/office/officeart/2005/8/layout/vList2"/>
    <dgm:cxn modelId="{71647072-4C4A-4CEE-998A-F7EAC659DD89}" type="presParOf" srcId="{BB610C6F-93A2-4B2E-96B1-22D47E1B8DA6}" destId="{3E9F9B12-04A7-4D6A-B616-DBF4864234D7}" srcOrd="5" destOrd="0" presId="urn:microsoft.com/office/officeart/2005/8/layout/vList2"/>
    <dgm:cxn modelId="{A9F71981-C37B-44F0-A242-AD104982317E}" type="presParOf" srcId="{BB610C6F-93A2-4B2E-96B1-22D47E1B8DA6}" destId="{A4E7C607-B285-4B6B-A8AE-69D04415B07E}" srcOrd="6" destOrd="0" presId="urn:microsoft.com/office/officeart/2005/8/layout/vList2"/>
    <dgm:cxn modelId="{338FAD6A-B57E-48C6-BCE8-6DB7E23D47C0}" type="presParOf" srcId="{BB610C6F-93A2-4B2E-96B1-22D47E1B8DA6}" destId="{31011706-3B1C-4308-8145-FF2D62DD8B76}" srcOrd="7" destOrd="0" presId="urn:microsoft.com/office/officeart/2005/8/layout/vList2"/>
    <dgm:cxn modelId="{ED4B6CFC-92C7-497F-97E7-FBDF922F8A46}" type="presParOf" srcId="{BB610C6F-93A2-4B2E-96B1-22D47E1B8DA6}" destId="{01523498-6946-490D-AF60-4EE40E246620}" srcOrd="8" destOrd="0" presId="urn:microsoft.com/office/officeart/2005/8/layout/vList2"/>
    <dgm:cxn modelId="{FD92D9D1-C563-4A45-A2E7-8172CB854304}" type="presParOf" srcId="{BB610C6F-93A2-4B2E-96B1-22D47E1B8DA6}" destId="{E8284F24-73B3-43A4-90F7-E88ECEC79877}" srcOrd="9" destOrd="0" presId="urn:microsoft.com/office/officeart/2005/8/layout/vList2"/>
    <dgm:cxn modelId="{50B8D16C-1ED1-46D0-AA1E-C839B56D1ECE}" type="presParOf" srcId="{BB610C6F-93A2-4B2E-96B1-22D47E1B8DA6}" destId="{37999BB6-366E-4B5D-BD45-237511D0A91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9CF5C32-059D-47AE-AA8C-86FD08E2FB3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C0D90A9-3CE4-4FCB-AA2B-59597CAC9260}">
      <dgm:prSet/>
      <dgm:spPr/>
      <dgm:t>
        <a:bodyPr/>
        <a:lstStyle/>
        <a:p>
          <a:r>
            <a:rPr lang="pt-BR" dirty="0" err="1"/>
            <a:t>Recommended</a:t>
          </a:r>
          <a:r>
            <a:rPr lang="pt-BR" dirty="0"/>
            <a:t>: Docker Desktop + WSL 2 </a:t>
          </a:r>
          <a:r>
            <a:rPr lang="pt-BR" dirty="0" err="1"/>
            <a:t>backend</a:t>
          </a:r>
          <a:endParaRPr lang="en-US" dirty="0"/>
        </a:p>
      </dgm:t>
    </dgm:pt>
    <dgm:pt modelId="{7D8B6AC8-9928-40FC-97D1-9F1296AF017E}" type="parTrans" cxnId="{6E7CC427-E657-4690-80F0-9E37E67BE593}">
      <dgm:prSet/>
      <dgm:spPr/>
      <dgm:t>
        <a:bodyPr/>
        <a:lstStyle/>
        <a:p>
          <a:endParaRPr lang="en-US"/>
        </a:p>
      </dgm:t>
    </dgm:pt>
    <dgm:pt modelId="{73CF249B-FEA6-414A-A0B4-A660A31575D6}" type="sibTrans" cxnId="{6E7CC427-E657-4690-80F0-9E37E67BE593}">
      <dgm:prSet/>
      <dgm:spPr/>
      <dgm:t>
        <a:bodyPr/>
        <a:lstStyle/>
        <a:p>
          <a:endParaRPr lang="en-US"/>
        </a:p>
      </dgm:t>
    </dgm:pt>
    <dgm:pt modelId="{0FC6EE5F-8A92-498A-BEC0-10DAF1759CAE}">
      <dgm:prSet/>
      <dgm:spPr/>
      <dgm:t>
        <a:bodyPr/>
        <a:lstStyle/>
        <a:p>
          <a:r>
            <a:rPr lang="pt-BR"/>
            <a:t>Requirements: Windows 10/11 (64-bit), virtualization enabled in BIOS/UEFI</a:t>
          </a:r>
          <a:endParaRPr lang="en-US"/>
        </a:p>
      </dgm:t>
    </dgm:pt>
    <dgm:pt modelId="{3C83A0BD-4B0D-48CD-9C9B-B0C60201B2AD}" type="parTrans" cxnId="{CC55F4D1-4BF0-4819-9729-9CA3A3040B4D}">
      <dgm:prSet/>
      <dgm:spPr/>
      <dgm:t>
        <a:bodyPr/>
        <a:lstStyle/>
        <a:p>
          <a:endParaRPr lang="en-US"/>
        </a:p>
      </dgm:t>
    </dgm:pt>
    <dgm:pt modelId="{B678559F-90E2-4685-87C0-22B5A89841AA}" type="sibTrans" cxnId="{CC55F4D1-4BF0-4819-9729-9CA3A3040B4D}">
      <dgm:prSet/>
      <dgm:spPr/>
      <dgm:t>
        <a:bodyPr/>
        <a:lstStyle/>
        <a:p>
          <a:endParaRPr lang="en-US"/>
        </a:p>
      </dgm:t>
    </dgm:pt>
    <dgm:pt modelId="{E3DAC0C8-2382-45DA-97F3-A70E9C1BC24F}">
      <dgm:prSet/>
      <dgm:spPr/>
      <dgm:t>
        <a:bodyPr/>
        <a:lstStyle/>
        <a:p>
          <a:r>
            <a:rPr lang="pt-BR"/>
            <a:t>Install Docker Desktop and enable WSL 2 integration</a:t>
          </a:r>
          <a:endParaRPr lang="en-US"/>
        </a:p>
      </dgm:t>
    </dgm:pt>
    <dgm:pt modelId="{0A07C3BF-B441-4A46-9118-8DB4AEA7B9F3}" type="parTrans" cxnId="{5FCB6C7A-7C6E-4575-90B2-1688F8DA0255}">
      <dgm:prSet/>
      <dgm:spPr/>
      <dgm:t>
        <a:bodyPr/>
        <a:lstStyle/>
        <a:p>
          <a:endParaRPr lang="en-US"/>
        </a:p>
      </dgm:t>
    </dgm:pt>
    <dgm:pt modelId="{0844B34D-37D9-4442-828B-04B5BBF807BE}" type="sibTrans" cxnId="{5FCB6C7A-7C6E-4575-90B2-1688F8DA0255}">
      <dgm:prSet/>
      <dgm:spPr/>
      <dgm:t>
        <a:bodyPr/>
        <a:lstStyle/>
        <a:p>
          <a:endParaRPr lang="en-US"/>
        </a:p>
      </dgm:t>
    </dgm:pt>
    <dgm:pt modelId="{AF2CA26D-2A7A-4FD1-AC8F-E9ED298DF337}">
      <dgm:prSet/>
      <dgm:spPr/>
      <dgm:t>
        <a:bodyPr/>
        <a:lstStyle/>
        <a:p>
          <a:r>
            <a:rPr lang="pt-BR"/>
            <a:t>After installation: verify using PowerShell commands</a:t>
          </a:r>
          <a:endParaRPr lang="en-US"/>
        </a:p>
      </dgm:t>
    </dgm:pt>
    <dgm:pt modelId="{5E6813AB-572D-4FA6-9226-4890570D71B8}" type="parTrans" cxnId="{2DC9DCCF-F9F2-4774-8623-0A2489C642A0}">
      <dgm:prSet/>
      <dgm:spPr/>
      <dgm:t>
        <a:bodyPr/>
        <a:lstStyle/>
        <a:p>
          <a:endParaRPr lang="en-US"/>
        </a:p>
      </dgm:t>
    </dgm:pt>
    <dgm:pt modelId="{34828427-B583-4CD5-A084-FFD5A6731547}" type="sibTrans" cxnId="{2DC9DCCF-F9F2-4774-8623-0A2489C642A0}">
      <dgm:prSet/>
      <dgm:spPr/>
      <dgm:t>
        <a:bodyPr/>
        <a:lstStyle/>
        <a:p>
          <a:endParaRPr lang="en-US"/>
        </a:p>
      </dgm:t>
    </dgm:pt>
    <dgm:pt modelId="{0A58CCE3-CCD2-40DC-BEE9-226F3E904177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1"/>
            </a:rPr>
            <a:t>Docker: Accelerated Container Application Development</a:t>
          </a:r>
          <a:endParaRPr lang="en-US" dirty="0"/>
        </a:p>
        <a:p>
          <a:r>
            <a:rPr lang="en-US" b="1" dirty="0"/>
            <a:t>Install Docker Desktop</a:t>
          </a:r>
        </a:p>
      </dgm:t>
    </dgm:pt>
    <dgm:pt modelId="{2DC5DD78-4A16-4B1C-98DE-607B01311A9B}" type="parTrans" cxnId="{6CCDF71D-6677-4328-AFDA-F9043563BC70}">
      <dgm:prSet/>
      <dgm:spPr/>
      <dgm:t>
        <a:bodyPr/>
        <a:lstStyle/>
        <a:p>
          <a:endParaRPr lang="en-US"/>
        </a:p>
      </dgm:t>
    </dgm:pt>
    <dgm:pt modelId="{33AA1C17-374B-4F47-8C48-3CC7C33FA29B}" type="sibTrans" cxnId="{6CCDF71D-6677-4328-AFDA-F9043563BC70}">
      <dgm:prSet/>
      <dgm:spPr/>
      <dgm:t>
        <a:bodyPr/>
        <a:lstStyle/>
        <a:p>
          <a:endParaRPr lang="en-US"/>
        </a:p>
      </dgm:t>
    </dgm:pt>
    <dgm:pt modelId="{AD4D7FF6-4163-4DC3-A8A4-0AE949E91C58}" type="pres">
      <dgm:prSet presAssocID="{F9CF5C32-059D-47AE-AA8C-86FD08E2FB3F}" presName="linear" presStyleCnt="0">
        <dgm:presLayoutVars>
          <dgm:animLvl val="lvl"/>
          <dgm:resizeHandles val="exact"/>
        </dgm:presLayoutVars>
      </dgm:prSet>
      <dgm:spPr/>
    </dgm:pt>
    <dgm:pt modelId="{1538BBAD-375E-44DB-89BC-9D8282C681C6}" type="pres">
      <dgm:prSet presAssocID="{0C0D90A9-3CE4-4FCB-AA2B-59597CAC926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D7DC780-E2C9-48D2-8679-F78A31040039}" type="pres">
      <dgm:prSet presAssocID="{73CF249B-FEA6-414A-A0B4-A660A31575D6}" presName="spacer" presStyleCnt="0"/>
      <dgm:spPr/>
    </dgm:pt>
    <dgm:pt modelId="{CF78CBE1-B74A-4EE9-8CE6-7925B297B282}" type="pres">
      <dgm:prSet presAssocID="{0FC6EE5F-8A92-498A-BEC0-10DAF1759CA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32FD2CF-5984-43C8-9DCE-0097A67F5D27}" type="pres">
      <dgm:prSet presAssocID="{B678559F-90E2-4685-87C0-22B5A89841AA}" presName="spacer" presStyleCnt="0"/>
      <dgm:spPr/>
    </dgm:pt>
    <dgm:pt modelId="{79E43686-AF77-4C6A-B466-F10291A0EE85}" type="pres">
      <dgm:prSet presAssocID="{E3DAC0C8-2382-45DA-97F3-A70E9C1BC24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A7D459A-B94D-4360-B485-22B894F17C5F}" type="pres">
      <dgm:prSet presAssocID="{0844B34D-37D9-4442-828B-04B5BBF807BE}" presName="spacer" presStyleCnt="0"/>
      <dgm:spPr/>
    </dgm:pt>
    <dgm:pt modelId="{25508FB3-BF34-4CCA-8F90-84175D9DBF40}" type="pres">
      <dgm:prSet presAssocID="{AF2CA26D-2A7A-4FD1-AC8F-E9ED298DF33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85183BB-9BB2-4BC0-9D79-EAA7493C60D3}" type="pres">
      <dgm:prSet presAssocID="{34828427-B583-4CD5-A084-FFD5A6731547}" presName="spacer" presStyleCnt="0"/>
      <dgm:spPr/>
    </dgm:pt>
    <dgm:pt modelId="{026E43BF-8FF5-4249-A1D2-18C41D5852D1}" type="pres">
      <dgm:prSet presAssocID="{0A58CCE3-CCD2-40DC-BEE9-226F3E90417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CCDF71D-6677-4328-AFDA-F9043563BC70}" srcId="{F9CF5C32-059D-47AE-AA8C-86FD08E2FB3F}" destId="{0A58CCE3-CCD2-40DC-BEE9-226F3E904177}" srcOrd="4" destOrd="0" parTransId="{2DC5DD78-4A16-4B1C-98DE-607B01311A9B}" sibTransId="{33AA1C17-374B-4F47-8C48-3CC7C33FA29B}"/>
    <dgm:cxn modelId="{6E7CC427-E657-4690-80F0-9E37E67BE593}" srcId="{F9CF5C32-059D-47AE-AA8C-86FD08E2FB3F}" destId="{0C0D90A9-3CE4-4FCB-AA2B-59597CAC9260}" srcOrd="0" destOrd="0" parTransId="{7D8B6AC8-9928-40FC-97D1-9F1296AF017E}" sibTransId="{73CF249B-FEA6-414A-A0B4-A660A31575D6}"/>
    <dgm:cxn modelId="{D4160E5F-11B1-43E5-85C3-28C3B140C03B}" type="presOf" srcId="{0A58CCE3-CCD2-40DC-BEE9-226F3E904177}" destId="{026E43BF-8FF5-4249-A1D2-18C41D5852D1}" srcOrd="0" destOrd="0" presId="urn:microsoft.com/office/officeart/2005/8/layout/vList2"/>
    <dgm:cxn modelId="{131FE34D-C2E6-4C94-A2BF-FC339317DC05}" type="presOf" srcId="{F9CF5C32-059D-47AE-AA8C-86FD08E2FB3F}" destId="{AD4D7FF6-4163-4DC3-A8A4-0AE949E91C58}" srcOrd="0" destOrd="0" presId="urn:microsoft.com/office/officeart/2005/8/layout/vList2"/>
    <dgm:cxn modelId="{D7C9A350-1079-4D8C-B538-1D59A4DB13A4}" type="presOf" srcId="{0FC6EE5F-8A92-498A-BEC0-10DAF1759CAE}" destId="{CF78CBE1-B74A-4EE9-8CE6-7925B297B282}" srcOrd="0" destOrd="0" presId="urn:microsoft.com/office/officeart/2005/8/layout/vList2"/>
    <dgm:cxn modelId="{5FCB6C7A-7C6E-4575-90B2-1688F8DA0255}" srcId="{F9CF5C32-059D-47AE-AA8C-86FD08E2FB3F}" destId="{E3DAC0C8-2382-45DA-97F3-A70E9C1BC24F}" srcOrd="2" destOrd="0" parTransId="{0A07C3BF-B441-4A46-9118-8DB4AEA7B9F3}" sibTransId="{0844B34D-37D9-4442-828B-04B5BBF807BE}"/>
    <dgm:cxn modelId="{1055CBB3-6453-473B-BB7E-D98161D24628}" type="presOf" srcId="{AF2CA26D-2A7A-4FD1-AC8F-E9ED298DF337}" destId="{25508FB3-BF34-4CCA-8F90-84175D9DBF40}" srcOrd="0" destOrd="0" presId="urn:microsoft.com/office/officeart/2005/8/layout/vList2"/>
    <dgm:cxn modelId="{376383B6-0073-4596-A5E4-3968B07B92CF}" type="presOf" srcId="{E3DAC0C8-2382-45DA-97F3-A70E9C1BC24F}" destId="{79E43686-AF77-4C6A-B466-F10291A0EE85}" srcOrd="0" destOrd="0" presId="urn:microsoft.com/office/officeart/2005/8/layout/vList2"/>
    <dgm:cxn modelId="{2DC9DCCF-F9F2-4774-8623-0A2489C642A0}" srcId="{F9CF5C32-059D-47AE-AA8C-86FD08E2FB3F}" destId="{AF2CA26D-2A7A-4FD1-AC8F-E9ED298DF337}" srcOrd="3" destOrd="0" parTransId="{5E6813AB-572D-4FA6-9226-4890570D71B8}" sibTransId="{34828427-B583-4CD5-A084-FFD5A6731547}"/>
    <dgm:cxn modelId="{CC55F4D1-4BF0-4819-9729-9CA3A3040B4D}" srcId="{F9CF5C32-059D-47AE-AA8C-86FD08E2FB3F}" destId="{0FC6EE5F-8A92-498A-BEC0-10DAF1759CAE}" srcOrd="1" destOrd="0" parTransId="{3C83A0BD-4B0D-48CD-9C9B-B0C60201B2AD}" sibTransId="{B678559F-90E2-4685-87C0-22B5A89841AA}"/>
    <dgm:cxn modelId="{ED496BEB-170F-4599-8BCB-B0CDF2167A69}" type="presOf" srcId="{0C0D90A9-3CE4-4FCB-AA2B-59597CAC9260}" destId="{1538BBAD-375E-44DB-89BC-9D8282C681C6}" srcOrd="0" destOrd="0" presId="urn:microsoft.com/office/officeart/2005/8/layout/vList2"/>
    <dgm:cxn modelId="{AB9CFE0B-4ACC-4092-8523-7EC62185861A}" type="presParOf" srcId="{AD4D7FF6-4163-4DC3-A8A4-0AE949E91C58}" destId="{1538BBAD-375E-44DB-89BC-9D8282C681C6}" srcOrd="0" destOrd="0" presId="urn:microsoft.com/office/officeart/2005/8/layout/vList2"/>
    <dgm:cxn modelId="{933492E9-75CA-4AA1-AD3C-98E18DEE0D61}" type="presParOf" srcId="{AD4D7FF6-4163-4DC3-A8A4-0AE949E91C58}" destId="{2D7DC780-E2C9-48D2-8679-F78A31040039}" srcOrd="1" destOrd="0" presId="urn:microsoft.com/office/officeart/2005/8/layout/vList2"/>
    <dgm:cxn modelId="{83293821-798D-44E5-95CD-AA2ABB5ECA81}" type="presParOf" srcId="{AD4D7FF6-4163-4DC3-A8A4-0AE949E91C58}" destId="{CF78CBE1-B74A-4EE9-8CE6-7925B297B282}" srcOrd="2" destOrd="0" presId="urn:microsoft.com/office/officeart/2005/8/layout/vList2"/>
    <dgm:cxn modelId="{DF5862B4-4EA6-48E5-8EDD-825057A3F284}" type="presParOf" srcId="{AD4D7FF6-4163-4DC3-A8A4-0AE949E91C58}" destId="{932FD2CF-5984-43C8-9DCE-0097A67F5D27}" srcOrd="3" destOrd="0" presId="urn:microsoft.com/office/officeart/2005/8/layout/vList2"/>
    <dgm:cxn modelId="{55CF3497-D4F3-4BD6-A32E-7A475C34C6C1}" type="presParOf" srcId="{AD4D7FF6-4163-4DC3-A8A4-0AE949E91C58}" destId="{79E43686-AF77-4C6A-B466-F10291A0EE85}" srcOrd="4" destOrd="0" presId="urn:microsoft.com/office/officeart/2005/8/layout/vList2"/>
    <dgm:cxn modelId="{066920B7-BBB7-45C9-9A47-007A335C534C}" type="presParOf" srcId="{AD4D7FF6-4163-4DC3-A8A4-0AE949E91C58}" destId="{CA7D459A-B94D-4360-B485-22B894F17C5F}" srcOrd="5" destOrd="0" presId="urn:microsoft.com/office/officeart/2005/8/layout/vList2"/>
    <dgm:cxn modelId="{018FE5B2-F9F4-40E8-B097-2F34BAD91A93}" type="presParOf" srcId="{AD4D7FF6-4163-4DC3-A8A4-0AE949E91C58}" destId="{25508FB3-BF34-4CCA-8F90-84175D9DBF40}" srcOrd="6" destOrd="0" presId="urn:microsoft.com/office/officeart/2005/8/layout/vList2"/>
    <dgm:cxn modelId="{48BE6F70-381B-40D5-8B37-FF0B792A75C0}" type="presParOf" srcId="{AD4D7FF6-4163-4DC3-A8A4-0AE949E91C58}" destId="{585183BB-9BB2-4BC0-9D79-EAA7493C60D3}" srcOrd="7" destOrd="0" presId="urn:microsoft.com/office/officeart/2005/8/layout/vList2"/>
    <dgm:cxn modelId="{E6F5B37F-CD0B-41AA-88FE-ACE1169D5216}" type="presParOf" srcId="{AD4D7FF6-4163-4DC3-A8A4-0AE949E91C58}" destId="{026E43BF-8FF5-4249-A1D2-18C41D5852D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9CF5C32-059D-47AE-AA8C-86FD08E2FB3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A58CCE3-CCD2-40DC-BEE9-226F3E904177}">
      <dgm:prSet/>
      <dgm:spPr/>
      <dgm:t>
        <a:bodyPr/>
        <a:lstStyle/>
        <a:p>
          <a:r>
            <a:rPr lang="pt-BR" b="1" dirty="0" err="1"/>
            <a:t>If</a:t>
          </a:r>
          <a:r>
            <a:rPr lang="pt-BR" b="1" dirty="0"/>
            <a:t> it </a:t>
          </a:r>
          <a:r>
            <a:rPr lang="pt-BR" b="1" dirty="0" err="1"/>
            <a:t>fails</a:t>
          </a:r>
          <a:r>
            <a:rPr lang="pt-BR" b="1" dirty="0"/>
            <a:t>, </a:t>
          </a:r>
          <a:r>
            <a:rPr lang="pt-BR" b="1" dirty="0" err="1"/>
            <a:t>try</a:t>
          </a:r>
          <a:r>
            <a:rPr lang="pt-BR" b="1" dirty="0"/>
            <a:t> </a:t>
          </a:r>
          <a:r>
            <a:rPr lang="pt-BR" b="1" dirty="0" err="1"/>
            <a:t>this</a:t>
          </a:r>
          <a:r>
            <a:rPr lang="pt-BR" b="1" dirty="0"/>
            <a:t>:</a:t>
          </a:r>
        </a:p>
        <a:p>
          <a:r>
            <a:rPr lang="en-US" dirty="0"/>
            <a:t>	dism.exe /online /enable-feature /</a:t>
          </a:r>
          <a:r>
            <a:rPr lang="en-US" dirty="0" err="1"/>
            <a:t>featurename:Microsoft-Windows-Subsystem-Linux</a:t>
          </a:r>
          <a:r>
            <a:rPr lang="en-US" dirty="0"/>
            <a:t> /all /</a:t>
          </a:r>
          <a:r>
            <a:rPr lang="en-US" dirty="0" err="1"/>
            <a:t>norestart</a:t>
          </a:r>
          <a:endParaRPr lang="pt-BR" dirty="0"/>
        </a:p>
        <a:p>
          <a:r>
            <a:rPr lang="en-US" dirty="0"/>
            <a:t>	dism.exe /online /enable-feature /</a:t>
          </a:r>
          <a:r>
            <a:rPr lang="en-US" dirty="0" err="1"/>
            <a:t>featurename:VirtualMachinePlatform</a:t>
          </a:r>
          <a:r>
            <a:rPr lang="en-US" dirty="0"/>
            <a:t> /all /</a:t>
          </a:r>
          <a:r>
            <a:rPr lang="en-US" dirty="0" err="1"/>
            <a:t>norestart</a:t>
          </a:r>
          <a:endParaRPr lang="en-US" dirty="0"/>
        </a:p>
      </dgm:t>
    </dgm:pt>
    <dgm:pt modelId="{2DC5DD78-4A16-4B1C-98DE-607B01311A9B}" type="parTrans" cxnId="{6CCDF71D-6677-4328-AFDA-F9043563BC70}">
      <dgm:prSet/>
      <dgm:spPr/>
      <dgm:t>
        <a:bodyPr/>
        <a:lstStyle/>
        <a:p>
          <a:endParaRPr lang="en-US"/>
        </a:p>
      </dgm:t>
    </dgm:pt>
    <dgm:pt modelId="{33AA1C17-374B-4F47-8C48-3CC7C33FA29B}" type="sibTrans" cxnId="{6CCDF71D-6677-4328-AFDA-F9043563BC70}">
      <dgm:prSet/>
      <dgm:spPr/>
      <dgm:t>
        <a:bodyPr/>
        <a:lstStyle/>
        <a:p>
          <a:endParaRPr lang="en-US"/>
        </a:p>
      </dgm:t>
    </dgm:pt>
    <dgm:pt modelId="{2CF1FC63-345F-4239-B1B4-BFF91DB22742}">
      <dgm:prSet/>
      <dgm:spPr/>
      <dgm:t>
        <a:bodyPr/>
        <a:lstStyle/>
        <a:p>
          <a:pPr>
            <a:buNone/>
          </a:pPr>
          <a:r>
            <a:rPr lang="pt-BR" dirty="0" err="1"/>
            <a:t>Install</a:t>
          </a:r>
          <a:r>
            <a:rPr lang="pt-BR" dirty="0"/>
            <a:t> WSL </a:t>
          </a:r>
          <a:r>
            <a:rPr lang="pt-BR" dirty="0" err="1"/>
            <a:t>with</a:t>
          </a:r>
          <a:r>
            <a:rPr lang="pt-BR" dirty="0"/>
            <a:t>: </a:t>
          </a:r>
          <a:r>
            <a:rPr lang="pt-BR" b="1" dirty="0" err="1"/>
            <a:t>wsl</a:t>
          </a:r>
          <a:r>
            <a:rPr lang="pt-BR" b="1" dirty="0"/>
            <a:t> --</a:t>
          </a:r>
          <a:r>
            <a:rPr lang="pt-BR" b="1" dirty="0" err="1"/>
            <a:t>install</a:t>
          </a:r>
          <a:endParaRPr lang="pt-BR" b="1" dirty="0"/>
        </a:p>
      </dgm:t>
    </dgm:pt>
    <dgm:pt modelId="{37960241-B808-434B-BF6D-0DAC20FF0EAC}" type="parTrans" cxnId="{E9C1BB20-6120-4720-A398-5B65F80AFF47}">
      <dgm:prSet/>
      <dgm:spPr/>
      <dgm:t>
        <a:bodyPr/>
        <a:lstStyle/>
        <a:p>
          <a:endParaRPr lang="pt-BR"/>
        </a:p>
      </dgm:t>
    </dgm:pt>
    <dgm:pt modelId="{A62CA6CB-3D8E-43F9-BF80-A80D744FFEE6}" type="sibTrans" cxnId="{E9C1BB20-6120-4720-A398-5B65F80AFF47}">
      <dgm:prSet/>
      <dgm:spPr/>
      <dgm:t>
        <a:bodyPr/>
        <a:lstStyle/>
        <a:p>
          <a:endParaRPr lang="pt-BR"/>
        </a:p>
      </dgm:t>
    </dgm:pt>
    <dgm:pt modelId="{A62E6600-00A5-4B24-A780-759200DC1509}">
      <dgm:prSet/>
      <dgm:spPr/>
      <dgm:t>
        <a:bodyPr/>
        <a:lstStyle/>
        <a:p>
          <a:r>
            <a:rPr lang="pt-PT" b="1" dirty="0" err="1"/>
            <a:t>Reboot</a:t>
          </a:r>
          <a:r>
            <a:rPr lang="pt-PT" dirty="0"/>
            <a:t> </a:t>
          </a:r>
          <a:r>
            <a:rPr lang="pt-PT" dirty="0" err="1"/>
            <a:t>then</a:t>
          </a:r>
          <a:r>
            <a:rPr lang="pt-PT" dirty="0"/>
            <a:t> </a:t>
          </a:r>
          <a:r>
            <a:rPr lang="pt-PT" b="1" dirty="0" err="1"/>
            <a:t>update</a:t>
          </a:r>
          <a:r>
            <a:rPr lang="pt-PT" b="1" dirty="0"/>
            <a:t> </a:t>
          </a:r>
          <a:r>
            <a:rPr lang="pt-PT" b="1" dirty="0" err="1"/>
            <a:t>it</a:t>
          </a:r>
          <a:r>
            <a:rPr lang="pt-PT" dirty="0"/>
            <a:t> </a:t>
          </a:r>
          <a:r>
            <a:rPr lang="pt-PT" dirty="0" err="1"/>
            <a:t>with</a:t>
          </a:r>
          <a:r>
            <a:rPr lang="pt-PT" dirty="0"/>
            <a:t>: </a:t>
          </a:r>
          <a:r>
            <a:rPr lang="pt-PT" b="1" dirty="0" err="1"/>
            <a:t>wsl</a:t>
          </a:r>
          <a:r>
            <a:rPr lang="pt-PT" b="1" dirty="0"/>
            <a:t> --</a:t>
          </a:r>
          <a:r>
            <a:rPr lang="pt-PT" b="1" dirty="0" err="1"/>
            <a:t>update</a:t>
          </a:r>
          <a:endParaRPr lang="pt-PT" b="1" dirty="0"/>
        </a:p>
      </dgm:t>
    </dgm:pt>
    <dgm:pt modelId="{33835D41-F935-4A91-8135-E1CE8692BBD6}" type="parTrans" cxnId="{B45D3380-3B6E-4BCC-A36C-6E66E5517E3C}">
      <dgm:prSet/>
      <dgm:spPr/>
      <dgm:t>
        <a:bodyPr/>
        <a:lstStyle/>
        <a:p>
          <a:endParaRPr lang="pt-BR"/>
        </a:p>
      </dgm:t>
    </dgm:pt>
    <dgm:pt modelId="{3CF611AA-69CB-421C-931F-9BCC5EA483E6}" type="sibTrans" cxnId="{B45D3380-3B6E-4BCC-A36C-6E66E5517E3C}">
      <dgm:prSet/>
      <dgm:spPr/>
      <dgm:t>
        <a:bodyPr/>
        <a:lstStyle/>
        <a:p>
          <a:endParaRPr lang="pt-BR"/>
        </a:p>
      </dgm:t>
    </dgm:pt>
    <dgm:pt modelId="{4051933A-65AF-42D6-BAB7-8C8406B34AD2}">
      <dgm:prSet/>
      <dgm:spPr/>
      <dgm:t>
        <a:bodyPr/>
        <a:lstStyle/>
        <a:p>
          <a:r>
            <a:rPr lang="pt-BR" dirty="0"/>
            <a:t>Set WSL2 as Default: </a:t>
          </a:r>
          <a:r>
            <a:rPr lang="pt-BR" b="1" dirty="0" err="1"/>
            <a:t>wsl</a:t>
          </a:r>
          <a:r>
            <a:rPr lang="pt-BR" b="1" dirty="0"/>
            <a:t> --set-default-</a:t>
          </a:r>
          <a:r>
            <a:rPr lang="pt-BR" b="1" dirty="0" err="1"/>
            <a:t>version</a:t>
          </a:r>
          <a:r>
            <a:rPr lang="pt-BR" b="1" dirty="0"/>
            <a:t> 2</a:t>
          </a:r>
        </a:p>
      </dgm:t>
    </dgm:pt>
    <dgm:pt modelId="{68A777FB-7CD7-4ACE-B422-9D0F3C0D8087}" type="parTrans" cxnId="{22686D8F-2379-462B-9E62-3D8F042D3628}">
      <dgm:prSet/>
      <dgm:spPr/>
      <dgm:t>
        <a:bodyPr/>
        <a:lstStyle/>
        <a:p>
          <a:endParaRPr lang="pt-BR"/>
        </a:p>
      </dgm:t>
    </dgm:pt>
    <dgm:pt modelId="{9426FDB0-D697-4D4F-AF97-3ADC56A1DFFE}" type="sibTrans" cxnId="{22686D8F-2379-462B-9E62-3D8F042D3628}">
      <dgm:prSet/>
      <dgm:spPr/>
      <dgm:t>
        <a:bodyPr/>
        <a:lstStyle/>
        <a:p>
          <a:endParaRPr lang="pt-BR"/>
        </a:p>
      </dgm:t>
    </dgm:pt>
    <dgm:pt modelId="{61CF5EDE-A26B-44D1-A2EC-0D7D4BD98677}">
      <dgm:prSet/>
      <dgm:spPr/>
      <dgm:t>
        <a:bodyPr/>
        <a:lstStyle/>
        <a:p>
          <a:pPr>
            <a:buNone/>
          </a:pPr>
          <a:r>
            <a:rPr lang="en-US" dirty="0"/>
            <a:t>Even if WSL is enabled, Docker will NOT work if virtualization is disabled.</a:t>
          </a:r>
        </a:p>
        <a:p>
          <a:pPr>
            <a:buNone/>
          </a:pPr>
          <a:r>
            <a:rPr lang="en-US" dirty="0"/>
            <a:t>Check: Task Manager → Performance → CPU</a:t>
          </a:r>
          <a:br>
            <a:rPr lang="en-US" dirty="0"/>
          </a:br>
          <a:r>
            <a:rPr lang="en-US" dirty="0"/>
            <a:t>You must see: </a:t>
          </a:r>
          <a:r>
            <a:rPr lang="pt-BR" b="1" dirty="0" err="1"/>
            <a:t>Virtualization</a:t>
          </a:r>
          <a:r>
            <a:rPr lang="pt-BR" b="1" dirty="0"/>
            <a:t>: </a:t>
          </a:r>
          <a:r>
            <a:rPr lang="pt-BR" b="1" dirty="0" err="1"/>
            <a:t>Enabled</a:t>
          </a:r>
          <a:endParaRPr lang="en-US" b="1" dirty="0"/>
        </a:p>
      </dgm:t>
    </dgm:pt>
    <dgm:pt modelId="{7B278470-A6E9-473B-8180-68C750AD6854}" type="parTrans" cxnId="{93A57DDD-263D-48B1-8D12-6866619EA5B8}">
      <dgm:prSet/>
      <dgm:spPr/>
      <dgm:t>
        <a:bodyPr/>
        <a:lstStyle/>
        <a:p>
          <a:endParaRPr lang="pt-BR"/>
        </a:p>
      </dgm:t>
    </dgm:pt>
    <dgm:pt modelId="{1A56F3A4-1FBE-491E-A3CF-A73A0D89D07A}" type="sibTrans" cxnId="{93A57DDD-263D-48B1-8D12-6866619EA5B8}">
      <dgm:prSet/>
      <dgm:spPr/>
      <dgm:t>
        <a:bodyPr/>
        <a:lstStyle/>
        <a:p>
          <a:endParaRPr lang="pt-BR"/>
        </a:p>
      </dgm:t>
    </dgm:pt>
    <dgm:pt modelId="{AD4D7FF6-4163-4DC3-A8A4-0AE949E91C58}" type="pres">
      <dgm:prSet presAssocID="{F9CF5C32-059D-47AE-AA8C-86FD08E2FB3F}" presName="linear" presStyleCnt="0">
        <dgm:presLayoutVars>
          <dgm:animLvl val="lvl"/>
          <dgm:resizeHandles val="exact"/>
        </dgm:presLayoutVars>
      </dgm:prSet>
      <dgm:spPr/>
    </dgm:pt>
    <dgm:pt modelId="{C3B1E77E-9AA9-4120-BC21-07DD7307067E}" type="pres">
      <dgm:prSet presAssocID="{2CF1FC63-345F-4239-B1B4-BFF91DB2274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9223021-B16C-4BA8-938B-1C53F0CF41FB}" type="pres">
      <dgm:prSet presAssocID="{A62CA6CB-3D8E-43F9-BF80-A80D744FFEE6}" presName="spacer" presStyleCnt="0"/>
      <dgm:spPr/>
    </dgm:pt>
    <dgm:pt modelId="{026E43BF-8FF5-4249-A1D2-18C41D5852D1}" type="pres">
      <dgm:prSet presAssocID="{0A58CCE3-CCD2-40DC-BEE9-226F3E90417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A0BE3D2-3C6C-4A84-8AA9-0EAD1A1D8F01}" type="pres">
      <dgm:prSet presAssocID="{33AA1C17-374B-4F47-8C48-3CC7C33FA29B}" presName="spacer" presStyleCnt="0"/>
      <dgm:spPr/>
    </dgm:pt>
    <dgm:pt modelId="{9CB12DCD-4FB2-4923-8FB5-972E32F90AA3}" type="pres">
      <dgm:prSet presAssocID="{A62E6600-00A5-4B24-A780-759200DC150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398001A-DA5D-4615-AAFC-857D66C82971}" type="pres">
      <dgm:prSet presAssocID="{3CF611AA-69CB-421C-931F-9BCC5EA483E6}" presName="spacer" presStyleCnt="0"/>
      <dgm:spPr/>
    </dgm:pt>
    <dgm:pt modelId="{CBC5ADC8-BCBB-4F9C-8B0B-7715B383F0F2}" type="pres">
      <dgm:prSet presAssocID="{4051933A-65AF-42D6-BAB7-8C8406B34AD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EDAD117-E576-4108-A400-3411B30B70B0}" type="pres">
      <dgm:prSet presAssocID="{9426FDB0-D697-4D4F-AF97-3ADC56A1DFFE}" presName="spacer" presStyleCnt="0"/>
      <dgm:spPr/>
    </dgm:pt>
    <dgm:pt modelId="{C65E7698-E8D8-4DFC-8D0F-EC8ADAF6A442}" type="pres">
      <dgm:prSet presAssocID="{61CF5EDE-A26B-44D1-A2EC-0D7D4BD9867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CCDF71D-6677-4328-AFDA-F9043563BC70}" srcId="{F9CF5C32-059D-47AE-AA8C-86FD08E2FB3F}" destId="{0A58CCE3-CCD2-40DC-BEE9-226F3E904177}" srcOrd="1" destOrd="0" parTransId="{2DC5DD78-4A16-4B1C-98DE-607B01311A9B}" sibTransId="{33AA1C17-374B-4F47-8C48-3CC7C33FA29B}"/>
    <dgm:cxn modelId="{E9C1BB20-6120-4720-A398-5B65F80AFF47}" srcId="{F9CF5C32-059D-47AE-AA8C-86FD08E2FB3F}" destId="{2CF1FC63-345F-4239-B1B4-BFF91DB22742}" srcOrd="0" destOrd="0" parTransId="{37960241-B808-434B-BF6D-0DAC20FF0EAC}" sibTransId="{A62CA6CB-3D8E-43F9-BF80-A80D744FFEE6}"/>
    <dgm:cxn modelId="{D4160E5F-11B1-43E5-85C3-28C3B140C03B}" type="presOf" srcId="{0A58CCE3-CCD2-40DC-BEE9-226F3E904177}" destId="{026E43BF-8FF5-4249-A1D2-18C41D5852D1}" srcOrd="0" destOrd="0" presId="urn:microsoft.com/office/officeart/2005/8/layout/vList2"/>
    <dgm:cxn modelId="{5176FB46-0424-42B2-8790-173C6DE3AAB1}" type="presOf" srcId="{61CF5EDE-A26B-44D1-A2EC-0D7D4BD98677}" destId="{C65E7698-E8D8-4DFC-8D0F-EC8ADAF6A442}" srcOrd="0" destOrd="0" presId="urn:microsoft.com/office/officeart/2005/8/layout/vList2"/>
    <dgm:cxn modelId="{131FE34D-C2E6-4C94-A2BF-FC339317DC05}" type="presOf" srcId="{F9CF5C32-059D-47AE-AA8C-86FD08E2FB3F}" destId="{AD4D7FF6-4163-4DC3-A8A4-0AE949E91C58}" srcOrd="0" destOrd="0" presId="urn:microsoft.com/office/officeart/2005/8/layout/vList2"/>
    <dgm:cxn modelId="{B45D3380-3B6E-4BCC-A36C-6E66E5517E3C}" srcId="{F9CF5C32-059D-47AE-AA8C-86FD08E2FB3F}" destId="{A62E6600-00A5-4B24-A780-759200DC1509}" srcOrd="2" destOrd="0" parTransId="{33835D41-F935-4A91-8135-E1CE8692BBD6}" sibTransId="{3CF611AA-69CB-421C-931F-9BCC5EA483E6}"/>
    <dgm:cxn modelId="{BBA6B186-EAF7-4E56-81DA-FCE15642E16A}" type="presOf" srcId="{4051933A-65AF-42D6-BAB7-8C8406B34AD2}" destId="{CBC5ADC8-BCBB-4F9C-8B0B-7715B383F0F2}" srcOrd="0" destOrd="0" presId="urn:microsoft.com/office/officeart/2005/8/layout/vList2"/>
    <dgm:cxn modelId="{22686D8F-2379-462B-9E62-3D8F042D3628}" srcId="{F9CF5C32-059D-47AE-AA8C-86FD08E2FB3F}" destId="{4051933A-65AF-42D6-BAB7-8C8406B34AD2}" srcOrd="3" destOrd="0" parTransId="{68A777FB-7CD7-4ACE-B422-9D0F3C0D8087}" sibTransId="{9426FDB0-D697-4D4F-AF97-3ADC56A1DFFE}"/>
    <dgm:cxn modelId="{93A57DDD-263D-48B1-8D12-6866619EA5B8}" srcId="{F9CF5C32-059D-47AE-AA8C-86FD08E2FB3F}" destId="{61CF5EDE-A26B-44D1-A2EC-0D7D4BD98677}" srcOrd="4" destOrd="0" parTransId="{7B278470-A6E9-473B-8180-68C750AD6854}" sibTransId="{1A56F3A4-1FBE-491E-A3CF-A73A0D89D07A}"/>
    <dgm:cxn modelId="{0230BEF2-BCA7-4F00-8384-E7AD8DE542E7}" type="presOf" srcId="{2CF1FC63-345F-4239-B1B4-BFF91DB22742}" destId="{C3B1E77E-9AA9-4120-BC21-07DD7307067E}" srcOrd="0" destOrd="0" presId="urn:microsoft.com/office/officeart/2005/8/layout/vList2"/>
    <dgm:cxn modelId="{3913E5F5-E567-4107-8E53-8FF0CA0937D4}" type="presOf" srcId="{A62E6600-00A5-4B24-A780-759200DC1509}" destId="{9CB12DCD-4FB2-4923-8FB5-972E32F90AA3}" srcOrd="0" destOrd="0" presId="urn:microsoft.com/office/officeart/2005/8/layout/vList2"/>
    <dgm:cxn modelId="{57A086D8-09D3-4742-8ECB-476A1B1C0A07}" type="presParOf" srcId="{AD4D7FF6-4163-4DC3-A8A4-0AE949E91C58}" destId="{C3B1E77E-9AA9-4120-BC21-07DD7307067E}" srcOrd="0" destOrd="0" presId="urn:microsoft.com/office/officeart/2005/8/layout/vList2"/>
    <dgm:cxn modelId="{29B45A9D-0E99-4A70-925B-0CDF862D1793}" type="presParOf" srcId="{AD4D7FF6-4163-4DC3-A8A4-0AE949E91C58}" destId="{C9223021-B16C-4BA8-938B-1C53F0CF41FB}" srcOrd="1" destOrd="0" presId="urn:microsoft.com/office/officeart/2005/8/layout/vList2"/>
    <dgm:cxn modelId="{E6F5B37F-CD0B-41AA-88FE-ACE1169D5216}" type="presParOf" srcId="{AD4D7FF6-4163-4DC3-A8A4-0AE949E91C58}" destId="{026E43BF-8FF5-4249-A1D2-18C41D5852D1}" srcOrd="2" destOrd="0" presId="urn:microsoft.com/office/officeart/2005/8/layout/vList2"/>
    <dgm:cxn modelId="{D4D03440-5B48-4FBF-A582-710B7EB57C14}" type="presParOf" srcId="{AD4D7FF6-4163-4DC3-A8A4-0AE949E91C58}" destId="{EA0BE3D2-3C6C-4A84-8AA9-0EAD1A1D8F01}" srcOrd="3" destOrd="0" presId="urn:microsoft.com/office/officeart/2005/8/layout/vList2"/>
    <dgm:cxn modelId="{84573635-E0C5-4309-A8A7-64EA91BE86D9}" type="presParOf" srcId="{AD4D7FF6-4163-4DC3-A8A4-0AE949E91C58}" destId="{9CB12DCD-4FB2-4923-8FB5-972E32F90AA3}" srcOrd="4" destOrd="0" presId="urn:microsoft.com/office/officeart/2005/8/layout/vList2"/>
    <dgm:cxn modelId="{A8E78017-4046-4B9C-9782-AE316E5768BA}" type="presParOf" srcId="{AD4D7FF6-4163-4DC3-A8A4-0AE949E91C58}" destId="{8398001A-DA5D-4615-AAFC-857D66C82971}" srcOrd="5" destOrd="0" presId="urn:microsoft.com/office/officeart/2005/8/layout/vList2"/>
    <dgm:cxn modelId="{F08C5DDF-30FA-4267-B254-2932E44850EA}" type="presParOf" srcId="{AD4D7FF6-4163-4DC3-A8A4-0AE949E91C58}" destId="{CBC5ADC8-BCBB-4F9C-8B0B-7715B383F0F2}" srcOrd="6" destOrd="0" presId="urn:microsoft.com/office/officeart/2005/8/layout/vList2"/>
    <dgm:cxn modelId="{1281BC08-B26C-4278-80C6-6D16F2E7B019}" type="presParOf" srcId="{AD4D7FF6-4163-4DC3-A8A4-0AE949E91C58}" destId="{9EDAD117-E576-4108-A400-3411B30B70B0}" srcOrd="7" destOrd="0" presId="urn:microsoft.com/office/officeart/2005/8/layout/vList2"/>
    <dgm:cxn modelId="{FAE41063-4826-453D-AD9A-C6CF9DBEA53A}" type="presParOf" srcId="{AD4D7FF6-4163-4DC3-A8A4-0AE949E91C58}" destId="{C65E7698-E8D8-4DFC-8D0F-EC8ADAF6A44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D225538-6825-4737-8B7A-B38B24299F6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97F044-A367-468C-A7D2-E1288A75C6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Recommended: Docker Desktop (Intel or Apple Silicon)</a:t>
          </a:r>
        </a:p>
      </dgm:t>
    </dgm:pt>
    <dgm:pt modelId="{0CFD46E0-4796-443E-847C-6E3E00BD3714}" type="parTrans" cxnId="{1FE45DC5-1BBD-48BD-888B-F0EEFA99DB4F}">
      <dgm:prSet/>
      <dgm:spPr/>
      <dgm:t>
        <a:bodyPr/>
        <a:lstStyle/>
        <a:p>
          <a:endParaRPr lang="en-US"/>
        </a:p>
      </dgm:t>
    </dgm:pt>
    <dgm:pt modelId="{2728EC29-12F1-4EB1-994B-A88E0685CF68}" type="sibTrans" cxnId="{1FE45DC5-1BBD-48BD-888B-F0EEFA99DB4F}">
      <dgm:prSet/>
      <dgm:spPr/>
      <dgm:t>
        <a:bodyPr/>
        <a:lstStyle/>
        <a:p>
          <a:endParaRPr lang="en-US"/>
        </a:p>
      </dgm:t>
    </dgm:pt>
    <dgm:pt modelId="{BFB055F7-0A7E-4A0D-9245-DFB2BB41C5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Install Docker Desktop and start the Docker daemon</a:t>
          </a:r>
        </a:p>
      </dgm:t>
    </dgm:pt>
    <dgm:pt modelId="{5CADD767-DC84-47E1-8BAD-A136EBD80520}" type="parTrans" cxnId="{5D2480D0-9246-4EA3-946B-60928A673881}">
      <dgm:prSet/>
      <dgm:spPr/>
      <dgm:t>
        <a:bodyPr/>
        <a:lstStyle/>
        <a:p>
          <a:endParaRPr lang="en-US"/>
        </a:p>
      </dgm:t>
    </dgm:pt>
    <dgm:pt modelId="{F3570A7C-BCFF-4104-BD77-66E398A36AAF}" type="sibTrans" cxnId="{5D2480D0-9246-4EA3-946B-60928A673881}">
      <dgm:prSet/>
      <dgm:spPr/>
      <dgm:t>
        <a:bodyPr/>
        <a:lstStyle/>
        <a:p>
          <a:endParaRPr lang="en-US"/>
        </a:p>
      </dgm:t>
    </dgm:pt>
    <dgm:pt modelId="{4CD251CB-9D81-4346-9218-E0AC82102F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Grant permissions when prompted (networking / file sharing)</a:t>
          </a:r>
        </a:p>
      </dgm:t>
    </dgm:pt>
    <dgm:pt modelId="{C05AB0BB-2503-4C4C-B3BD-F6596F43FBAC}" type="parTrans" cxnId="{6DE7F04A-F0EB-4F1C-A7B6-F766735C1B3A}">
      <dgm:prSet/>
      <dgm:spPr/>
      <dgm:t>
        <a:bodyPr/>
        <a:lstStyle/>
        <a:p>
          <a:endParaRPr lang="en-US"/>
        </a:p>
      </dgm:t>
    </dgm:pt>
    <dgm:pt modelId="{8869C5BA-6A4F-450E-8A0A-6A8ABC502986}" type="sibTrans" cxnId="{6DE7F04A-F0EB-4F1C-A7B6-F766735C1B3A}">
      <dgm:prSet/>
      <dgm:spPr/>
      <dgm:t>
        <a:bodyPr/>
        <a:lstStyle/>
        <a:p>
          <a:endParaRPr lang="en-US"/>
        </a:p>
      </dgm:t>
    </dgm:pt>
    <dgm:pt modelId="{581518A3-77D8-414A-9337-2E8E03B206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After installation: verify using Terminal commands</a:t>
          </a:r>
        </a:p>
      </dgm:t>
    </dgm:pt>
    <dgm:pt modelId="{5F68B751-A388-4947-852A-232D94977BA0}" type="parTrans" cxnId="{73E1F0A3-AE6F-4AC0-BF0B-F0E8D942EEA6}">
      <dgm:prSet/>
      <dgm:spPr/>
      <dgm:t>
        <a:bodyPr/>
        <a:lstStyle/>
        <a:p>
          <a:endParaRPr lang="en-US"/>
        </a:p>
      </dgm:t>
    </dgm:pt>
    <dgm:pt modelId="{0487C55C-08CE-4651-95F5-734A8CF50E35}" type="sibTrans" cxnId="{73E1F0A3-AE6F-4AC0-BF0B-F0E8D942EEA6}">
      <dgm:prSet/>
      <dgm:spPr/>
      <dgm:t>
        <a:bodyPr/>
        <a:lstStyle/>
        <a:p>
          <a:endParaRPr lang="en-US"/>
        </a:p>
      </dgm:t>
    </dgm:pt>
    <dgm:pt modelId="{92967F6B-EABF-4C51-B16E-A230B4BCFB38}" type="pres">
      <dgm:prSet presAssocID="{ED225538-6825-4737-8B7A-B38B24299F6B}" presName="root" presStyleCnt="0">
        <dgm:presLayoutVars>
          <dgm:dir/>
          <dgm:resizeHandles val="exact"/>
        </dgm:presLayoutVars>
      </dgm:prSet>
      <dgm:spPr/>
    </dgm:pt>
    <dgm:pt modelId="{51FF8724-31E5-4459-B97D-7FA259210CBB}" type="pres">
      <dgm:prSet presAssocID="{1A97F044-A367-468C-A7D2-E1288A75C63E}" presName="compNode" presStyleCnt="0"/>
      <dgm:spPr/>
    </dgm:pt>
    <dgm:pt modelId="{0F0D9ED8-308F-4544-AED9-B537ED234D3A}" type="pres">
      <dgm:prSet presAssocID="{1A97F044-A367-468C-A7D2-E1288A75C63E}" presName="bgRect" presStyleLbl="bgShp" presStyleIdx="0" presStyleCnt="4" custLinFactNeighborY="10051"/>
      <dgm:spPr/>
    </dgm:pt>
    <dgm:pt modelId="{A7736BA5-ECA7-442A-A4E1-CA56328F4349}" type="pres">
      <dgm:prSet presAssocID="{1A97F044-A367-468C-A7D2-E1288A75C63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çã"/>
        </a:ext>
      </dgm:extLst>
    </dgm:pt>
    <dgm:pt modelId="{A80AEBAF-C293-43EC-B483-D54E705CEA4C}" type="pres">
      <dgm:prSet presAssocID="{1A97F044-A367-468C-A7D2-E1288A75C63E}" presName="spaceRect" presStyleCnt="0"/>
      <dgm:spPr/>
    </dgm:pt>
    <dgm:pt modelId="{BC014A0D-7981-4A9B-8FED-D0A8D7D14FDA}" type="pres">
      <dgm:prSet presAssocID="{1A97F044-A367-468C-A7D2-E1288A75C63E}" presName="parTx" presStyleLbl="revTx" presStyleIdx="0" presStyleCnt="4">
        <dgm:presLayoutVars>
          <dgm:chMax val="0"/>
          <dgm:chPref val="0"/>
        </dgm:presLayoutVars>
      </dgm:prSet>
      <dgm:spPr/>
    </dgm:pt>
    <dgm:pt modelId="{6B614DCB-56B8-4F80-9710-2CBC607C90EE}" type="pres">
      <dgm:prSet presAssocID="{2728EC29-12F1-4EB1-994B-A88E0685CF68}" presName="sibTrans" presStyleCnt="0"/>
      <dgm:spPr/>
    </dgm:pt>
    <dgm:pt modelId="{B70F3ADD-ECFA-4E6B-94C8-83CEAB789A73}" type="pres">
      <dgm:prSet presAssocID="{BFB055F7-0A7E-4A0D-9245-DFB2BB41C54F}" presName="compNode" presStyleCnt="0"/>
      <dgm:spPr/>
    </dgm:pt>
    <dgm:pt modelId="{6152398F-7162-4F00-9818-7317997B6813}" type="pres">
      <dgm:prSet presAssocID="{BFB055F7-0A7E-4A0D-9245-DFB2BB41C54F}" presName="bgRect" presStyleLbl="bgShp" presStyleIdx="1" presStyleCnt="4"/>
      <dgm:spPr/>
    </dgm:pt>
    <dgm:pt modelId="{F27659E0-F88B-4EF0-AFAB-2ABE86D87491}" type="pres">
      <dgm:prSet presAssocID="{BFB055F7-0A7E-4A0D-9245-DFB2BB41C54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1910F447-75BA-4C92-8ED0-7C72E0646B4A}" type="pres">
      <dgm:prSet presAssocID="{BFB055F7-0A7E-4A0D-9245-DFB2BB41C54F}" presName="spaceRect" presStyleCnt="0"/>
      <dgm:spPr/>
    </dgm:pt>
    <dgm:pt modelId="{F8BCEC8B-1AD9-42AE-807A-4799157BFDF3}" type="pres">
      <dgm:prSet presAssocID="{BFB055F7-0A7E-4A0D-9245-DFB2BB41C54F}" presName="parTx" presStyleLbl="revTx" presStyleIdx="1" presStyleCnt="4">
        <dgm:presLayoutVars>
          <dgm:chMax val="0"/>
          <dgm:chPref val="0"/>
        </dgm:presLayoutVars>
      </dgm:prSet>
      <dgm:spPr/>
    </dgm:pt>
    <dgm:pt modelId="{6E1432F7-E47C-4D70-BAB5-10EA038BE5BC}" type="pres">
      <dgm:prSet presAssocID="{F3570A7C-BCFF-4104-BD77-66E398A36AAF}" presName="sibTrans" presStyleCnt="0"/>
      <dgm:spPr/>
    </dgm:pt>
    <dgm:pt modelId="{BFA11D6F-7CE4-4C76-A92A-5DD78930FD7F}" type="pres">
      <dgm:prSet presAssocID="{4CD251CB-9D81-4346-9218-E0AC82102F23}" presName="compNode" presStyleCnt="0"/>
      <dgm:spPr/>
    </dgm:pt>
    <dgm:pt modelId="{C6603921-2C82-4DB7-A3B0-9F981CFF9225}" type="pres">
      <dgm:prSet presAssocID="{4CD251CB-9D81-4346-9218-E0AC82102F23}" presName="bgRect" presStyleLbl="bgShp" presStyleIdx="2" presStyleCnt="4"/>
      <dgm:spPr/>
    </dgm:pt>
    <dgm:pt modelId="{212643F9-63F3-455E-8D4F-12F9A461939D}" type="pres">
      <dgm:prSet presAssocID="{4CD251CB-9D81-4346-9218-E0AC82102F2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0550E6A3-077E-41E1-9AC6-BF7DA25E6957}" type="pres">
      <dgm:prSet presAssocID="{4CD251CB-9D81-4346-9218-E0AC82102F23}" presName="spaceRect" presStyleCnt="0"/>
      <dgm:spPr/>
    </dgm:pt>
    <dgm:pt modelId="{BFF7D76D-433B-4227-9FC2-72E1A3B8A5BC}" type="pres">
      <dgm:prSet presAssocID="{4CD251CB-9D81-4346-9218-E0AC82102F23}" presName="parTx" presStyleLbl="revTx" presStyleIdx="2" presStyleCnt="4">
        <dgm:presLayoutVars>
          <dgm:chMax val="0"/>
          <dgm:chPref val="0"/>
        </dgm:presLayoutVars>
      </dgm:prSet>
      <dgm:spPr/>
    </dgm:pt>
    <dgm:pt modelId="{316E3DEE-071F-495C-81A0-8A9F8C6C408A}" type="pres">
      <dgm:prSet presAssocID="{8869C5BA-6A4F-450E-8A0A-6A8ABC502986}" presName="sibTrans" presStyleCnt="0"/>
      <dgm:spPr/>
    </dgm:pt>
    <dgm:pt modelId="{735651E3-7B57-4BD4-B913-676F8192126A}" type="pres">
      <dgm:prSet presAssocID="{581518A3-77D8-414A-9337-2E8E03B20615}" presName="compNode" presStyleCnt="0"/>
      <dgm:spPr/>
    </dgm:pt>
    <dgm:pt modelId="{84DE4A54-6C11-4098-BCD0-EE3EED8F4C67}" type="pres">
      <dgm:prSet presAssocID="{581518A3-77D8-414A-9337-2E8E03B20615}" presName="bgRect" presStyleLbl="bgShp" presStyleIdx="3" presStyleCnt="4"/>
      <dgm:spPr/>
    </dgm:pt>
    <dgm:pt modelId="{A9AECD12-40E5-4F07-B3BA-5355B62ADFC8}" type="pres">
      <dgm:prSet presAssocID="{581518A3-77D8-414A-9337-2E8E03B2061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ódigo de Barras"/>
        </a:ext>
      </dgm:extLst>
    </dgm:pt>
    <dgm:pt modelId="{C4688671-E86B-43CF-9268-9619B439E41B}" type="pres">
      <dgm:prSet presAssocID="{581518A3-77D8-414A-9337-2E8E03B20615}" presName="spaceRect" presStyleCnt="0"/>
      <dgm:spPr/>
    </dgm:pt>
    <dgm:pt modelId="{80066993-8E8D-4308-8479-5563A84CE219}" type="pres">
      <dgm:prSet presAssocID="{581518A3-77D8-414A-9337-2E8E03B2061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7ACD45E-4948-42DE-92F6-9B60CDABEF59}" type="presOf" srcId="{ED225538-6825-4737-8B7A-B38B24299F6B}" destId="{92967F6B-EABF-4C51-B16E-A230B4BCFB38}" srcOrd="0" destOrd="0" presId="urn:microsoft.com/office/officeart/2018/2/layout/IconVerticalSolidList"/>
    <dgm:cxn modelId="{6DE7F04A-F0EB-4F1C-A7B6-F766735C1B3A}" srcId="{ED225538-6825-4737-8B7A-B38B24299F6B}" destId="{4CD251CB-9D81-4346-9218-E0AC82102F23}" srcOrd="2" destOrd="0" parTransId="{C05AB0BB-2503-4C4C-B3BD-F6596F43FBAC}" sibTransId="{8869C5BA-6A4F-450E-8A0A-6A8ABC502986}"/>
    <dgm:cxn modelId="{73E1F0A3-AE6F-4AC0-BF0B-F0E8D942EEA6}" srcId="{ED225538-6825-4737-8B7A-B38B24299F6B}" destId="{581518A3-77D8-414A-9337-2E8E03B20615}" srcOrd="3" destOrd="0" parTransId="{5F68B751-A388-4947-852A-232D94977BA0}" sibTransId="{0487C55C-08CE-4651-95F5-734A8CF50E35}"/>
    <dgm:cxn modelId="{5808F4B7-2021-47B1-B012-80B041F43131}" type="presOf" srcId="{4CD251CB-9D81-4346-9218-E0AC82102F23}" destId="{BFF7D76D-433B-4227-9FC2-72E1A3B8A5BC}" srcOrd="0" destOrd="0" presId="urn:microsoft.com/office/officeart/2018/2/layout/IconVerticalSolidList"/>
    <dgm:cxn modelId="{28907CBA-FBA9-40A7-A402-3CE67F86A7BD}" type="presOf" srcId="{1A97F044-A367-468C-A7D2-E1288A75C63E}" destId="{BC014A0D-7981-4A9B-8FED-D0A8D7D14FDA}" srcOrd="0" destOrd="0" presId="urn:microsoft.com/office/officeart/2018/2/layout/IconVerticalSolidList"/>
    <dgm:cxn modelId="{1FE45DC5-1BBD-48BD-888B-F0EEFA99DB4F}" srcId="{ED225538-6825-4737-8B7A-B38B24299F6B}" destId="{1A97F044-A367-468C-A7D2-E1288A75C63E}" srcOrd="0" destOrd="0" parTransId="{0CFD46E0-4796-443E-847C-6E3E00BD3714}" sibTransId="{2728EC29-12F1-4EB1-994B-A88E0685CF68}"/>
    <dgm:cxn modelId="{BBA151CD-1D3E-474B-B3E8-AF15FA1133EA}" type="presOf" srcId="{BFB055F7-0A7E-4A0D-9245-DFB2BB41C54F}" destId="{F8BCEC8B-1AD9-42AE-807A-4799157BFDF3}" srcOrd="0" destOrd="0" presId="urn:microsoft.com/office/officeart/2018/2/layout/IconVerticalSolidList"/>
    <dgm:cxn modelId="{5D2480D0-9246-4EA3-946B-60928A673881}" srcId="{ED225538-6825-4737-8B7A-B38B24299F6B}" destId="{BFB055F7-0A7E-4A0D-9245-DFB2BB41C54F}" srcOrd="1" destOrd="0" parTransId="{5CADD767-DC84-47E1-8BAD-A136EBD80520}" sibTransId="{F3570A7C-BCFF-4104-BD77-66E398A36AAF}"/>
    <dgm:cxn modelId="{44A49ED7-0FCD-473E-98F7-D5991DF1B5E4}" type="presOf" srcId="{581518A3-77D8-414A-9337-2E8E03B20615}" destId="{80066993-8E8D-4308-8479-5563A84CE219}" srcOrd="0" destOrd="0" presId="urn:microsoft.com/office/officeart/2018/2/layout/IconVerticalSolidList"/>
    <dgm:cxn modelId="{D2D42823-74CB-4A5F-8F13-3E956124575E}" type="presParOf" srcId="{92967F6B-EABF-4C51-B16E-A230B4BCFB38}" destId="{51FF8724-31E5-4459-B97D-7FA259210CBB}" srcOrd="0" destOrd="0" presId="urn:microsoft.com/office/officeart/2018/2/layout/IconVerticalSolidList"/>
    <dgm:cxn modelId="{085CD6A6-B194-47D0-B776-499E00EEFC5D}" type="presParOf" srcId="{51FF8724-31E5-4459-B97D-7FA259210CBB}" destId="{0F0D9ED8-308F-4544-AED9-B537ED234D3A}" srcOrd="0" destOrd="0" presId="urn:microsoft.com/office/officeart/2018/2/layout/IconVerticalSolidList"/>
    <dgm:cxn modelId="{843DAA31-1694-4738-8E99-A420F7E193E2}" type="presParOf" srcId="{51FF8724-31E5-4459-B97D-7FA259210CBB}" destId="{A7736BA5-ECA7-442A-A4E1-CA56328F4349}" srcOrd="1" destOrd="0" presId="urn:microsoft.com/office/officeart/2018/2/layout/IconVerticalSolidList"/>
    <dgm:cxn modelId="{FA640FBF-4EB0-46A0-9E8C-F418C16F57F7}" type="presParOf" srcId="{51FF8724-31E5-4459-B97D-7FA259210CBB}" destId="{A80AEBAF-C293-43EC-B483-D54E705CEA4C}" srcOrd="2" destOrd="0" presId="urn:microsoft.com/office/officeart/2018/2/layout/IconVerticalSolidList"/>
    <dgm:cxn modelId="{CBC89B1D-2094-4364-A57F-4BCBAB10BCD1}" type="presParOf" srcId="{51FF8724-31E5-4459-B97D-7FA259210CBB}" destId="{BC014A0D-7981-4A9B-8FED-D0A8D7D14FDA}" srcOrd="3" destOrd="0" presId="urn:microsoft.com/office/officeart/2018/2/layout/IconVerticalSolidList"/>
    <dgm:cxn modelId="{00E5633A-14EF-4CD8-88F6-A0E921842AD5}" type="presParOf" srcId="{92967F6B-EABF-4C51-B16E-A230B4BCFB38}" destId="{6B614DCB-56B8-4F80-9710-2CBC607C90EE}" srcOrd="1" destOrd="0" presId="urn:microsoft.com/office/officeart/2018/2/layout/IconVerticalSolidList"/>
    <dgm:cxn modelId="{8289FB03-D6CD-49CD-BB5E-6A256BC6C2C3}" type="presParOf" srcId="{92967F6B-EABF-4C51-B16E-A230B4BCFB38}" destId="{B70F3ADD-ECFA-4E6B-94C8-83CEAB789A73}" srcOrd="2" destOrd="0" presId="urn:microsoft.com/office/officeart/2018/2/layout/IconVerticalSolidList"/>
    <dgm:cxn modelId="{FB8E6924-ECDB-4E1E-B05D-EDABC270E135}" type="presParOf" srcId="{B70F3ADD-ECFA-4E6B-94C8-83CEAB789A73}" destId="{6152398F-7162-4F00-9818-7317997B6813}" srcOrd="0" destOrd="0" presId="urn:microsoft.com/office/officeart/2018/2/layout/IconVerticalSolidList"/>
    <dgm:cxn modelId="{D0CFFD7E-930D-4358-90FA-BA3D4A6776EF}" type="presParOf" srcId="{B70F3ADD-ECFA-4E6B-94C8-83CEAB789A73}" destId="{F27659E0-F88B-4EF0-AFAB-2ABE86D87491}" srcOrd="1" destOrd="0" presId="urn:microsoft.com/office/officeart/2018/2/layout/IconVerticalSolidList"/>
    <dgm:cxn modelId="{DCE2306E-B6C2-4304-91AA-E5DDF8954949}" type="presParOf" srcId="{B70F3ADD-ECFA-4E6B-94C8-83CEAB789A73}" destId="{1910F447-75BA-4C92-8ED0-7C72E0646B4A}" srcOrd="2" destOrd="0" presId="urn:microsoft.com/office/officeart/2018/2/layout/IconVerticalSolidList"/>
    <dgm:cxn modelId="{4EB4680A-3143-40D0-AF05-1D1439DF681C}" type="presParOf" srcId="{B70F3ADD-ECFA-4E6B-94C8-83CEAB789A73}" destId="{F8BCEC8B-1AD9-42AE-807A-4799157BFDF3}" srcOrd="3" destOrd="0" presId="urn:microsoft.com/office/officeart/2018/2/layout/IconVerticalSolidList"/>
    <dgm:cxn modelId="{62927B17-E8A1-4C93-B6B7-8EE8350295AB}" type="presParOf" srcId="{92967F6B-EABF-4C51-B16E-A230B4BCFB38}" destId="{6E1432F7-E47C-4D70-BAB5-10EA038BE5BC}" srcOrd="3" destOrd="0" presId="urn:microsoft.com/office/officeart/2018/2/layout/IconVerticalSolidList"/>
    <dgm:cxn modelId="{1B002D74-1F9C-4406-8638-501D71A0274D}" type="presParOf" srcId="{92967F6B-EABF-4C51-B16E-A230B4BCFB38}" destId="{BFA11D6F-7CE4-4C76-A92A-5DD78930FD7F}" srcOrd="4" destOrd="0" presId="urn:microsoft.com/office/officeart/2018/2/layout/IconVerticalSolidList"/>
    <dgm:cxn modelId="{FDF1F227-7CA7-47C5-BF86-206199A33566}" type="presParOf" srcId="{BFA11D6F-7CE4-4C76-A92A-5DD78930FD7F}" destId="{C6603921-2C82-4DB7-A3B0-9F981CFF9225}" srcOrd="0" destOrd="0" presId="urn:microsoft.com/office/officeart/2018/2/layout/IconVerticalSolidList"/>
    <dgm:cxn modelId="{D3CA9AF3-C2D9-41FB-9BEA-E0C3900F38EB}" type="presParOf" srcId="{BFA11D6F-7CE4-4C76-A92A-5DD78930FD7F}" destId="{212643F9-63F3-455E-8D4F-12F9A461939D}" srcOrd="1" destOrd="0" presId="urn:microsoft.com/office/officeart/2018/2/layout/IconVerticalSolidList"/>
    <dgm:cxn modelId="{5A3C73AB-922C-4AD2-B65A-C7835032D3FF}" type="presParOf" srcId="{BFA11D6F-7CE4-4C76-A92A-5DD78930FD7F}" destId="{0550E6A3-077E-41E1-9AC6-BF7DA25E6957}" srcOrd="2" destOrd="0" presId="urn:microsoft.com/office/officeart/2018/2/layout/IconVerticalSolidList"/>
    <dgm:cxn modelId="{47BE897E-AD12-410B-A40B-2BD0552C0B02}" type="presParOf" srcId="{BFA11D6F-7CE4-4C76-A92A-5DD78930FD7F}" destId="{BFF7D76D-433B-4227-9FC2-72E1A3B8A5BC}" srcOrd="3" destOrd="0" presId="urn:microsoft.com/office/officeart/2018/2/layout/IconVerticalSolidList"/>
    <dgm:cxn modelId="{58526152-134E-4864-9E78-042B8B699F45}" type="presParOf" srcId="{92967F6B-EABF-4C51-B16E-A230B4BCFB38}" destId="{316E3DEE-071F-495C-81A0-8A9F8C6C408A}" srcOrd="5" destOrd="0" presId="urn:microsoft.com/office/officeart/2018/2/layout/IconVerticalSolidList"/>
    <dgm:cxn modelId="{72465DB2-73C8-4924-88E4-023D738700A7}" type="presParOf" srcId="{92967F6B-EABF-4C51-B16E-A230B4BCFB38}" destId="{735651E3-7B57-4BD4-B913-676F8192126A}" srcOrd="6" destOrd="0" presId="urn:microsoft.com/office/officeart/2018/2/layout/IconVerticalSolidList"/>
    <dgm:cxn modelId="{41066D3B-6444-4126-9DBA-1A0B3AF07C8F}" type="presParOf" srcId="{735651E3-7B57-4BD4-B913-676F8192126A}" destId="{84DE4A54-6C11-4098-BCD0-EE3EED8F4C67}" srcOrd="0" destOrd="0" presId="urn:microsoft.com/office/officeart/2018/2/layout/IconVerticalSolidList"/>
    <dgm:cxn modelId="{C44A5F67-439F-473D-9E4D-8873C64FCC0A}" type="presParOf" srcId="{735651E3-7B57-4BD4-B913-676F8192126A}" destId="{A9AECD12-40E5-4F07-B3BA-5355B62ADFC8}" srcOrd="1" destOrd="0" presId="urn:microsoft.com/office/officeart/2018/2/layout/IconVerticalSolidList"/>
    <dgm:cxn modelId="{B2B57727-71AC-44DC-9D88-8FFB16FBC8F4}" type="presParOf" srcId="{735651E3-7B57-4BD4-B913-676F8192126A}" destId="{C4688671-E86B-43CF-9268-9619B439E41B}" srcOrd="2" destOrd="0" presId="urn:microsoft.com/office/officeart/2018/2/layout/IconVerticalSolidList"/>
    <dgm:cxn modelId="{0417C70D-3B12-4157-8EDE-EB24BD29D113}" type="presParOf" srcId="{735651E3-7B57-4BD4-B913-676F8192126A}" destId="{80066993-8E8D-4308-8479-5563A84CE2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A23E5DE-8D9F-41B6-8CD8-8190545EA83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FF2F712-4FEA-47B1-92F6-1A0E257A4D58}">
      <dgm:prSet/>
      <dgm:spPr/>
      <dgm:t>
        <a:bodyPr/>
        <a:lstStyle/>
        <a:p>
          <a:pPr>
            <a:defRPr cap="all"/>
          </a:pPr>
          <a:r>
            <a:rPr lang="en-US"/>
            <a:t>Goal: run a container, inspect it, and understand basic isolation</a:t>
          </a:r>
        </a:p>
      </dgm:t>
    </dgm:pt>
    <dgm:pt modelId="{676E4CE2-BA35-45E7-9837-6E11FF506089}" type="parTrans" cxnId="{44873D11-6CCA-45A8-87C2-95B62348D7E5}">
      <dgm:prSet/>
      <dgm:spPr/>
      <dgm:t>
        <a:bodyPr/>
        <a:lstStyle/>
        <a:p>
          <a:endParaRPr lang="en-US"/>
        </a:p>
      </dgm:t>
    </dgm:pt>
    <dgm:pt modelId="{178CF764-E27B-445B-8711-B9D399778EA6}" type="sibTrans" cxnId="{44873D11-6CCA-45A8-87C2-95B62348D7E5}">
      <dgm:prSet/>
      <dgm:spPr/>
      <dgm:t>
        <a:bodyPr/>
        <a:lstStyle/>
        <a:p>
          <a:endParaRPr lang="en-US"/>
        </a:p>
      </dgm:t>
    </dgm:pt>
    <dgm:pt modelId="{2ADBC663-3F86-4C03-9B72-55E9EFE013F6}">
      <dgm:prSet/>
      <dgm:spPr/>
      <dgm:t>
        <a:bodyPr/>
        <a:lstStyle/>
        <a:p>
          <a:pPr>
            <a:defRPr cap="all"/>
          </a:pPr>
          <a:r>
            <a:rPr lang="en-US"/>
            <a:t>Use an official image and core Docker commands</a:t>
          </a:r>
        </a:p>
      </dgm:t>
    </dgm:pt>
    <dgm:pt modelId="{48893BAE-C8FE-4CE0-A8B3-32CFD2B66B07}" type="parTrans" cxnId="{E71F4239-BE6C-4F78-88DD-3D91E8C2EB25}">
      <dgm:prSet/>
      <dgm:spPr/>
      <dgm:t>
        <a:bodyPr/>
        <a:lstStyle/>
        <a:p>
          <a:endParaRPr lang="en-US"/>
        </a:p>
      </dgm:t>
    </dgm:pt>
    <dgm:pt modelId="{77FE1F7E-F7DF-49B5-96F0-0A9A74C6EF23}" type="sibTrans" cxnId="{E71F4239-BE6C-4F78-88DD-3D91E8C2EB25}">
      <dgm:prSet/>
      <dgm:spPr/>
      <dgm:t>
        <a:bodyPr/>
        <a:lstStyle/>
        <a:p>
          <a:endParaRPr lang="en-US"/>
        </a:p>
      </dgm:t>
    </dgm:pt>
    <dgm:pt modelId="{654C9A2E-8894-4A13-848A-30BAF3182FA5}">
      <dgm:prSet/>
      <dgm:spPr/>
      <dgm:t>
        <a:bodyPr/>
        <a:lstStyle/>
        <a:p>
          <a:pPr>
            <a:defRPr cap="all"/>
          </a:pPr>
          <a:r>
            <a:rPr lang="en-US"/>
            <a:t>Focus: containers are processes + isolated filesystem + isolated network namespace</a:t>
          </a:r>
        </a:p>
      </dgm:t>
    </dgm:pt>
    <dgm:pt modelId="{BD8AC9E8-B21D-4611-B787-9A199B212496}" type="parTrans" cxnId="{17F767E3-256E-4252-8C28-D3D9BB961450}">
      <dgm:prSet/>
      <dgm:spPr/>
      <dgm:t>
        <a:bodyPr/>
        <a:lstStyle/>
        <a:p>
          <a:endParaRPr lang="en-US"/>
        </a:p>
      </dgm:t>
    </dgm:pt>
    <dgm:pt modelId="{8797AEA8-AEC1-4892-863B-B795BC6BECB2}" type="sibTrans" cxnId="{17F767E3-256E-4252-8C28-D3D9BB961450}">
      <dgm:prSet/>
      <dgm:spPr/>
      <dgm:t>
        <a:bodyPr/>
        <a:lstStyle/>
        <a:p>
          <a:endParaRPr lang="en-US"/>
        </a:p>
      </dgm:t>
    </dgm:pt>
    <dgm:pt modelId="{70D3CC5F-12F8-4757-8CB1-A5FF66B76F02}" type="pres">
      <dgm:prSet presAssocID="{1A23E5DE-8D9F-41B6-8CD8-8190545EA83D}" presName="root" presStyleCnt="0">
        <dgm:presLayoutVars>
          <dgm:dir/>
          <dgm:resizeHandles val="exact"/>
        </dgm:presLayoutVars>
      </dgm:prSet>
      <dgm:spPr/>
    </dgm:pt>
    <dgm:pt modelId="{6E64E473-E8FE-4F86-B1AC-7B52C5DF138D}" type="pres">
      <dgm:prSet presAssocID="{7FF2F712-4FEA-47B1-92F6-1A0E257A4D58}" presName="compNode" presStyleCnt="0"/>
      <dgm:spPr/>
    </dgm:pt>
    <dgm:pt modelId="{318B8F4D-2AB2-4CCA-8F6E-BC39A083FA6C}" type="pres">
      <dgm:prSet presAssocID="{7FF2F712-4FEA-47B1-92F6-1A0E257A4D58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710431B-AB1A-4D48-99B6-0016D4ECD9D3}" type="pres">
      <dgm:prSet presAssocID="{7FF2F712-4FEA-47B1-92F6-1A0E257A4D5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 Polo player"/>
        </a:ext>
      </dgm:extLst>
    </dgm:pt>
    <dgm:pt modelId="{47F3FA2E-3539-4406-84A5-A555DA9FF5F8}" type="pres">
      <dgm:prSet presAssocID="{7FF2F712-4FEA-47B1-92F6-1A0E257A4D58}" presName="spaceRect" presStyleCnt="0"/>
      <dgm:spPr/>
    </dgm:pt>
    <dgm:pt modelId="{A37482A6-5D5D-487B-90B8-C0479782644C}" type="pres">
      <dgm:prSet presAssocID="{7FF2F712-4FEA-47B1-92F6-1A0E257A4D58}" presName="textRect" presStyleLbl="revTx" presStyleIdx="0" presStyleCnt="3">
        <dgm:presLayoutVars>
          <dgm:chMax val="1"/>
          <dgm:chPref val="1"/>
        </dgm:presLayoutVars>
      </dgm:prSet>
      <dgm:spPr/>
    </dgm:pt>
    <dgm:pt modelId="{A8F0FBBF-AD87-4786-A1D5-CB6B79C8DD32}" type="pres">
      <dgm:prSet presAssocID="{178CF764-E27B-445B-8711-B9D399778EA6}" presName="sibTrans" presStyleCnt="0"/>
      <dgm:spPr/>
    </dgm:pt>
    <dgm:pt modelId="{9CD3D1C5-1957-43EA-836E-C9643A9850D3}" type="pres">
      <dgm:prSet presAssocID="{2ADBC663-3F86-4C03-9B72-55E9EFE013F6}" presName="compNode" presStyleCnt="0"/>
      <dgm:spPr/>
    </dgm:pt>
    <dgm:pt modelId="{C20BF99A-1A4B-4CBA-AD01-D6CC587C88CC}" type="pres">
      <dgm:prSet presAssocID="{2ADBC663-3F86-4C03-9B72-55E9EFE013F6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BACEF7B-8688-4185-AF43-3F2271B329AB}" type="pres">
      <dgm:prSet presAssocID="{2ADBC663-3F86-4C03-9B72-55E9EFE013F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79DF046D-7F06-492B-97FE-E7D7670DFBC9}" type="pres">
      <dgm:prSet presAssocID="{2ADBC663-3F86-4C03-9B72-55E9EFE013F6}" presName="spaceRect" presStyleCnt="0"/>
      <dgm:spPr/>
    </dgm:pt>
    <dgm:pt modelId="{2FED3B47-430E-4460-BF9E-6DE95A738573}" type="pres">
      <dgm:prSet presAssocID="{2ADBC663-3F86-4C03-9B72-55E9EFE013F6}" presName="textRect" presStyleLbl="revTx" presStyleIdx="1" presStyleCnt="3">
        <dgm:presLayoutVars>
          <dgm:chMax val="1"/>
          <dgm:chPref val="1"/>
        </dgm:presLayoutVars>
      </dgm:prSet>
      <dgm:spPr/>
    </dgm:pt>
    <dgm:pt modelId="{B677F1FD-7DC9-404A-8F5C-13E873D44A7D}" type="pres">
      <dgm:prSet presAssocID="{77FE1F7E-F7DF-49B5-96F0-0A9A74C6EF23}" presName="sibTrans" presStyleCnt="0"/>
      <dgm:spPr/>
    </dgm:pt>
    <dgm:pt modelId="{A4C5D2F8-89DA-4F01-82E7-BD6B041A8937}" type="pres">
      <dgm:prSet presAssocID="{654C9A2E-8894-4A13-848A-30BAF3182FA5}" presName="compNode" presStyleCnt="0"/>
      <dgm:spPr/>
    </dgm:pt>
    <dgm:pt modelId="{E20E3FD3-D809-474F-8C77-5347090B3E46}" type="pres">
      <dgm:prSet presAssocID="{654C9A2E-8894-4A13-848A-30BAF3182FA5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9C25D2D-508F-4B53-B22A-96E5E6F538D8}" type="pres">
      <dgm:prSet presAssocID="{654C9A2E-8894-4A13-848A-30BAF3182F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E0BB4E16-8265-4EFF-9AE5-36EA8AB93279}" type="pres">
      <dgm:prSet presAssocID="{654C9A2E-8894-4A13-848A-30BAF3182FA5}" presName="spaceRect" presStyleCnt="0"/>
      <dgm:spPr/>
    </dgm:pt>
    <dgm:pt modelId="{B088ABD9-4FF6-4755-A5FE-508FB56920F6}" type="pres">
      <dgm:prSet presAssocID="{654C9A2E-8894-4A13-848A-30BAF3182FA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4873D11-6CCA-45A8-87C2-95B62348D7E5}" srcId="{1A23E5DE-8D9F-41B6-8CD8-8190545EA83D}" destId="{7FF2F712-4FEA-47B1-92F6-1A0E257A4D58}" srcOrd="0" destOrd="0" parTransId="{676E4CE2-BA35-45E7-9837-6E11FF506089}" sibTransId="{178CF764-E27B-445B-8711-B9D399778EA6}"/>
    <dgm:cxn modelId="{E71F4239-BE6C-4F78-88DD-3D91E8C2EB25}" srcId="{1A23E5DE-8D9F-41B6-8CD8-8190545EA83D}" destId="{2ADBC663-3F86-4C03-9B72-55E9EFE013F6}" srcOrd="1" destOrd="0" parTransId="{48893BAE-C8FE-4CE0-A8B3-32CFD2B66B07}" sibTransId="{77FE1F7E-F7DF-49B5-96F0-0A9A74C6EF23}"/>
    <dgm:cxn modelId="{FC834873-EC37-44DE-B058-E5376B13D117}" type="presOf" srcId="{1A23E5DE-8D9F-41B6-8CD8-8190545EA83D}" destId="{70D3CC5F-12F8-4757-8CB1-A5FF66B76F02}" srcOrd="0" destOrd="0" presId="urn:microsoft.com/office/officeart/2018/5/layout/IconLeafLabelList"/>
    <dgm:cxn modelId="{757E639C-FDB6-4D1A-AF4B-AD67175FE567}" type="presOf" srcId="{654C9A2E-8894-4A13-848A-30BAF3182FA5}" destId="{B088ABD9-4FF6-4755-A5FE-508FB56920F6}" srcOrd="0" destOrd="0" presId="urn:microsoft.com/office/officeart/2018/5/layout/IconLeafLabelList"/>
    <dgm:cxn modelId="{17F767E3-256E-4252-8C28-D3D9BB961450}" srcId="{1A23E5DE-8D9F-41B6-8CD8-8190545EA83D}" destId="{654C9A2E-8894-4A13-848A-30BAF3182FA5}" srcOrd="2" destOrd="0" parTransId="{BD8AC9E8-B21D-4611-B787-9A199B212496}" sibTransId="{8797AEA8-AEC1-4892-863B-B795BC6BECB2}"/>
    <dgm:cxn modelId="{C19F26E5-6EE4-43AA-8F79-8BD3486FF79B}" type="presOf" srcId="{2ADBC663-3F86-4C03-9B72-55E9EFE013F6}" destId="{2FED3B47-430E-4460-BF9E-6DE95A738573}" srcOrd="0" destOrd="0" presId="urn:microsoft.com/office/officeart/2018/5/layout/IconLeafLabelList"/>
    <dgm:cxn modelId="{AADD72F9-6187-4D9A-A661-9B0A5E762B4E}" type="presOf" srcId="{7FF2F712-4FEA-47B1-92F6-1A0E257A4D58}" destId="{A37482A6-5D5D-487B-90B8-C0479782644C}" srcOrd="0" destOrd="0" presId="urn:microsoft.com/office/officeart/2018/5/layout/IconLeafLabelList"/>
    <dgm:cxn modelId="{AC6E2BE1-6128-48B9-8AF3-FA2EE16992F6}" type="presParOf" srcId="{70D3CC5F-12F8-4757-8CB1-A5FF66B76F02}" destId="{6E64E473-E8FE-4F86-B1AC-7B52C5DF138D}" srcOrd="0" destOrd="0" presId="urn:microsoft.com/office/officeart/2018/5/layout/IconLeafLabelList"/>
    <dgm:cxn modelId="{FF298D12-2345-4137-BFAD-0FA347ED8D45}" type="presParOf" srcId="{6E64E473-E8FE-4F86-B1AC-7B52C5DF138D}" destId="{318B8F4D-2AB2-4CCA-8F6E-BC39A083FA6C}" srcOrd="0" destOrd="0" presId="urn:microsoft.com/office/officeart/2018/5/layout/IconLeafLabelList"/>
    <dgm:cxn modelId="{00167252-45C1-4830-89A6-55E112E0A33D}" type="presParOf" srcId="{6E64E473-E8FE-4F86-B1AC-7B52C5DF138D}" destId="{6710431B-AB1A-4D48-99B6-0016D4ECD9D3}" srcOrd="1" destOrd="0" presId="urn:microsoft.com/office/officeart/2018/5/layout/IconLeafLabelList"/>
    <dgm:cxn modelId="{A2F7043F-3E7C-494C-85C8-DED4C587E293}" type="presParOf" srcId="{6E64E473-E8FE-4F86-B1AC-7B52C5DF138D}" destId="{47F3FA2E-3539-4406-84A5-A555DA9FF5F8}" srcOrd="2" destOrd="0" presId="urn:microsoft.com/office/officeart/2018/5/layout/IconLeafLabelList"/>
    <dgm:cxn modelId="{3C2D3B4F-7C38-4D9D-93D3-72885C6D28D9}" type="presParOf" srcId="{6E64E473-E8FE-4F86-B1AC-7B52C5DF138D}" destId="{A37482A6-5D5D-487B-90B8-C0479782644C}" srcOrd="3" destOrd="0" presId="urn:microsoft.com/office/officeart/2018/5/layout/IconLeafLabelList"/>
    <dgm:cxn modelId="{E4FB8F73-14F3-4A8B-851E-C666BD7501A7}" type="presParOf" srcId="{70D3CC5F-12F8-4757-8CB1-A5FF66B76F02}" destId="{A8F0FBBF-AD87-4786-A1D5-CB6B79C8DD32}" srcOrd="1" destOrd="0" presId="urn:microsoft.com/office/officeart/2018/5/layout/IconLeafLabelList"/>
    <dgm:cxn modelId="{CE65A110-86BA-42A5-B488-A2505831D3CE}" type="presParOf" srcId="{70D3CC5F-12F8-4757-8CB1-A5FF66B76F02}" destId="{9CD3D1C5-1957-43EA-836E-C9643A9850D3}" srcOrd="2" destOrd="0" presId="urn:microsoft.com/office/officeart/2018/5/layout/IconLeafLabelList"/>
    <dgm:cxn modelId="{B1F99DCB-452E-4D73-B12E-A9B48A4F3901}" type="presParOf" srcId="{9CD3D1C5-1957-43EA-836E-C9643A9850D3}" destId="{C20BF99A-1A4B-4CBA-AD01-D6CC587C88CC}" srcOrd="0" destOrd="0" presId="urn:microsoft.com/office/officeart/2018/5/layout/IconLeafLabelList"/>
    <dgm:cxn modelId="{62A67608-AE96-4B4A-A34D-82C51E1DFCEA}" type="presParOf" srcId="{9CD3D1C5-1957-43EA-836E-C9643A9850D3}" destId="{BBACEF7B-8688-4185-AF43-3F2271B329AB}" srcOrd="1" destOrd="0" presId="urn:microsoft.com/office/officeart/2018/5/layout/IconLeafLabelList"/>
    <dgm:cxn modelId="{E997EC32-D5B4-4863-9EB7-6148C9E295A8}" type="presParOf" srcId="{9CD3D1C5-1957-43EA-836E-C9643A9850D3}" destId="{79DF046D-7F06-492B-97FE-E7D7670DFBC9}" srcOrd="2" destOrd="0" presId="urn:microsoft.com/office/officeart/2018/5/layout/IconLeafLabelList"/>
    <dgm:cxn modelId="{7CE85CAD-6871-439B-B96F-FCF858EA5DE0}" type="presParOf" srcId="{9CD3D1C5-1957-43EA-836E-C9643A9850D3}" destId="{2FED3B47-430E-4460-BF9E-6DE95A738573}" srcOrd="3" destOrd="0" presId="urn:microsoft.com/office/officeart/2018/5/layout/IconLeafLabelList"/>
    <dgm:cxn modelId="{A52E4596-1800-44EA-AA8B-A7F3FE4B08E7}" type="presParOf" srcId="{70D3CC5F-12F8-4757-8CB1-A5FF66B76F02}" destId="{B677F1FD-7DC9-404A-8F5C-13E873D44A7D}" srcOrd="3" destOrd="0" presId="urn:microsoft.com/office/officeart/2018/5/layout/IconLeafLabelList"/>
    <dgm:cxn modelId="{7A9F7859-DC80-44C9-ADE3-DEC746C081FE}" type="presParOf" srcId="{70D3CC5F-12F8-4757-8CB1-A5FF66B76F02}" destId="{A4C5D2F8-89DA-4F01-82E7-BD6B041A8937}" srcOrd="4" destOrd="0" presId="urn:microsoft.com/office/officeart/2018/5/layout/IconLeafLabelList"/>
    <dgm:cxn modelId="{AE16CB33-E4EC-45FF-AD7F-CE63B62BB822}" type="presParOf" srcId="{A4C5D2F8-89DA-4F01-82E7-BD6B041A8937}" destId="{E20E3FD3-D809-474F-8C77-5347090B3E46}" srcOrd="0" destOrd="0" presId="urn:microsoft.com/office/officeart/2018/5/layout/IconLeafLabelList"/>
    <dgm:cxn modelId="{139F441F-2D4C-4900-A1FB-734A0B48C853}" type="presParOf" srcId="{A4C5D2F8-89DA-4F01-82E7-BD6B041A8937}" destId="{79C25D2D-508F-4B53-B22A-96E5E6F538D8}" srcOrd="1" destOrd="0" presId="urn:microsoft.com/office/officeart/2018/5/layout/IconLeafLabelList"/>
    <dgm:cxn modelId="{48EBD073-7D9F-45DB-8F93-AC5C04F13537}" type="presParOf" srcId="{A4C5D2F8-89DA-4F01-82E7-BD6B041A8937}" destId="{E0BB4E16-8265-4EFF-9AE5-36EA8AB93279}" srcOrd="2" destOrd="0" presId="urn:microsoft.com/office/officeart/2018/5/layout/IconLeafLabelList"/>
    <dgm:cxn modelId="{E613753F-9113-45CA-93B5-00671740FFE8}" type="presParOf" srcId="{A4C5D2F8-89DA-4F01-82E7-BD6B041A8937}" destId="{B088ABD9-4FF6-4755-A5FE-508FB56920F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01118AF4-2138-498C-9316-F06AC2ED37B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DBF019-4384-4BA3-BD4C-C2F8C9D356EC}">
      <dgm:prSet/>
      <dgm:spPr/>
      <dgm:t>
        <a:bodyPr/>
        <a:lstStyle/>
        <a:p>
          <a:r>
            <a:rPr lang="en-US"/>
            <a:t>Filesystem view differs from the host (root '/', /etc, /usr, ...)</a:t>
          </a:r>
        </a:p>
      </dgm:t>
    </dgm:pt>
    <dgm:pt modelId="{EC1620D3-DFC9-4986-A558-87AA7B1F7B43}" type="parTrans" cxnId="{3A6DC804-07AD-4DAE-9E5E-65F6EB275947}">
      <dgm:prSet/>
      <dgm:spPr/>
      <dgm:t>
        <a:bodyPr/>
        <a:lstStyle/>
        <a:p>
          <a:endParaRPr lang="en-US"/>
        </a:p>
      </dgm:t>
    </dgm:pt>
    <dgm:pt modelId="{E1D633D3-834B-4F23-A5E5-D21388797600}" type="sibTrans" cxnId="{3A6DC804-07AD-4DAE-9E5E-65F6EB275947}">
      <dgm:prSet/>
      <dgm:spPr/>
      <dgm:t>
        <a:bodyPr/>
        <a:lstStyle/>
        <a:p>
          <a:endParaRPr lang="en-US"/>
        </a:p>
      </dgm:t>
    </dgm:pt>
    <dgm:pt modelId="{EF5BD991-86AF-40D9-B480-F69E6B59CBFA}">
      <dgm:prSet/>
      <dgm:spPr/>
      <dgm:t>
        <a:bodyPr/>
        <a:lstStyle/>
        <a:p>
          <a:r>
            <a:rPr lang="en-US"/>
            <a:t>Kernel is shared (uname shows the host kernel)</a:t>
          </a:r>
        </a:p>
      </dgm:t>
    </dgm:pt>
    <dgm:pt modelId="{E62F2B04-8D59-4998-8819-62FFD096A346}" type="parTrans" cxnId="{87F21154-9265-464B-9E2C-439B505F416D}">
      <dgm:prSet/>
      <dgm:spPr/>
      <dgm:t>
        <a:bodyPr/>
        <a:lstStyle/>
        <a:p>
          <a:endParaRPr lang="en-US"/>
        </a:p>
      </dgm:t>
    </dgm:pt>
    <dgm:pt modelId="{5610F56C-6736-4CF2-B827-3295C349C86F}" type="sibTrans" cxnId="{87F21154-9265-464B-9E2C-439B505F416D}">
      <dgm:prSet/>
      <dgm:spPr/>
      <dgm:t>
        <a:bodyPr/>
        <a:lstStyle/>
        <a:p>
          <a:endParaRPr lang="en-US"/>
        </a:p>
      </dgm:t>
    </dgm:pt>
    <dgm:pt modelId="{C81DDEBA-165E-41D4-9169-85DFF2E6F9A6}">
      <dgm:prSet/>
      <dgm:spPr/>
      <dgm:t>
        <a:bodyPr/>
        <a:lstStyle/>
        <a:p>
          <a:r>
            <a:rPr lang="en-US"/>
            <a:t>docker inspect reveals mounts, network settings, and container metadata</a:t>
          </a:r>
        </a:p>
      </dgm:t>
    </dgm:pt>
    <dgm:pt modelId="{65A5B298-2DCA-4302-9452-04F03DB81FCB}" type="parTrans" cxnId="{B6F537AD-FD47-4EEA-BBC5-514A95DFE53C}">
      <dgm:prSet/>
      <dgm:spPr/>
      <dgm:t>
        <a:bodyPr/>
        <a:lstStyle/>
        <a:p>
          <a:endParaRPr lang="en-US"/>
        </a:p>
      </dgm:t>
    </dgm:pt>
    <dgm:pt modelId="{AF1D2EBE-85C2-4FDD-B2CF-38C160B01593}" type="sibTrans" cxnId="{B6F537AD-FD47-4EEA-BBC5-514A95DFE53C}">
      <dgm:prSet/>
      <dgm:spPr/>
      <dgm:t>
        <a:bodyPr/>
        <a:lstStyle/>
        <a:p>
          <a:endParaRPr lang="en-US"/>
        </a:p>
      </dgm:t>
    </dgm:pt>
    <dgm:pt modelId="{C4736411-E677-483A-8A59-1BF14CAC3C91}" type="pres">
      <dgm:prSet presAssocID="{01118AF4-2138-498C-9316-F06AC2ED37BE}" presName="linear" presStyleCnt="0">
        <dgm:presLayoutVars>
          <dgm:animLvl val="lvl"/>
          <dgm:resizeHandles val="exact"/>
        </dgm:presLayoutVars>
      </dgm:prSet>
      <dgm:spPr/>
    </dgm:pt>
    <dgm:pt modelId="{DE334BD5-D463-4D5B-9F7C-823E84720D01}" type="pres">
      <dgm:prSet presAssocID="{29DBF019-4384-4BA3-BD4C-C2F8C9D356E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1A96633-495E-4BA5-9F50-0BDFBE3329A2}" type="pres">
      <dgm:prSet presAssocID="{E1D633D3-834B-4F23-A5E5-D21388797600}" presName="spacer" presStyleCnt="0"/>
      <dgm:spPr/>
    </dgm:pt>
    <dgm:pt modelId="{F33456F3-22A2-43B7-8772-C4243C801C36}" type="pres">
      <dgm:prSet presAssocID="{EF5BD991-86AF-40D9-B480-F69E6B59CBF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49D98EB-47CB-4C7D-BCA5-100F1270826A}" type="pres">
      <dgm:prSet presAssocID="{5610F56C-6736-4CF2-B827-3295C349C86F}" presName="spacer" presStyleCnt="0"/>
      <dgm:spPr/>
    </dgm:pt>
    <dgm:pt modelId="{14149AC8-D1D6-45A5-A601-E9AEB0F2B138}" type="pres">
      <dgm:prSet presAssocID="{C81DDEBA-165E-41D4-9169-85DFF2E6F9A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A6DC804-07AD-4DAE-9E5E-65F6EB275947}" srcId="{01118AF4-2138-498C-9316-F06AC2ED37BE}" destId="{29DBF019-4384-4BA3-BD4C-C2F8C9D356EC}" srcOrd="0" destOrd="0" parTransId="{EC1620D3-DFC9-4986-A558-87AA7B1F7B43}" sibTransId="{E1D633D3-834B-4F23-A5E5-D21388797600}"/>
    <dgm:cxn modelId="{2A835B0F-735A-45C9-A0D1-AB275E3837C9}" type="presOf" srcId="{EF5BD991-86AF-40D9-B480-F69E6B59CBFA}" destId="{F33456F3-22A2-43B7-8772-C4243C801C36}" srcOrd="0" destOrd="0" presId="urn:microsoft.com/office/officeart/2005/8/layout/vList2"/>
    <dgm:cxn modelId="{4EEC4C1F-7282-439D-9C11-80A57F6764CE}" type="presOf" srcId="{29DBF019-4384-4BA3-BD4C-C2F8C9D356EC}" destId="{DE334BD5-D463-4D5B-9F7C-823E84720D01}" srcOrd="0" destOrd="0" presId="urn:microsoft.com/office/officeart/2005/8/layout/vList2"/>
    <dgm:cxn modelId="{4604B51F-8CEA-47E2-A811-03BA00064B17}" type="presOf" srcId="{01118AF4-2138-498C-9316-F06AC2ED37BE}" destId="{C4736411-E677-483A-8A59-1BF14CAC3C91}" srcOrd="0" destOrd="0" presId="urn:microsoft.com/office/officeart/2005/8/layout/vList2"/>
    <dgm:cxn modelId="{87F21154-9265-464B-9E2C-439B505F416D}" srcId="{01118AF4-2138-498C-9316-F06AC2ED37BE}" destId="{EF5BD991-86AF-40D9-B480-F69E6B59CBFA}" srcOrd="1" destOrd="0" parTransId="{E62F2B04-8D59-4998-8819-62FFD096A346}" sibTransId="{5610F56C-6736-4CF2-B827-3295C349C86F}"/>
    <dgm:cxn modelId="{B6F537AD-FD47-4EEA-BBC5-514A95DFE53C}" srcId="{01118AF4-2138-498C-9316-F06AC2ED37BE}" destId="{C81DDEBA-165E-41D4-9169-85DFF2E6F9A6}" srcOrd="2" destOrd="0" parTransId="{65A5B298-2DCA-4302-9452-04F03DB81FCB}" sibTransId="{AF1D2EBE-85C2-4FDD-B2CF-38C160B01593}"/>
    <dgm:cxn modelId="{995838E9-3620-43CF-8BFB-F44EB05365DC}" type="presOf" srcId="{C81DDEBA-165E-41D4-9169-85DFF2E6F9A6}" destId="{14149AC8-D1D6-45A5-A601-E9AEB0F2B138}" srcOrd="0" destOrd="0" presId="urn:microsoft.com/office/officeart/2005/8/layout/vList2"/>
    <dgm:cxn modelId="{51B3E684-DFE4-4586-B952-088662F3A25F}" type="presParOf" srcId="{C4736411-E677-483A-8A59-1BF14CAC3C91}" destId="{DE334BD5-D463-4D5B-9F7C-823E84720D01}" srcOrd="0" destOrd="0" presId="urn:microsoft.com/office/officeart/2005/8/layout/vList2"/>
    <dgm:cxn modelId="{313B1650-A17B-4DFD-A436-F5B64C3458F6}" type="presParOf" srcId="{C4736411-E677-483A-8A59-1BF14CAC3C91}" destId="{51A96633-495E-4BA5-9F50-0BDFBE3329A2}" srcOrd="1" destOrd="0" presId="urn:microsoft.com/office/officeart/2005/8/layout/vList2"/>
    <dgm:cxn modelId="{63F0F188-C35B-4186-85AD-2DA5DD2261C3}" type="presParOf" srcId="{C4736411-E677-483A-8A59-1BF14CAC3C91}" destId="{F33456F3-22A2-43B7-8772-C4243C801C36}" srcOrd="2" destOrd="0" presId="urn:microsoft.com/office/officeart/2005/8/layout/vList2"/>
    <dgm:cxn modelId="{DE8EC45D-DE66-47F1-A7C5-FBE655273068}" type="presParOf" srcId="{C4736411-E677-483A-8A59-1BF14CAC3C91}" destId="{149D98EB-47CB-4C7D-BCA5-100F1270826A}" srcOrd="3" destOrd="0" presId="urn:microsoft.com/office/officeart/2005/8/layout/vList2"/>
    <dgm:cxn modelId="{C0FD06A0-FB9F-4383-9131-6E9DFE0BDB71}" type="presParOf" srcId="{C4736411-E677-483A-8A59-1BF14CAC3C91}" destId="{14149AC8-D1D6-45A5-A601-E9AEB0F2B13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BE40D65F-C33D-4F50-A2ED-614EEBE0BF7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F8B5B88-2F67-41D8-AD8F-50F3C06483C5}">
      <dgm:prSet/>
      <dgm:spPr/>
      <dgm:t>
        <a:bodyPr/>
        <a:lstStyle/>
        <a:p>
          <a:r>
            <a:rPr lang="en-US"/>
            <a:t>Goal: start a PostgreSQL database + a lightweight admin UI</a:t>
          </a:r>
        </a:p>
      </dgm:t>
    </dgm:pt>
    <dgm:pt modelId="{40D5C0ED-80D5-4D05-B358-EA9CF77B3228}" type="parTrans" cxnId="{D1F0D635-E123-48F3-9E73-C3C041E01006}">
      <dgm:prSet/>
      <dgm:spPr/>
      <dgm:t>
        <a:bodyPr/>
        <a:lstStyle/>
        <a:p>
          <a:endParaRPr lang="en-US"/>
        </a:p>
      </dgm:t>
    </dgm:pt>
    <dgm:pt modelId="{4C71EE0A-2A0C-430C-A4E3-D01CEA2B3AFE}" type="sibTrans" cxnId="{D1F0D635-E123-48F3-9E73-C3C041E01006}">
      <dgm:prSet/>
      <dgm:spPr/>
      <dgm:t>
        <a:bodyPr/>
        <a:lstStyle/>
        <a:p>
          <a:endParaRPr lang="en-US"/>
        </a:p>
      </dgm:t>
    </dgm:pt>
    <dgm:pt modelId="{64286591-A35B-42F4-A0EF-89567E8AA049}">
      <dgm:prSet/>
      <dgm:spPr/>
      <dgm:t>
        <a:bodyPr/>
        <a:lstStyle/>
        <a:p>
          <a:r>
            <a:rPr lang="en-US"/>
            <a:t>Learn: services, ports, volumes, and internal networking</a:t>
          </a:r>
        </a:p>
      </dgm:t>
    </dgm:pt>
    <dgm:pt modelId="{4A8F4FEF-E108-419E-BD22-9C63FEE19CD5}" type="parTrans" cxnId="{62AA33A2-86BB-4725-904F-12061878B675}">
      <dgm:prSet/>
      <dgm:spPr/>
      <dgm:t>
        <a:bodyPr/>
        <a:lstStyle/>
        <a:p>
          <a:endParaRPr lang="en-US"/>
        </a:p>
      </dgm:t>
    </dgm:pt>
    <dgm:pt modelId="{0A4ED9F1-E127-4268-BD70-969E2ECC9E76}" type="sibTrans" cxnId="{62AA33A2-86BB-4725-904F-12061878B675}">
      <dgm:prSet/>
      <dgm:spPr/>
      <dgm:t>
        <a:bodyPr/>
        <a:lstStyle/>
        <a:p>
          <a:endParaRPr lang="en-US"/>
        </a:p>
      </dgm:t>
    </dgm:pt>
    <dgm:pt modelId="{EC2FF27B-ECF4-417B-9142-8AC56A6B53DC}">
      <dgm:prSet/>
      <dgm:spPr/>
      <dgm:t>
        <a:bodyPr/>
        <a:lstStyle/>
        <a:p>
          <a:r>
            <a:rPr lang="en-US"/>
            <a:t>Outcome: confirm database persistence across container recreation</a:t>
          </a:r>
        </a:p>
      </dgm:t>
    </dgm:pt>
    <dgm:pt modelId="{69CB46A3-55A9-44DB-B4AF-E924A52734AF}" type="parTrans" cxnId="{B53BDFA0-801F-48FC-9280-E70BBBD0F6FF}">
      <dgm:prSet/>
      <dgm:spPr/>
      <dgm:t>
        <a:bodyPr/>
        <a:lstStyle/>
        <a:p>
          <a:endParaRPr lang="en-US"/>
        </a:p>
      </dgm:t>
    </dgm:pt>
    <dgm:pt modelId="{BE390C6B-895D-4441-8333-B54BC0D6CD4F}" type="sibTrans" cxnId="{B53BDFA0-801F-48FC-9280-E70BBBD0F6FF}">
      <dgm:prSet/>
      <dgm:spPr/>
      <dgm:t>
        <a:bodyPr/>
        <a:lstStyle/>
        <a:p>
          <a:endParaRPr lang="en-US"/>
        </a:p>
      </dgm:t>
    </dgm:pt>
    <dgm:pt modelId="{FE5DB4F7-D225-44CA-BBC9-0DAC1DD8167F}" type="pres">
      <dgm:prSet presAssocID="{BE40D65F-C33D-4F50-A2ED-614EEBE0BF7F}" presName="root" presStyleCnt="0">
        <dgm:presLayoutVars>
          <dgm:dir/>
          <dgm:resizeHandles val="exact"/>
        </dgm:presLayoutVars>
      </dgm:prSet>
      <dgm:spPr/>
    </dgm:pt>
    <dgm:pt modelId="{A6C86F22-3BDD-4065-B2A6-C77C9DCF800C}" type="pres">
      <dgm:prSet presAssocID="{6F8B5B88-2F67-41D8-AD8F-50F3C06483C5}" presName="compNode" presStyleCnt="0"/>
      <dgm:spPr/>
    </dgm:pt>
    <dgm:pt modelId="{E49A5A44-FC4E-48D6-92FF-C84A19A27654}" type="pres">
      <dgm:prSet presAssocID="{6F8B5B88-2F67-41D8-AD8F-50F3C06483C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6CD2DBC1-2FA8-4D69-AEA1-598128D83236}" type="pres">
      <dgm:prSet presAssocID="{6F8B5B88-2F67-41D8-AD8F-50F3C06483C5}" presName="spaceRect" presStyleCnt="0"/>
      <dgm:spPr/>
    </dgm:pt>
    <dgm:pt modelId="{E28EE230-19EA-40D5-B060-5A0A3B54929F}" type="pres">
      <dgm:prSet presAssocID="{6F8B5B88-2F67-41D8-AD8F-50F3C06483C5}" presName="textRect" presStyleLbl="revTx" presStyleIdx="0" presStyleCnt="3">
        <dgm:presLayoutVars>
          <dgm:chMax val="1"/>
          <dgm:chPref val="1"/>
        </dgm:presLayoutVars>
      </dgm:prSet>
      <dgm:spPr/>
    </dgm:pt>
    <dgm:pt modelId="{716AF1F9-BF14-4367-97B5-B32B1C4EE89A}" type="pres">
      <dgm:prSet presAssocID="{4C71EE0A-2A0C-430C-A4E3-D01CEA2B3AFE}" presName="sibTrans" presStyleCnt="0"/>
      <dgm:spPr/>
    </dgm:pt>
    <dgm:pt modelId="{2D1E6055-527B-433C-A1C0-6AC356190FF2}" type="pres">
      <dgm:prSet presAssocID="{64286591-A35B-42F4-A0EF-89567E8AA049}" presName="compNode" presStyleCnt="0"/>
      <dgm:spPr/>
    </dgm:pt>
    <dgm:pt modelId="{F3E0B2B2-09D5-4FF1-AD3B-43775A1BC2C4}" type="pres">
      <dgm:prSet presAssocID="{64286591-A35B-42F4-A0EF-89567E8AA0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F8C53156-2D76-401B-B9B0-901E54A05872}" type="pres">
      <dgm:prSet presAssocID="{64286591-A35B-42F4-A0EF-89567E8AA049}" presName="spaceRect" presStyleCnt="0"/>
      <dgm:spPr/>
    </dgm:pt>
    <dgm:pt modelId="{BEEAA8B8-6923-48F9-9A60-FF2F2BD347A0}" type="pres">
      <dgm:prSet presAssocID="{64286591-A35B-42F4-A0EF-89567E8AA049}" presName="textRect" presStyleLbl="revTx" presStyleIdx="1" presStyleCnt="3">
        <dgm:presLayoutVars>
          <dgm:chMax val="1"/>
          <dgm:chPref val="1"/>
        </dgm:presLayoutVars>
      </dgm:prSet>
      <dgm:spPr/>
    </dgm:pt>
    <dgm:pt modelId="{FE03911C-696B-4C6C-AEF9-16CB6188D4E9}" type="pres">
      <dgm:prSet presAssocID="{0A4ED9F1-E127-4268-BD70-969E2ECC9E76}" presName="sibTrans" presStyleCnt="0"/>
      <dgm:spPr/>
    </dgm:pt>
    <dgm:pt modelId="{2DABF12D-2B9B-46AA-99C4-49EE9B880B58}" type="pres">
      <dgm:prSet presAssocID="{EC2FF27B-ECF4-417B-9142-8AC56A6B53DC}" presName="compNode" presStyleCnt="0"/>
      <dgm:spPr/>
    </dgm:pt>
    <dgm:pt modelId="{A179ED8D-3E3C-470E-B23B-A6841DF3C027}" type="pres">
      <dgm:prSet presAssocID="{EC2FF27B-ECF4-417B-9142-8AC56A6B53D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1797623D-58A8-47C0-9769-C61CA214ED70}" type="pres">
      <dgm:prSet presAssocID="{EC2FF27B-ECF4-417B-9142-8AC56A6B53DC}" presName="spaceRect" presStyleCnt="0"/>
      <dgm:spPr/>
    </dgm:pt>
    <dgm:pt modelId="{7D4F6758-FCAC-40F5-80AD-5745563AB136}" type="pres">
      <dgm:prSet presAssocID="{EC2FF27B-ECF4-417B-9142-8AC56A6B53D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A75E203-0DB6-4A24-9B56-980D05E76D71}" type="presOf" srcId="{EC2FF27B-ECF4-417B-9142-8AC56A6B53DC}" destId="{7D4F6758-FCAC-40F5-80AD-5745563AB136}" srcOrd="0" destOrd="0" presId="urn:microsoft.com/office/officeart/2018/2/layout/IconLabelList"/>
    <dgm:cxn modelId="{D1F0D635-E123-48F3-9E73-C3C041E01006}" srcId="{BE40D65F-C33D-4F50-A2ED-614EEBE0BF7F}" destId="{6F8B5B88-2F67-41D8-AD8F-50F3C06483C5}" srcOrd="0" destOrd="0" parTransId="{40D5C0ED-80D5-4D05-B358-EA9CF77B3228}" sibTransId="{4C71EE0A-2A0C-430C-A4E3-D01CEA2B3AFE}"/>
    <dgm:cxn modelId="{370F9D63-0CDD-456A-A6FB-1DD2DEE61901}" type="presOf" srcId="{6F8B5B88-2F67-41D8-AD8F-50F3C06483C5}" destId="{E28EE230-19EA-40D5-B060-5A0A3B54929F}" srcOrd="0" destOrd="0" presId="urn:microsoft.com/office/officeart/2018/2/layout/IconLabelList"/>
    <dgm:cxn modelId="{B53BDFA0-801F-48FC-9280-E70BBBD0F6FF}" srcId="{BE40D65F-C33D-4F50-A2ED-614EEBE0BF7F}" destId="{EC2FF27B-ECF4-417B-9142-8AC56A6B53DC}" srcOrd="2" destOrd="0" parTransId="{69CB46A3-55A9-44DB-B4AF-E924A52734AF}" sibTransId="{BE390C6B-895D-4441-8333-B54BC0D6CD4F}"/>
    <dgm:cxn modelId="{62AA33A2-86BB-4725-904F-12061878B675}" srcId="{BE40D65F-C33D-4F50-A2ED-614EEBE0BF7F}" destId="{64286591-A35B-42F4-A0EF-89567E8AA049}" srcOrd="1" destOrd="0" parTransId="{4A8F4FEF-E108-419E-BD22-9C63FEE19CD5}" sibTransId="{0A4ED9F1-E127-4268-BD70-969E2ECC9E76}"/>
    <dgm:cxn modelId="{5026B2BF-4F8E-4D70-8BDA-F2FC384AE176}" type="presOf" srcId="{BE40D65F-C33D-4F50-A2ED-614EEBE0BF7F}" destId="{FE5DB4F7-D225-44CA-BBC9-0DAC1DD8167F}" srcOrd="0" destOrd="0" presId="urn:microsoft.com/office/officeart/2018/2/layout/IconLabelList"/>
    <dgm:cxn modelId="{4F0493D6-2243-45D1-AD49-2C5F2442A895}" type="presOf" srcId="{64286591-A35B-42F4-A0EF-89567E8AA049}" destId="{BEEAA8B8-6923-48F9-9A60-FF2F2BD347A0}" srcOrd="0" destOrd="0" presId="urn:microsoft.com/office/officeart/2018/2/layout/IconLabelList"/>
    <dgm:cxn modelId="{B00ACDCC-679A-400E-89E0-F2E17D179E5B}" type="presParOf" srcId="{FE5DB4F7-D225-44CA-BBC9-0DAC1DD8167F}" destId="{A6C86F22-3BDD-4065-B2A6-C77C9DCF800C}" srcOrd="0" destOrd="0" presId="urn:microsoft.com/office/officeart/2018/2/layout/IconLabelList"/>
    <dgm:cxn modelId="{0471C4B2-43A3-4D9A-94E2-6187533E516F}" type="presParOf" srcId="{A6C86F22-3BDD-4065-B2A6-C77C9DCF800C}" destId="{E49A5A44-FC4E-48D6-92FF-C84A19A27654}" srcOrd="0" destOrd="0" presId="urn:microsoft.com/office/officeart/2018/2/layout/IconLabelList"/>
    <dgm:cxn modelId="{F36E5495-4452-43A4-803A-CD5411223392}" type="presParOf" srcId="{A6C86F22-3BDD-4065-B2A6-C77C9DCF800C}" destId="{6CD2DBC1-2FA8-4D69-AEA1-598128D83236}" srcOrd="1" destOrd="0" presId="urn:microsoft.com/office/officeart/2018/2/layout/IconLabelList"/>
    <dgm:cxn modelId="{C0F06ADA-E6DE-4C64-9244-00518A0CFF40}" type="presParOf" srcId="{A6C86F22-3BDD-4065-B2A6-C77C9DCF800C}" destId="{E28EE230-19EA-40D5-B060-5A0A3B54929F}" srcOrd="2" destOrd="0" presId="urn:microsoft.com/office/officeart/2018/2/layout/IconLabelList"/>
    <dgm:cxn modelId="{EC883740-E81A-42AA-A6C0-3002A3B5F299}" type="presParOf" srcId="{FE5DB4F7-D225-44CA-BBC9-0DAC1DD8167F}" destId="{716AF1F9-BF14-4367-97B5-B32B1C4EE89A}" srcOrd="1" destOrd="0" presId="urn:microsoft.com/office/officeart/2018/2/layout/IconLabelList"/>
    <dgm:cxn modelId="{2FDD8DF9-087D-4AB2-B749-163BA9029EBB}" type="presParOf" srcId="{FE5DB4F7-D225-44CA-BBC9-0DAC1DD8167F}" destId="{2D1E6055-527B-433C-A1C0-6AC356190FF2}" srcOrd="2" destOrd="0" presId="urn:microsoft.com/office/officeart/2018/2/layout/IconLabelList"/>
    <dgm:cxn modelId="{B610D1DC-F6C8-4B38-88F9-95FC2AA72053}" type="presParOf" srcId="{2D1E6055-527B-433C-A1C0-6AC356190FF2}" destId="{F3E0B2B2-09D5-4FF1-AD3B-43775A1BC2C4}" srcOrd="0" destOrd="0" presId="urn:microsoft.com/office/officeart/2018/2/layout/IconLabelList"/>
    <dgm:cxn modelId="{F54CC94E-F960-430D-9E54-A397A852601C}" type="presParOf" srcId="{2D1E6055-527B-433C-A1C0-6AC356190FF2}" destId="{F8C53156-2D76-401B-B9B0-901E54A05872}" srcOrd="1" destOrd="0" presId="urn:microsoft.com/office/officeart/2018/2/layout/IconLabelList"/>
    <dgm:cxn modelId="{2673F0A5-59D7-452E-BE88-E82D819233E6}" type="presParOf" srcId="{2D1E6055-527B-433C-A1C0-6AC356190FF2}" destId="{BEEAA8B8-6923-48F9-9A60-FF2F2BD347A0}" srcOrd="2" destOrd="0" presId="urn:microsoft.com/office/officeart/2018/2/layout/IconLabelList"/>
    <dgm:cxn modelId="{B2325F06-3A42-41D0-AFF9-4154C7E74E38}" type="presParOf" srcId="{FE5DB4F7-D225-44CA-BBC9-0DAC1DD8167F}" destId="{FE03911C-696B-4C6C-AEF9-16CB6188D4E9}" srcOrd="3" destOrd="0" presId="urn:microsoft.com/office/officeart/2018/2/layout/IconLabelList"/>
    <dgm:cxn modelId="{82511767-460E-416E-8CBF-01CC58F9BA0E}" type="presParOf" srcId="{FE5DB4F7-D225-44CA-BBC9-0DAC1DD8167F}" destId="{2DABF12D-2B9B-46AA-99C4-49EE9B880B58}" srcOrd="4" destOrd="0" presId="urn:microsoft.com/office/officeart/2018/2/layout/IconLabelList"/>
    <dgm:cxn modelId="{54A881FC-52E8-4527-9747-983A96E0A3B3}" type="presParOf" srcId="{2DABF12D-2B9B-46AA-99C4-49EE9B880B58}" destId="{A179ED8D-3E3C-470E-B23B-A6841DF3C027}" srcOrd="0" destOrd="0" presId="urn:microsoft.com/office/officeart/2018/2/layout/IconLabelList"/>
    <dgm:cxn modelId="{9F651969-7B2E-4159-B24B-305EA25C2C62}" type="presParOf" srcId="{2DABF12D-2B9B-46AA-99C4-49EE9B880B58}" destId="{1797623D-58A8-47C0-9769-C61CA214ED70}" srcOrd="1" destOrd="0" presId="urn:microsoft.com/office/officeart/2018/2/layout/IconLabelList"/>
    <dgm:cxn modelId="{FDA951E2-DFDE-4617-99AB-AB86CE894205}" type="presParOf" srcId="{2DABF12D-2B9B-46AA-99C4-49EE9B880B58}" destId="{7D4F6758-FCAC-40F5-80AD-5745563AB13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C50BCF99-D77A-47C9-A277-F0AB582DFCF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2D456AD-DA78-439C-9D33-30D3EAC9A0C1}">
      <dgm:prSet/>
      <dgm:spPr/>
      <dgm:t>
        <a:bodyPr/>
        <a:lstStyle/>
        <a:p>
          <a:pPr>
            <a:defRPr cap="all"/>
          </a:pPr>
          <a:r>
            <a:rPr lang="en-US"/>
            <a:t>Service discovery: 'db' resolves via Compose DNS</a:t>
          </a:r>
        </a:p>
      </dgm:t>
    </dgm:pt>
    <dgm:pt modelId="{AC9816BA-ACCD-4E40-B0EB-F10A1C4DA57F}" type="parTrans" cxnId="{2E4BD123-A236-454C-AC96-CAFDF6DF250D}">
      <dgm:prSet/>
      <dgm:spPr/>
      <dgm:t>
        <a:bodyPr/>
        <a:lstStyle/>
        <a:p>
          <a:endParaRPr lang="en-US"/>
        </a:p>
      </dgm:t>
    </dgm:pt>
    <dgm:pt modelId="{AD444E2C-BAC7-4E98-819B-5319B799F96F}" type="sibTrans" cxnId="{2E4BD123-A236-454C-AC96-CAFDF6DF250D}">
      <dgm:prSet/>
      <dgm:spPr/>
      <dgm:t>
        <a:bodyPr/>
        <a:lstStyle/>
        <a:p>
          <a:endParaRPr lang="en-US"/>
        </a:p>
      </dgm:t>
    </dgm:pt>
    <dgm:pt modelId="{F5463DA7-144E-43CB-B808-97A5A1912FDD}">
      <dgm:prSet/>
      <dgm:spPr/>
      <dgm:t>
        <a:bodyPr/>
        <a:lstStyle/>
        <a:p>
          <a:pPr>
            <a:defRPr cap="all"/>
          </a:pPr>
          <a:r>
            <a:rPr lang="en-US"/>
            <a:t>Port mapping exposes container ports on the host</a:t>
          </a:r>
        </a:p>
      </dgm:t>
    </dgm:pt>
    <dgm:pt modelId="{53127E8D-50E5-45D6-BB13-09EBD1E0EF38}" type="parTrans" cxnId="{5216A493-E9A3-4FDF-A6E0-1B7503033498}">
      <dgm:prSet/>
      <dgm:spPr/>
      <dgm:t>
        <a:bodyPr/>
        <a:lstStyle/>
        <a:p>
          <a:endParaRPr lang="en-US"/>
        </a:p>
      </dgm:t>
    </dgm:pt>
    <dgm:pt modelId="{5D5F6671-6B52-49D0-92DF-1709D9A531A6}" type="sibTrans" cxnId="{5216A493-E9A3-4FDF-A6E0-1B7503033498}">
      <dgm:prSet/>
      <dgm:spPr/>
      <dgm:t>
        <a:bodyPr/>
        <a:lstStyle/>
        <a:p>
          <a:endParaRPr lang="en-US"/>
        </a:p>
      </dgm:t>
    </dgm:pt>
    <dgm:pt modelId="{F19B8C65-FB59-442B-B2F5-C0A6E526284C}">
      <dgm:prSet/>
      <dgm:spPr/>
      <dgm:t>
        <a:bodyPr/>
        <a:lstStyle/>
        <a:p>
          <a:pPr>
            <a:defRPr cap="all"/>
          </a:pPr>
          <a:r>
            <a:rPr lang="en-US"/>
            <a:t>Volumes persist state until you remove them explicitly (-v)</a:t>
          </a:r>
        </a:p>
      </dgm:t>
    </dgm:pt>
    <dgm:pt modelId="{25D9FDD4-FDB2-4E77-B7EB-3F7F1F74E86E}" type="parTrans" cxnId="{68968919-4AA5-489E-AA41-375BCD57C831}">
      <dgm:prSet/>
      <dgm:spPr/>
      <dgm:t>
        <a:bodyPr/>
        <a:lstStyle/>
        <a:p>
          <a:endParaRPr lang="en-US"/>
        </a:p>
      </dgm:t>
    </dgm:pt>
    <dgm:pt modelId="{B0D731E5-F106-4EC4-9AEA-65135FFC35C9}" type="sibTrans" cxnId="{68968919-4AA5-489E-AA41-375BCD57C831}">
      <dgm:prSet/>
      <dgm:spPr/>
      <dgm:t>
        <a:bodyPr/>
        <a:lstStyle/>
        <a:p>
          <a:endParaRPr lang="en-US"/>
        </a:p>
      </dgm:t>
    </dgm:pt>
    <dgm:pt modelId="{844CDCD5-2136-4E56-844A-3443A51024C2}">
      <dgm:prSet/>
      <dgm:spPr/>
      <dgm:t>
        <a:bodyPr/>
        <a:lstStyle/>
        <a:p>
          <a:pPr>
            <a:defRPr cap="all"/>
          </a:pPr>
          <a:r>
            <a:rPr lang="en-US"/>
            <a:t>Compose is ideal for local development and small deployments</a:t>
          </a:r>
        </a:p>
      </dgm:t>
    </dgm:pt>
    <dgm:pt modelId="{4D7BC526-1B99-4B0B-964C-B5BA8FC3E10A}" type="parTrans" cxnId="{CB0C7E80-0BD8-4BFE-8C6C-0D1CEC9081CE}">
      <dgm:prSet/>
      <dgm:spPr/>
      <dgm:t>
        <a:bodyPr/>
        <a:lstStyle/>
        <a:p>
          <a:endParaRPr lang="en-US"/>
        </a:p>
      </dgm:t>
    </dgm:pt>
    <dgm:pt modelId="{E4E8AF73-908B-4BFA-8057-2C1EC493AACB}" type="sibTrans" cxnId="{CB0C7E80-0BD8-4BFE-8C6C-0D1CEC9081CE}">
      <dgm:prSet/>
      <dgm:spPr/>
      <dgm:t>
        <a:bodyPr/>
        <a:lstStyle/>
        <a:p>
          <a:endParaRPr lang="en-US"/>
        </a:p>
      </dgm:t>
    </dgm:pt>
    <dgm:pt modelId="{9B22B0B4-5AE3-4ED2-AAF0-7DD003AFF704}" type="pres">
      <dgm:prSet presAssocID="{C50BCF99-D77A-47C9-A277-F0AB582DFCF3}" presName="root" presStyleCnt="0">
        <dgm:presLayoutVars>
          <dgm:dir/>
          <dgm:resizeHandles val="exact"/>
        </dgm:presLayoutVars>
      </dgm:prSet>
      <dgm:spPr/>
    </dgm:pt>
    <dgm:pt modelId="{343FEB33-E1E7-419C-AA6B-6030F94D80F4}" type="pres">
      <dgm:prSet presAssocID="{92D456AD-DA78-439C-9D33-30D3EAC9A0C1}" presName="compNode" presStyleCnt="0"/>
      <dgm:spPr/>
    </dgm:pt>
    <dgm:pt modelId="{A3FF38B1-18DE-47BC-803A-F61BA4851467}" type="pres">
      <dgm:prSet presAssocID="{92D456AD-DA78-439C-9D33-30D3EAC9A0C1}" presName="iconBgRect" presStyleLbl="bgShp" presStyleIdx="0" presStyleCnt="4"/>
      <dgm:spPr/>
    </dgm:pt>
    <dgm:pt modelId="{47D1B1AD-6077-41B7-9078-BD56117B9FD7}" type="pres">
      <dgm:prSet presAssocID="{92D456AD-DA78-439C-9D33-30D3EAC9A0C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FE5388C6-239B-4218-9E28-FEDE59454424}" type="pres">
      <dgm:prSet presAssocID="{92D456AD-DA78-439C-9D33-30D3EAC9A0C1}" presName="spaceRect" presStyleCnt="0"/>
      <dgm:spPr/>
    </dgm:pt>
    <dgm:pt modelId="{E51F608C-3AF1-475C-BE14-7179077AD5CF}" type="pres">
      <dgm:prSet presAssocID="{92D456AD-DA78-439C-9D33-30D3EAC9A0C1}" presName="textRect" presStyleLbl="revTx" presStyleIdx="0" presStyleCnt="4">
        <dgm:presLayoutVars>
          <dgm:chMax val="1"/>
          <dgm:chPref val="1"/>
        </dgm:presLayoutVars>
      </dgm:prSet>
      <dgm:spPr/>
    </dgm:pt>
    <dgm:pt modelId="{D4D3FE71-2542-465A-AF94-02A5DF615E39}" type="pres">
      <dgm:prSet presAssocID="{AD444E2C-BAC7-4E98-819B-5319B799F96F}" presName="sibTrans" presStyleCnt="0"/>
      <dgm:spPr/>
    </dgm:pt>
    <dgm:pt modelId="{565EB368-4FFA-42BB-91B7-677203B9A392}" type="pres">
      <dgm:prSet presAssocID="{F5463DA7-144E-43CB-B808-97A5A1912FDD}" presName="compNode" presStyleCnt="0"/>
      <dgm:spPr/>
    </dgm:pt>
    <dgm:pt modelId="{4A79DD70-952A-4D43-9672-7A54870FA798}" type="pres">
      <dgm:prSet presAssocID="{F5463DA7-144E-43CB-B808-97A5A1912FDD}" presName="iconBgRect" presStyleLbl="bgShp" presStyleIdx="1" presStyleCnt="4"/>
      <dgm:spPr/>
    </dgm:pt>
    <dgm:pt modelId="{D4C0E076-4FF3-45A2-A764-226477024F92}" type="pres">
      <dgm:prSet presAssocID="{F5463DA7-144E-43CB-B808-97A5A1912FD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5E915266-EE86-4C08-8479-DD5316639FB2}" type="pres">
      <dgm:prSet presAssocID="{F5463DA7-144E-43CB-B808-97A5A1912FDD}" presName="spaceRect" presStyleCnt="0"/>
      <dgm:spPr/>
    </dgm:pt>
    <dgm:pt modelId="{DF87CBBF-07F0-4B7F-8157-3ABF4E014E87}" type="pres">
      <dgm:prSet presAssocID="{F5463DA7-144E-43CB-B808-97A5A1912FDD}" presName="textRect" presStyleLbl="revTx" presStyleIdx="1" presStyleCnt="4">
        <dgm:presLayoutVars>
          <dgm:chMax val="1"/>
          <dgm:chPref val="1"/>
        </dgm:presLayoutVars>
      </dgm:prSet>
      <dgm:spPr/>
    </dgm:pt>
    <dgm:pt modelId="{46A9116C-109D-4F8F-AEFE-5082A67938A1}" type="pres">
      <dgm:prSet presAssocID="{5D5F6671-6B52-49D0-92DF-1709D9A531A6}" presName="sibTrans" presStyleCnt="0"/>
      <dgm:spPr/>
    </dgm:pt>
    <dgm:pt modelId="{A2CE0E23-4492-494D-BB30-613C9F676869}" type="pres">
      <dgm:prSet presAssocID="{F19B8C65-FB59-442B-B2F5-C0A6E526284C}" presName="compNode" presStyleCnt="0"/>
      <dgm:spPr/>
    </dgm:pt>
    <dgm:pt modelId="{6F0D63DC-AD58-4A4A-93A9-676CF6B6ED67}" type="pres">
      <dgm:prSet presAssocID="{F19B8C65-FB59-442B-B2F5-C0A6E526284C}" presName="iconBgRect" presStyleLbl="bgShp" presStyleIdx="2" presStyleCnt="4"/>
      <dgm:spPr/>
    </dgm:pt>
    <dgm:pt modelId="{ED90C393-82CE-440D-9ECB-057E035A6BDA}" type="pres">
      <dgm:prSet presAssocID="{F19B8C65-FB59-442B-B2F5-C0A6E526284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a"/>
        </a:ext>
      </dgm:extLst>
    </dgm:pt>
    <dgm:pt modelId="{C0F8F2BF-AF9C-48DA-B03B-C08A4818972E}" type="pres">
      <dgm:prSet presAssocID="{F19B8C65-FB59-442B-B2F5-C0A6E526284C}" presName="spaceRect" presStyleCnt="0"/>
      <dgm:spPr/>
    </dgm:pt>
    <dgm:pt modelId="{CAC2B8B0-19B8-4688-A322-A6B9E5FB47CB}" type="pres">
      <dgm:prSet presAssocID="{F19B8C65-FB59-442B-B2F5-C0A6E526284C}" presName="textRect" presStyleLbl="revTx" presStyleIdx="2" presStyleCnt="4">
        <dgm:presLayoutVars>
          <dgm:chMax val="1"/>
          <dgm:chPref val="1"/>
        </dgm:presLayoutVars>
      </dgm:prSet>
      <dgm:spPr/>
    </dgm:pt>
    <dgm:pt modelId="{7F292149-D71F-4929-9757-D9A29752C984}" type="pres">
      <dgm:prSet presAssocID="{B0D731E5-F106-4EC4-9AEA-65135FFC35C9}" presName="sibTrans" presStyleCnt="0"/>
      <dgm:spPr/>
    </dgm:pt>
    <dgm:pt modelId="{2DF1AA51-7AA3-4285-BB47-C0CA09D4BE6C}" type="pres">
      <dgm:prSet presAssocID="{844CDCD5-2136-4E56-844A-3443A51024C2}" presName="compNode" presStyleCnt="0"/>
      <dgm:spPr/>
    </dgm:pt>
    <dgm:pt modelId="{098A0668-F857-49F3-B864-67896C4E7974}" type="pres">
      <dgm:prSet presAssocID="{844CDCD5-2136-4E56-844A-3443A51024C2}" presName="iconBgRect" presStyleLbl="bgShp" presStyleIdx="3" presStyleCnt="4"/>
      <dgm:spPr/>
    </dgm:pt>
    <dgm:pt modelId="{F3D0EAC3-CBD8-4609-9396-3CBB20560D98}" type="pres">
      <dgm:prSet presAssocID="{844CDCD5-2136-4E56-844A-3443A51024C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dade"/>
        </a:ext>
      </dgm:extLst>
    </dgm:pt>
    <dgm:pt modelId="{85FBD6A0-5896-448A-9F8E-243DB9654DB7}" type="pres">
      <dgm:prSet presAssocID="{844CDCD5-2136-4E56-844A-3443A51024C2}" presName="spaceRect" presStyleCnt="0"/>
      <dgm:spPr/>
    </dgm:pt>
    <dgm:pt modelId="{2E6A4362-9C22-45E3-B621-24542C4AC654}" type="pres">
      <dgm:prSet presAssocID="{844CDCD5-2136-4E56-844A-3443A51024C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8968919-4AA5-489E-AA41-375BCD57C831}" srcId="{C50BCF99-D77A-47C9-A277-F0AB582DFCF3}" destId="{F19B8C65-FB59-442B-B2F5-C0A6E526284C}" srcOrd="2" destOrd="0" parTransId="{25D9FDD4-FDB2-4E77-B7EB-3F7F1F74E86E}" sibTransId="{B0D731E5-F106-4EC4-9AEA-65135FFC35C9}"/>
    <dgm:cxn modelId="{2E4BD123-A236-454C-AC96-CAFDF6DF250D}" srcId="{C50BCF99-D77A-47C9-A277-F0AB582DFCF3}" destId="{92D456AD-DA78-439C-9D33-30D3EAC9A0C1}" srcOrd="0" destOrd="0" parTransId="{AC9816BA-ACCD-4E40-B0EB-F10A1C4DA57F}" sibTransId="{AD444E2C-BAC7-4E98-819B-5319B799F96F}"/>
    <dgm:cxn modelId="{2DFEC029-609B-444D-94A3-E1AE7C4E2B5C}" type="presOf" srcId="{92D456AD-DA78-439C-9D33-30D3EAC9A0C1}" destId="{E51F608C-3AF1-475C-BE14-7179077AD5CF}" srcOrd="0" destOrd="0" presId="urn:microsoft.com/office/officeart/2018/5/layout/IconCircleLabelList"/>
    <dgm:cxn modelId="{06895746-9086-496D-97E3-CED01DE0A810}" type="presOf" srcId="{844CDCD5-2136-4E56-844A-3443A51024C2}" destId="{2E6A4362-9C22-45E3-B621-24542C4AC654}" srcOrd="0" destOrd="0" presId="urn:microsoft.com/office/officeart/2018/5/layout/IconCircleLabelList"/>
    <dgm:cxn modelId="{CB0C7E80-0BD8-4BFE-8C6C-0D1CEC9081CE}" srcId="{C50BCF99-D77A-47C9-A277-F0AB582DFCF3}" destId="{844CDCD5-2136-4E56-844A-3443A51024C2}" srcOrd="3" destOrd="0" parTransId="{4D7BC526-1B99-4B0B-964C-B5BA8FC3E10A}" sibTransId="{E4E8AF73-908B-4BFA-8057-2C1EC493AACB}"/>
    <dgm:cxn modelId="{DC8D4A85-9815-4850-B9A8-06879E5D2323}" type="presOf" srcId="{F5463DA7-144E-43CB-B808-97A5A1912FDD}" destId="{DF87CBBF-07F0-4B7F-8157-3ABF4E014E87}" srcOrd="0" destOrd="0" presId="urn:microsoft.com/office/officeart/2018/5/layout/IconCircleLabelList"/>
    <dgm:cxn modelId="{5216A493-E9A3-4FDF-A6E0-1B7503033498}" srcId="{C50BCF99-D77A-47C9-A277-F0AB582DFCF3}" destId="{F5463DA7-144E-43CB-B808-97A5A1912FDD}" srcOrd="1" destOrd="0" parTransId="{53127E8D-50E5-45D6-BB13-09EBD1E0EF38}" sibTransId="{5D5F6671-6B52-49D0-92DF-1709D9A531A6}"/>
    <dgm:cxn modelId="{CB25ACC8-6C6E-4A81-AD4E-EFF1DB564B7D}" type="presOf" srcId="{C50BCF99-D77A-47C9-A277-F0AB582DFCF3}" destId="{9B22B0B4-5AE3-4ED2-AAF0-7DD003AFF704}" srcOrd="0" destOrd="0" presId="urn:microsoft.com/office/officeart/2018/5/layout/IconCircleLabelList"/>
    <dgm:cxn modelId="{8B6C95C9-2595-4322-B3AF-60F6EFDA6235}" type="presOf" srcId="{F19B8C65-FB59-442B-B2F5-C0A6E526284C}" destId="{CAC2B8B0-19B8-4688-A322-A6B9E5FB47CB}" srcOrd="0" destOrd="0" presId="urn:microsoft.com/office/officeart/2018/5/layout/IconCircleLabelList"/>
    <dgm:cxn modelId="{CA438DBA-FD33-4092-9718-41804150EE41}" type="presParOf" srcId="{9B22B0B4-5AE3-4ED2-AAF0-7DD003AFF704}" destId="{343FEB33-E1E7-419C-AA6B-6030F94D80F4}" srcOrd="0" destOrd="0" presId="urn:microsoft.com/office/officeart/2018/5/layout/IconCircleLabelList"/>
    <dgm:cxn modelId="{9F8B6470-DEF2-4EB8-991E-1FC7E00A500D}" type="presParOf" srcId="{343FEB33-E1E7-419C-AA6B-6030F94D80F4}" destId="{A3FF38B1-18DE-47BC-803A-F61BA4851467}" srcOrd="0" destOrd="0" presId="urn:microsoft.com/office/officeart/2018/5/layout/IconCircleLabelList"/>
    <dgm:cxn modelId="{F70FFC53-85F7-42E9-AFE8-B9723578C831}" type="presParOf" srcId="{343FEB33-E1E7-419C-AA6B-6030F94D80F4}" destId="{47D1B1AD-6077-41B7-9078-BD56117B9FD7}" srcOrd="1" destOrd="0" presId="urn:microsoft.com/office/officeart/2018/5/layout/IconCircleLabelList"/>
    <dgm:cxn modelId="{0DD5C3CB-ABD2-4966-A8F2-F5C2CAB311A7}" type="presParOf" srcId="{343FEB33-E1E7-419C-AA6B-6030F94D80F4}" destId="{FE5388C6-239B-4218-9E28-FEDE59454424}" srcOrd="2" destOrd="0" presId="urn:microsoft.com/office/officeart/2018/5/layout/IconCircleLabelList"/>
    <dgm:cxn modelId="{B55E6748-CD00-49B7-B76C-BC224633ABCA}" type="presParOf" srcId="{343FEB33-E1E7-419C-AA6B-6030F94D80F4}" destId="{E51F608C-3AF1-475C-BE14-7179077AD5CF}" srcOrd="3" destOrd="0" presId="urn:microsoft.com/office/officeart/2018/5/layout/IconCircleLabelList"/>
    <dgm:cxn modelId="{3250D192-21C5-4E18-94DE-71785AC865D3}" type="presParOf" srcId="{9B22B0B4-5AE3-4ED2-AAF0-7DD003AFF704}" destId="{D4D3FE71-2542-465A-AF94-02A5DF615E39}" srcOrd="1" destOrd="0" presId="urn:microsoft.com/office/officeart/2018/5/layout/IconCircleLabelList"/>
    <dgm:cxn modelId="{FC0E689B-A8BB-465F-A2A2-8D5A4EB0D632}" type="presParOf" srcId="{9B22B0B4-5AE3-4ED2-AAF0-7DD003AFF704}" destId="{565EB368-4FFA-42BB-91B7-677203B9A392}" srcOrd="2" destOrd="0" presId="urn:microsoft.com/office/officeart/2018/5/layout/IconCircleLabelList"/>
    <dgm:cxn modelId="{3CE7775C-4776-401E-97EE-B3148C5530BE}" type="presParOf" srcId="{565EB368-4FFA-42BB-91B7-677203B9A392}" destId="{4A79DD70-952A-4D43-9672-7A54870FA798}" srcOrd="0" destOrd="0" presId="urn:microsoft.com/office/officeart/2018/5/layout/IconCircleLabelList"/>
    <dgm:cxn modelId="{9CBC868C-04C1-4CCC-922D-AB20B57DC5E3}" type="presParOf" srcId="{565EB368-4FFA-42BB-91B7-677203B9A392}" destId="{D4C0E076-4FF3-45A2-A764-226477024F92}" srcOrd="1" destOrd="0" presId="urn:microsoft.com/office/officeart/2018/5/layout/IconCircleLabelList"/>
    <dgm:cxn modelId="{26CD897D-AB16-45E8-9385-789EE757C4A2}" type="presParOf" srcId="{565EB368-4FFA-42BB-91B7-677203B9A392}" destId="{5E915266-EE86-4C08-8479-DD5316639FB2}" srcOrd="2" destOrd="0" presId="urn:microsoft.com/office/officeart/2018/5/layout/IconCircleLabelList"/>
    <dgm:cxn modelId="{7A5BC35A-F528-4C03-937F-61ADAB5E5F31}" type="presParOf" srcId="{565EB368-4FFA-42BB-91B7-677203B9A392}" destId="{DF87CBBF-07F0-4B7F-8157-3ABF4E014E87}" srcOrd="3" destOrd="0" presId="urn:microsoft.com/office/officeart/2018/5/layout/IconCircleLabelList"/>
    <dgm:cxn modelId="{0D902C37-93AD-40C2-8DC9-646C001549CD}" type="presParOf" srcId="{9B22B0B4-5AE3-4ED2-AAF0-7DD003AFF704}" destId="{46A9116C-109D-4F8F-AEFE-5082A67938A1}" srcOrd="3" destOrd="0" presId="urn:microsoft.com/office/officeart/2018/5/layout/IconCircleLabelList"/>
    <dgm:cxn modelId="{97997C68-09D1-4294-9FD5-478CD3725B67}" type="presParOf" srcId="{9B22B0B4-5AE3-4ED2-AAF0-7DD003AFF704}" destId="{A2CE0E23-4492-494D-BB30-613C9F676869}" srcOrd="4" destOrd="0" presId="urn:microsoft.com/office/officeart/2018/5/layout/IconCircleLabelList"/>
    <dgm:cxn modelId="{169D2011-73B0-4B4B-B346-67C2FE31D901}" type="presParOf" srcId="{A2CE0E23-4492-494D-BB30-613C9F676869}" destId="{6F0D63DC-AD58-4A4A-93A9-676CF6B6ED67}" srcOrd="0" destOrd="0" presId="urn:microsoft.com/office/officeart/2018/5/layout/IconCircleLabelList"/>
    <dgm:cxn modelId="{9AEEDBD1-878E-471E-8CD3-0269B9397C89}" type="presParOf" srcId="{A2CE0E23-4492-494D-BB30-613C9F676869}" destId="{ED90C393-82CE-440D-9ECB-057E035A6BDA}" srcOrd="1" destOrd="0" presId="urn:microsoft.com/office/officeart/2018/5/layout/IconCircleLabelList"/>
    <dgm:cxn modelId="{879D8516-F8FA-4B85-B131-79920028913F}" type="presParOf" srcId="{A2CE0E23-4492-494D-BB30-613C9F676869}" destId="{C0F8F2BF-AF9C-48DA-B03B-C08A4818972E}" srcOrd="2" destOrd="0" presId="urn:microsoft.com/office/officeart/2018/5/layout/IconCircleLabelList"/>
    <dgm:cxn modelId="{A71568CD-C794-4D28-A0D3-E0073D5026C0}" type="presParOf" srcId="{A2CE0E23-4492-494D-BB30-613C9F676869}" destId="{CAC2B8B0-19B8-4688-A322-A6B9E5FB47CB}" srcOrd="3" destOrd="0" presId="urn:microsoft.com/office/officeart/2018/5/layout/IconCircleLabelList"/>
    <dgm:cxn modelId="{17640A98-82DD-4C88-AE39-4C34EBBE65D5}" type="presParOf" srcId="{9B22B0B4-5AE3-4ED2-AAF0-7DD003AFF704}" destId="{7F292149-D71F-4929-9757-D9A29752C984}" srcOrd="5" destOrd="0" presId="urn:microsoft.com/office/officeart/2018/5/layout/IconCircleLabelList"/>
    <dgm:cxn modelId="{AB392E06-BAE1-4987-8B69-D3AC1D157C2A}" type="presParOf" srcId="{9B22B0B4-5AE3-4ED2-AAF0-7DD003AFF704}" destId="{2DF1AA51-7AA3-4285-BB47-C0CA09D4BE6C}" srcOrd="6" destOrd="0" presId="urn:microsoft.com/office/officeart/2018/5/layout/IconCircleLabelList"/>
    <dgm:cxn modelId="{9F697293-833F-4151-BFE7-7DAF7A252E79}" type="presParOf" srcId="{2DF1AA51-7AA3-4285-BB47-C0CA09D4BE6C}" destId="{098A0668-F857-49F3-B864-67896C4E7974}" srcOrd="0" destOrd="0" presId="urn:microsoft.com/office/officeart/2018/5/layout/IconCircleLabelList"/>
    <dgm:cxn modelId="{E56AB994-1495-40E8-9621-B82F10574971}" type="presParOf" srcId="{2DF1AA51-7AA3-4285-BB47-C0CA09D4BE6C}" destId="{F3D0EAC3-CBD8-4609-9396-3CBB20560D98}" srcOrd="1" destOrd="0" presId="urn:microsoft.com/office/officeart/2018/5/layout/IconCircleLabelList"/>
    <dgm:cxn modelId="{A9395C45-77FF-403A-8CD7-9536EA1EFF70}" type="presParOf" srcId="{2DF1AA51-7AA3-4285-BB47-C0CA09D4BE6C}" destId="{85FBD6A0-5896-448A-9F8E-243DB9654DB7}" srcOrd="2" destOrd="0" presId="urn:microsoft.com/office/officeart/2018/5/layout/IconCircleLabelList"/>
    <dgm:cxn modelId="{165E7950-D0E9-4335-AAEB-C5638E12FA26}" type="presParOf" srcId="{2DF1AA51-7AA3-4285-BB47-C0CA09D4BE6C}" destId="{2E6A4362-9C22-45E3-B621-24542C4AC65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A6384A6D-99FF-40C6-B33E-ABF8C0A5357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B295FA-A15F-4F8C-BC46-4842BCFDCF9A}">
      <dgm:prSet/>
      <dgm:spPr/>
      <dgm:t>
        <a:bodyPr/>
        <a:lstStyle/>
        <a:p>
          <a:r>
            <a:rPr lang="en-US"/>
            <a:t>Goal: package a small Python service + database as a reproducible multi-service environment.</a:t>
          </a:r>
        </a:p>
      </dgm:t>
    </dgm:pt>
    <dgm:pt modelId="{CDECB385-85BE-4687-A124-87C7D33F6DB7}" type="parTrans" cxnId="{0013132A-3F6F-451E-B525-7A5ED3006954}">
      <dgm:prSet/>
      <dgm:spPr/>
      <dgm:t>
        <a:bodyPr/>
        <a:lstStyle/>
        <a:p>
          <a:endParaRPr lang="en-US"/>
        </a:p>
      </dgm:t>
    </dgm:pt>
    <dgm:pt modelId="{B10D7939-5735-41A9-B597-C113D2E366F7}" type="sibTrans" cxnId="{0013132A-3F6F-451E-B525-7A5ED3006954}">
      <dgm:prSet/>
      <dgm:spPr/>
      <dgm:t>
        <a:bodyPr/>
        <a:lstStyle/>
        <a:p>
          <a:endParaRPr lang="en-US"/>
        </a:p>
      </dgm:t>
    </dgm:pt>
    <dgm:pt modelId="{050CCAEB-91D4-4CC9-ACD3-B8241DA95AB0}">
      <dgm:prSet/>
      <dgm:spPr/>
      <dgm:t>
        <a:bodyPr/>
        <a:lstStyle/>
        <a:p>
          <a:r>
            <a:rPr lang="en-US"/>
            <a:t>Create a Git repository (you may reuse the one from Assignment 1)</a:t>
          </a:r>
        </a:p>
      </dgm:t>
    </dgm:pt>
    <dgm:pt modelId="{86C5862B-917B-46C4-87C6-A54CA5D77432}" type="parTrans" cxnId="{6B7A1831-6D43-4FDF-88C9-105E4ACDE21C}">
      <dgm:prSet/>
      <dgm:spPr/>
      <dgm:t>
        <a:bodyPr/>
        <a:lstStyle/>
        <a:p>
          <a:endParaRPr lang="en-US"/>
        </a:p>
      </dgm:t>
    </dgm:pt>
    <dgm:pt modelId="{0D6B12D4-6C99-493B-992F-3A77683583D4}" type="sibTrans" cxnId="{6B7A1831-6D43-4FDF-88C9-105E4ACDE21C}">
      <dgm:prSet/>
      <dgm:spPr/>
      <dgm:t>
        <a:bodyPr/>
        <a:lstStyle/>
        <a:p>
          <a:endParaRPr lang="en-US"/>
        </a:p>
      </dgm:t>
    </dgm:pt>
    <dgm:pt modelId="{147FFDCC-C449-4CA9-B774-A48C9D160D09}">
      <dgm:prSet/>
      <dgm:spPr/>
      <dgm:t>
        <a:bodyPr/>
        <a:lstStyle/>
        <a:p>
          <a:r>
            <a:rPr lang="en-US"/>
            <a:t>Build a Python container (Dockerfile)</a:t>
          </a:r>
        </a:p>
      </dgm:t>
    </dgm:pt>
    <dgm:pt modelId="{18614BFB-F26B-4D55-A191-D7F9CEB3AA8C}" type="parTrans" cxnId="{0891836F-5F08-4D29-861F-AED9DA3311DB}">
      <dgm:prSet/>
      <dgm:spPr/>
      <dgm:t>
        <a:bodyPr/>
        <a:lstStyle/>
        <a:p>
          <a:endParaRPr lang="en-US"/>
        </a:p>
      </dgm:t>
    </dgm:pt>
    <dgm:pt modelId="{68E645F6-41F1-40EC-851E-084E0D9DEFA5}" type="sibTrans" cxnId="{0891836F-5F08-4D29-861F-AED9DA3311DB}">
      <dgm:prSet/>
      <dgm:spPr/>
      <dgm:t>
        <a:bodyPr/>
        <a:lstStyle/>
        <a:p>
          <a:endParaRPr lang="en-US"/>
        </a:p>
      </dgm:t>
    </dgm:pt>
    <dgm:pt modelId="{5A5EB512-6055-485C-98D3-A3D1DF9B8910}">
      <dgm:prSet/>
      <dgm:spPr/>
      <dgm:t>
        <a:bodyPr/>
        <a:lstStyle/>
        <a:p>
          <a:r>
            <a:rPr lang="en-US"/>
            <a:t>Configure a PostgreSQL container</a:t>
          </a:r>
        </a:p>
      </dgm:t>
    </dgm:pt>
    <dgm:pt modelId="{C02A3E2F-2065-4F8A-AFAE-A009D2E47B8B}" type="parTrans" cxnId="{99E93346-0F48-4F5E-A3A5-1215FA61DB0D}">
      <dgm:prSet/>
      <dgm:spPr/>
      <dgm:t>
        <a:bodyPr/>
        <a:lstStyle/>
        <a:p>
          <a:endParaRPr lang="en-US"/>
        </a:p>
      </dgm:t>
    </dgm:pt>
    <dgm:pt modelId="{C4B4D5DB-7CA1-41CC-BEA5-32A804976A52}" type="sibTrans" cxnId="{99E93346-0F48-4F5E-A3A5-1215FA61DB0D}">
      <dgm:prSet/>
      <dgm:spPr/>
      <dgm:t>
        <a:bodyPr/>
        <a:lstStyle/>
        <a:p>
          <a:endParaRPr lang="en-US"/>
        </a:p>
      </dgm:t>
    </dgm:pt>
    <dgm:pt modelId="{A86B5596-7AFA-4ABC-B4F6-48554BCA0FD5}">
      <dgm:prSet/>
      <dgm:spPr/>
      <dgm:t>
        <a:bodyPr/>
        <a:lstStyle/>
        <a:p>
          <a:r>
            <a:rPr lang="en-US"/>
            <a:t>Connect both services with Docker Compose</a:t>
          </a:r>
        </a:p>
      </dgm:t>
    </dgm:pt>
    <dgm:pt modelId="{FEB0BAD8-BA7B-4214-8EE2-3DB73C2B60D3}" type="parTrans" cxnId="{53406D26-F7CC-45AE-9575-2E1E4BA2A1A1}">
      <dgm:prSet/>
      <dgm:spPr/>
      <dgm:t>
        <a:bodyPr/>
        <a:lstStyle/>
        <a:p>
          <a:endParaRPr lang="en-US"/>
        </a:p>
      </dgm:t>
    </dgm:pt>
    <dgm:pt modelId="{4A75CD2F-A28E-4603-A729-9F1E715A34D1}" type="sibTrans" cxnId="{53406D26-F7CC-45AE-9575-2E1E4BA2A1A1}">
      <dgm:prSet/>
      <dgm:spPr/>
      <dgm:t>
        <a:bodyPr/>
        <a:lstStyle/>
        <a:p>
          <a:endParaRPr lang="en-US"/>
        </a:p>
      </dgm:t>
    </dgm:pt>
    <dgm:pt modelId="{7D15815B-5907-453B-8D69-9B407F16E16F}">
      <dgm:prSet/>
      <dgm:spPr/>
      <dgm:t>
        <a:bodyPr/>
        <a:lstStyle/>
        <a:p>
          <a:r>
            <a:rPr lang="en-US"/>
            <a:t>Persist data using volumes</a:t>
          </a:r>
        </a:p>
      </dgm:t>
    </dgm:pt>
    <dgm:pt modelId="{0F4B001A-81D2-447C-BBF1-F17192526036}" type="parTrans" cxnId="{7BD987A9-56EB-49CD-863A-DB120473E3F5}">
      <dgm:prSet/>
      <dgm:spPr/>
      <dgm:t>
        <a:bodyPr/>
        <a:lstStyle/>
        <a:p>
          <a:endParaRPr lang="en-US"/>
        </a:p>
      </dgm:t>
    </dgm:pt>
    <dgm:pt modelId="{3595D8EE-7C74-431C-9CC8-90304206F2E2}" type="sibTrans" cxnId="{7BD987A9-56EB-49CD-863A-DB120473E3F5}">
      <dgm:prSet/>
      <dgm:spPr/>
      <dgm:t>
        <a:bodyPr/>
        <a:lstStyle/>
        <a:p>
          <a:endParaRPr lang="en-US"/>
        </a:p>
      </dgm:t>
    </dgm:pt>
    <dgm:pt modelId="{2B6F76AE-802B-415C-B7DE-F47A8444A9BC}">
      <dgm:prSet/>
      <dgm:spPr/>
      <dgm:t>
        <a:bodyPr/>
        <a:lstStyle/>
        <a:p>
          <a:r>
            <a:rPr lang="en-US"/>
            <a:t>More details will be available soon.</a:t>
          </a:r>
        </a:p>
      </dgm:t>
    </dgm:pt>
    <dgm:pt modelId="{46ACC68E-3EB6-4013-BBD8-B687981523F3}" type="parTrans" cxnId="{CE09651B-6F2D-444E-931D-0104202B2DE1}">
      <dgm:prSet/>
      <dgm:spPr/>
      <dgm:t>
        <a:bodyPr/>
        <a:lstStyle/>
        <a:p>
          <a:endParaRPr lang="en-US"/>
        </a:p>
      </dgm:t>
    </dgm:pt>
    <dgm:pt modelId="{148D81AF-3D53-481B-BB26-91B2F8CD60F0}" type="sibTrans" cxnId="{CE09651B-6F2D-444E-931D-0104202B2DE1}">
      <dgm:prSet/>
      <dgm:spPr/>
      <dgm:t>
        <a:bodyPr/>
        <a:lstStyle/>
        <a:p>
          <a:endParaRPr lang="en-US"/>
        </a:p>
      </dgm:t>
    </dgm:pt>
    <dgm:pt modelId="{B1E6687A-3961-4B21-A2DD-99C33A655E3E}" type="pres">
      <dgm:prSet presAssocID="{A6384A6D-99FF-40C6-B33E-ABF8C0A5357A}" presName="diagram" presStyleCnt="0">
        <dgm:presLayoutVars>
          <dgm:dir/>
          <dgm:resizeHandles val="exact"/>
        </dgm:presLayoutVars>
      </dgm:prSet>
      <dgm:spPr/>
    </dgm:pt>
    <dgm:pt modelId="{3E90AC71-0391-4A4C-B326-8DA85CD7371F}" type="pres">
      <dgm:prSet presAssocID="{87B295FA-A15F-4F8C-BC46-4842BCFDCF9A}" presName="node" presStyleLbl="node1" presStyleIdx="0" presStyleCnt="7">
        <dgm:presLayoutVars>
          <dgm:bulletEnabled val="1"/>
        </dgm:presLayoutVars>
      </dgm:prSet>
      <dgm:spPr/>
    </dgm:pt>
    <dgm:pt modelId="{37567053-9561-40BF-B87B-8505106992BA}" type="pres">
      <dgm:prSet presAssocID="{B10D7939-5735-41A9-B597-C113D2E366F7}" presName="sibTrans" presStyleCnt="0"/>
      <dgm:spPr/>
    </dgm:pt>
    <dgm:pt modelId="{D3149311-6112-45D4-A712-E74E32A6411A}" type="pres">
      <dgm:prSet presAssocID="{050CCAEB-91D4-4CC9-ACD3-B8241DA95AB0}" presName="node" presStyleLbl="node1" presStyleIdx="1" presStyleCnt="7">
        <dgm:presLayoutVars>
          <dgm:bulletEnabled val="1"/>
        </dgm:presLayoutVars>
      </dgm:prSet>
      <dgm:spPr/>
    </dgm:pt>
    <dgm:pt modelId="{33F90084-0B52-403E-BE4A-3778D322E7B6}" type="pres">
      <dgm:prSet presAssocID="{0D6B12D4-6C99-493B-992F-3A77683583D4}" presName="sibTrans" presStyleCnt="0"/>
      <dgm:spPr/>
    </dgm:pt>
    <dgm:pt modelId="{5E131E0C-D70A-428B-B962-EAFAB1439643}" type="pres">
      <dgm:prSet presAssocID="{147FFDCC-C449-4CA9-B774-A48C9D160D09}" presName="node" presStyleLbl="node1" presStyleIdx="2" presStyleCnt="7">
        <dgm:presLayoutVars>
          <dgm:bulletEnabled val="1"/>
        </dgm:presLayoutVars>
      </dgm:prSet>
      <dgm:spPr/>
    </dgm:pt>
    <dgm:pt modelId="{1BBB7A21-FD28-4653-AF4E-86F2FA825109}" type="pres">
      <dgm:prSet presAssocID="{68E645F6-41F1-40EC-851E-084E0D9DEFA5}" presName="sibTrans" presStyleCnt="0"/>
      <dgm:spPr/>
    </dgm:pt>
    <dgm:pt modelId="{33CBDEEF-A91D-45E4-9E51-39DDE09F77D0}" type="pres">
      <dgm:prSet presAssocID="{5A5EB512-6055-485C-98D3-A3D1DF9B8910}" presName="node" presStyleLbl="node1" presStyleIdx="3" presStyleCnt="7">
        <dgm:presLayoutVars>
          <dgm:bulletEnabled val="1"/>
        </dgm:presLayoutVars>
      </dgm:prSet>
      <dgm:spPr/>
    </dgm:pt>
    <dgm:pt modelId="{01CE185E-BDC1-4505-A070-9C8AA892AA4D}" type="pres">
      <dgm:prSet presAssocID="{C4B4D5DB-7CA1-41CC-BEA5-32A804976A52}" presName="sibTrans" presStyleCnt="0"/>
      <dgm:spPr/>
    </dgm:pt>
    <dgm:pt modelId="{DF9DA040-7D4F-4659-A522-27AF7613A15B}" type="pres">
      <dgm:prSet presAssocID="{A86B5596-7AFA-4ABC-B4F6-48554BCA0FD5}" presName="node" presStyleLbl="node1" presStyleIdx="4" presStyleCnt="7">
        <dgm:presLayoutVars>
          <dgm:bulletEnabled val="1"/>
        </dgm:presLayoutVars>
      </dgm:prSet>
      <dgm:spPr/>
    </dgm:pt>
    <dgm:pt modelId="{700B0154-1566-49EB-A5EE-E171A8D5841B}" type="pres">
      <dgm:prSet presAssocID="{4A75CD2F-A28E-4603-A729-9F1E715A34D1}" presName="sibTrans" presStyleCnt="0"/>
      <dgm:spPr/>
    </dgm:pt>
    <dgm:pt modelId="{3FEB2CF3-4E0D-4242-9138-34B8CC22E2AF}" type="pres">
      <dgm:prSet presAssocID="{7D15815B-5907-453B-8D69-9B407F16E16F}" presName="node" presStyleLbl="node1" presStyleIdx="5" presStyleCnt="7">
        <dgm:presLayoutVars>
          <dgm:bulletEnabled val="1"/>
        </dgm:presLayoutVars>
      </dgm:prSet>
      <dgm:spPr/>
    </dgm:pt>
    <dgm:pt modelId="{A45E9D59-960C-4D22-9199-D539C93898E0}" type="pres">
      <dgm:prSet presAssocID="{3595D8EE-7C74-431C-9CC8-90304206F2E2}" presName="sibTrans" presStyleCnt="0"/>
      <dgm:spPr/>
    </dgm:pt>
    <dgm:pt modelId="{E2AC1983-9AA8-4672-8EF6-48B7FC02E126}" type="pres">
      <dgm:prSet presAssocID="{2B6F76AE-802B-415C-B7DE-F47A8444A9BC}" presName="node" presStyleLbl="node1" presStyleIdx="6" presStyleCnt="7">
        <dgm:presLayoutVars>
          <dgm:bulletEnabled val="1"/>
        </dgm:presLayoutVars>
      </dgm:prSet>
      <dgm:spPr/>
    </dgm:pt>
  </dgm:ptLst>
  <dgm:cxnLst>
    <dgm:cxn modelId="{CE09651B-6F2D-444E-931D-0104202B2DE1}" srcId="{A6384A6D-99FF-40C6-B33E-ABF8C0A5357A}" destId="{2B6F76AE-802B-415C-B7DE-F47A8444A9BC}" srcOrd="6" destOrd="0" parTransId="{46ACC68E-3EB6-4013-BBD8-B687981523F3}" sibTransId="{148D81AF-3D53-481B-BB26-91B2F8CD60F0}"/>
    <dgm:cxn modelId="{72117F20-32F4-46E5-9C96-386E0204C17F}" type="presOf" srcId="{147FFDCC-C449-4CA9-B774-A48C9D160D09}" destId="{5E131E0C-D70A-428B-B962-EAFAB1439643}" srcOrd="0" destOrd="0" presId="urn:microsoft.com/office/officeart/2005/8/layout/default"/>
    <dgm:cxn modelId="{53406D26-F7CC-45AE-9575-2E1E4BA2A1A1}" srcId="{A6384A6D-99FF-40C6-B33E-ABF8C0A5357A}" destId="{A86B5596-7AFA-4ABC-B4F6-48554BCA0FD5}" srcOrd="4" destOrd="0" parTransId="{FEB0BAD8-BA7B-4214-8EE2-3DB73C2B60D3}" sibTransId="{4A75CD2F-A28E-4603-A729-9F1E715A34D1}"/>
    <dgm:cxn modelId="{0013132A-3F6F-451E-B525-7A5ED3006954}" srcId="{A6384A6D-99FF-40C6-B33E-ABF8C0A5357A}" destId="{87B295FA-A15F-4F8C-BC46-4842BCFDCF9A}" srcOrd="0" destOrd="0" parTransId="{CDECB385-85BE-4687-A124-87C7D33F6DB7}" sibTransId="{B10D7939-5735-41A9-B597-C113D2E366F7}"/>
    <dgm:cxn modelId="{470FE82E-6392-436B-9457-B75C0A04601A}" type="presOf" srcId="{7D15815B-5907-453B-8D69-9B407F16E16F}" destId="{3FEB2CF3-4E0D-4242-9138-34B8CC22E2AF}" srcOrd="0" destOrd="0" presId="urn:microsoft.com/office/officeart/2005/8/layout/default"/>
    <dgm:cxn modelId="{6B7A1831-6D43-4FDF-88C9-105E4ACDE21C}" srcId="{A6384A6D-99FF-40C6-B33E-ABF8C0A5357A}" destId="{050CCAEB-91D4-4CC9-ACD3-B8241DA95AB0}" srcOrd="1" destOrd="0" parTransId="{86C5862B-917B-46C4-87C6-A54CA5D77432}" sibTransId="{0D6B12D4-6C99-493B-992F-3A77683583D4}"/>
    <dgm:cxn modelId="{F676C932-9791-42EE-B008-73FE0B6C6C71}" type="presOf" srcId="{A6384A6D-99FF-40C6-B33E-ABF8C0A5357A}" destId="{B1E6687A-3961-4B21-A2DD-99C33A655E3E}" srcOrd="0" destOrd="0" presId="urn:microsoft.com/office/officeart/2005/8/layout/default"/>
    <dgm:cxn modelId="{99E93346-0F48-4F5E-A3A5-1215FA61DB0D}" srcId="{A6384A6D-99FF-40C6-B33E-ABF8C0A5357A}" destId="{5A5EB512-6055-485C-98D3-A3D1DF9B8910}" srcOrd="3" destOrd="0" parTransId="{C02A3E2F-2065-4F8A-AFAE-A009D2E47B8B}" sibTransId="{C4B4D5DB-7CA1-41CC-BEA5-32A804976A52}"/>
    <dgm:cxn modelId="{0891836F-5F08-4D29-861F-AED9DA3311DB}" srcId="{A6384A6D-99FF-40C6-B33E-ABF8C0A5357A}" destId="{147FFDCC-C449-4CA9-B774-A48C9D160D09}" srcOrd="2" destOrd="0" parTransId="{18614BFB-F26B-4D55-A191-D7F9CEB3AA8C}" sibTransId="{68E645F6-41F1-40EC-851E-084E0D9DEFA5}"/>
    <dgm:cxn modelId="{F3EB4451-296A-4DCD-A81D-4FD10F9DB0D8}" type="presOf" srcId="{050CCAEB-91D4-4CC9-ACD3-B8241DA95AB0}" destId="{D3149311-6112-45D4-A712-E74E32A6411A}" srcOrd="0" destOrd="0" presId="urn:microsoft.com/office/officeart/2005/8/layout/default"/>
    <dgm:cxn modelId="{0F393473-DB96-4FB2-8EA0-FE3D3D3B4F23}" type="presOf" srcId="{87B295FA-A15F-4F8C-BC46-4842BCFDCF9A}" destId="{3E90AC71-0391-4A4C-B326-8DA85CD7371F}" srcOrd="0" destOrd="0" presId="urn:microsoft.com/office/officeart/2005/8/layout/default"/>
    <dgm:cxn modelId="{7BD987A9-56EB-49CD-863A-DB120473E3F5}" srcId="{A6384A6D-99FF-40C6-B33E-ABF8C0A5357A}" destId="{7D15815B-5907-453B-8D69-9B407F16E16F}" srcOrd="5" destOrd="0" parTransId="{0F4B001A-81D2-447C-BBF1-F17192526036}" sibTransId="{3595D8EE-7C74-431C-9CC8-90304206F2E2}"/>
    <dgm:cxn modelId="{52679FB3-D13F-4461-95CA-19F48A7AD1BB}" type="presOf" srcId="{A86B5596-7AFA-4ABC-B4F6-48554BCA0FD5}" destId="{DF9DA040-7D4F-4659-A522-27AF7613A15B}" srcOrd="0" destOrd="0" presId="urn:microsoft.com/office/officeart/2005/8/layout/default"/>
    <dgm:cxn modelId="{24D9B2C8-E45A-45E4-9A64-B4A0EEDE1156}" type="presOf" srcId="{2B6F76AE-802B-415C-B7DE-F47A8444A9BC}" destId="{E2AC1983-9AA8-4672-8EF6-48B7FC02E126}" srcOrd="0" destOrd="0" presId="urn:microsoft.com/office/officeart/2005/8/layout/default"/>
    <dgm:cxn modelId="{09BB8AF8-E23F-4D09-9E83-0CDB6A3B5ECD}" type="presOf" srcId="{5A5EB512-6055-485C-98D3-A3D1DF9B8910}" destId="{33CBDEEF-A91D-45E4-9E51-39DDE09F77D0}" srcOrd="0" destOrd="0" presId="urn:microsoft.com/office/officeart/2005/8/layout/default"/>
    <dgm:cxn modelId="{2817D539-7569-41DB-B763-797E591AC700}" type="presParOf" srcId="{B1E6687A-3961-4B21-A2DD-99C33A655E3E}" destId="{3E90AC71-0391-4A4C-B326-8DA85CD7371F}" srcOrd="0" destOrd="0" presId="urn:microsoft.com/office/officeart/2005/8/layout/default"/>
    <dgm:cxn modelId="{73840715-E26E-4E18-B8C3-2B8386A79C59}" type="presParOf" srcId="{B1E6687A-3961-4B21-A2DD-99C33A655E3E}" destId="{37567053-9561-40BF-B87B-8505106992BA}" srcOrd="1" destOrd="0" presId="urn:microsoft.com/office/officeart/2005/8/layout/default"/>
    <dgm:cxn modelId="{A890B71D-32EF-4EDB-9E06-52B9114816E8}" type="presParOf" srcId="{B1E6687A-3961-4B21-A2DD-99C33A655E3E}" destId="{D3149311-6112-45D4-A712-E74E32A6411A}" srcOrd="2" destOrd="0" presId="urn:microsoft.com/office/officeart/2005/8/layout/default"/>
    <dgm:cxn modelId="{EE56C3F3-9BEC-473B-88C9-CB05F12AA066}" type="presParOf" srcId="{B1E6687A-3961-4B21-A2DD-99C33A655E3E}" destId="{33F90084-0B52-403E-BE4A-3778D322E7B6}" srcOrd="3" destOrd="0" presId="urn:microsoft.com/office/officeart/2005/8/layout/default"/>
    <dgm:cxn modelId="{D198CF0F-2A24-4988-8A17-EE26DA28221A}" type="presParOf" srcId="{B1E6687A-3961-4B21-A2DD-99C33A655E3E}" destId="{5E131E0C-D70A-428B-B962-EAFAB1439643}" srcOrd="4" destOrd="0" presId="urn:microsoft.com/office/officeart/2005/8/layout/default"/>
    <dgm:cxn modelId="{AC0A9B13-52DC-410A-9EC0-5E4EBA26C66E}" type="presParOf" srcId="{B1E6687A-3961-4B21-A2DD-99C33A655E3E}" destId="{1BBB7A21-FD28-4653-AF4E-86F2FA825109}" srcOrd="5" destOrd="0" presId="urn:microsoft.com/office/officeart/2005/8/layout/default"/>
    <dgm:cxn modelId="{7364E77C-93AC-4F77-BD45-BE0CA3CC4ACA}" type="presParOf" srcId="{B1E6687A-3961-4B21-A2DD-99C33A655E3E}" destId="{33CBDEEF-A91D-45E4-9E51-39DDE09F77D0}" srcOrd="6" destOrd="0" presId="urn:microsoft.com/office/officeart/2005/8/layout/default"/>
    <dgm:cxn modelId="{9813706D-DDD7-4C0E-A579-E6C2C14A4C31}" type="presParOf" srcId="{B1E6687A-3961-4B21-A2DD-99C33A655E3E}" destId="{01CE185E-BDC1-4505-A070-9C8AA892AA4D}" srcOrd="7" destOrd="0" presId="urn:microsoft.com/office/officeart/2005/8/layout/default"/>
    <dgm:cxn modelId="{46C7EC84-F066-42BE-9BF6-532BB5BC8D83}" type="presParOf" srcId="{B1E6687A-3961-4B21-A2DD-99C33A655E3E}" destId="{DF9DA040-7D4F-4659-A522-27AF7613A15B}" srcOrd="8" destOrd="0" presId="urn:microsoft.com/office/officeart/2005/8/layout/default"/>
    <dgm:cxn modelId="{33C2CF11-22B4-42FC-9CD2-437317CD07CB}" type="presParOf" srcId="{B1E6687A-3961-4B21-A2DD-99C33A655E3E}" destId="{700B0154-1566-49EB-A5EE-E171A8D5841B}" srcOrd="9" destOrd="0" presId="urn:microsoft.com/office/officeart/2005/8/layout/default"/>
    <dgm:cxn modelId="{4FC2AF19-5109-46E5-9029-5D6C860F8E8D}" type="presParOf" srcId="{B1E6687A-3961-4B21-A2DD-99C33A655E3E}" destId="{3FEB2CF3-4E0D-4242-9138-34B8CC22E2AF}" srcOrd="10" destOrd="0" presId="urn:microsoft.com/office/officeart/2005/8/layout/default"/>
    <dgm:cxn modelId="{B5BF07CF-EF9B-4745-96C3-71F4B6B7FA56}" type="presParOf" srcId="{B1E6687A-3961-4B21-A2DD-99C33A655E3E}" destId="{A45E9D59-960C-4D22-9199-D539C93898E0}" srcOrd="11" destOrd="0" presId="urn:microsoft.com/office/officeart/2005/8/layout/default"/>
    <dgm:cxn modelId="{810B2AC5-45C9-4410-B557-77C269D2F52D}" type="presParOf" srcId="{B1E6687A-3961-4B21-A2DD-99C33A655E3E}" destId="{E2AC1983-9AA8-4672-8EF6-48B7FC02E126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8A102-E0E2-4E27-B1DA-9EC89DBC493D}">
      <dsp:nvSpPr>
        <dsp:cNvPr id="0" name=""/>
        <dsp:cNvSpPr/>
      </dsp:nvSpPr>
      <dsp:spPr>
        <a:xfrm>
          <a:off x="850500" y="1351287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5DEAEA-B01C-4521-9EB1-04AC94E687B8}">
      <dsp:nvSpPr>
        <dsp:cNvPr id="0" name=""/>
        <dsp:cNvSpPr/>
      </dsp:nvSpPr>
      <dsp:spPr>
        <a:xfrm>
          <a:off x="1084500" y="1585287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23418-63D2-4D51-A1F6-65FA55EC0AB3}">
      <dsp:nvSpPr>
        <dsp:cNvPr id="0" name=""/>
        <dsp:cNvSpPr/>
      </dsp:nvSpPr>
      <dsp:spPr>
        <a:xfrm>
          <a:off x="499500" y="2791287"/>
          <a:ext cx="1800000" cy="123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1" i="0" kern="1200" baseline="0"/>
            <a:t>Virtualizes the application layer</a:t>
          </a:r>
          <a:br>
            <a:rPr lang="pt-BR" sz="1100" b="0" i="0" kern="1200" baseline="0"/>
          </a:br>
          <a:r>
            <a:rPr lang="pt-BR" sz="1100" b="0" i="0" kern="1200" baseline="0"/>
            <a:t>Containers isolate applications while sharing the host operating system kernel, avoiding the need for separate guest OS instances.</a:t>
          </a:r>
          <a:endParaRPr lang="en-US" sz="1100" kern="1200"/>
        </a:p>
      </dsp:txBody>
      <dsp:txXfrm>
        <a:off x="499500" y="2791287"/>
        <a:ext cx="1800000" cy="1237500"/>
      </dsp:txXfrm>
    </dsp:sp>
    <dsp:sp modelId="{A62B9901-E036-434E-A574-864E8D4695BF}">
      <dsp:nvSpPr>
        <dsp:cNvPr id="0" name=""/>
        <dsp:cNvSpPr/>
      </dsp:nvSpPr>
      <dsp:spPr>
        <a:xfrm>
          <a:off x="2965500" y="1351287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E5999-EE9F-4319-9F62-14A4055AA1A9}">
      <dsp:nvSpPr>
        <dsp:cNvPr id="0" name=""/>
        <dsp:cNvSpPr/>
      </dsp:nvSpPr>
      <dsp:spPr>
        <a:xfrm>
          <a:off x="3199500" y="1585287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139A6-B961-4F68-94DC-5AE0F7DA2AF1}">
      <dsp:nvSpPr>
        <dsp:cNvPr id="0" name=""/>
        <dsp:cNvSpPr/>
      </dsp:nvSpPr>
      <dsp:spPr>
        <a:xfrm>
          <a:off x="2614500" y="2791287"/>
          <a:ext cx="1800000" cy="123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1" i="0" kern="1200" baseline="0"/>
            <a:t>Uses Linux namespaces</a:t>
          </a:r>
          <a:br>
            <a:rPr lang="pt-BR" sz="1100" b="0" i="0" kern="1200" baseline="0"/>
          </a:br>
          <a:r>
            <a:rPr lang="pt-BR" sz="1100" b="0" i="0" kern="1200" baseline="0"/>
            <a:t>Namespaces provide process-level isolation by separating resources such as process IDs, networking, file systems, and users.</a:t>
          </a:r>
          <a:endParaRPr lang="en-US" sz="1100" kern="1200"/>
        </a:p>
      </dsp:txBody>
      <dsp:txXfrm>
        <a:off x="2614500" y="2791287"/>
        <a:ext cx="1800000" cy="1237500"/>
      </dsp:txXfrm>
    </dsp:sp>
    <dsp:sp modelId="{B5B9AC3F-BA81-454E-841E-950DF42029FE}">
      <dsp:nvSpPr>
        <dsp:cNvPr id="0" name=""/>
        <dsp:cNvSpPr/>
      </dsp:nvSpPr>
      <dsp:spPr>
        <a:xfrm>
          <a:off x="5080500" y="1351287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2C4E5-C14D-4D1B-93CA-A5E6885DCD73}">
      <dsp:nvSpPr>
        <dsp:cNvPr id="0" name=""/>
        <dsp:cNvSpPr/>
      </dsp:nvSpPr>
      <dsp:spPr>
        <a:xfrm>
          <a:off x="5314500" y="1585287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B8B69C-CB96-4CF3-8E7B-98C0171E8B47}">
      <dsp:nvSpPr>
        <dsp:cNvPr id="0" name=""/>
        <dsp:cNvSpPr/>
      </dsp:nvSpPr>
      <dsp:spPr>
        <a:xfrm>
          <a:off x="4729500" y="2791287"/>
          <a:ext cx="1800000" cy="123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1" i="0" kern="1200" baseline="0"/>
            <a:t>Uses control groups (cgroups)</a:t>
          </a:r>
          <a:br>
            <a:rPr lang="pt-BR" sz="1100" b="0" i="0" kern="1200" baseline="0"/>
          </a:br>
          <a:r>
            <a:rPr lang="pt-BR" sz="1100" b="0" i="0" kern="1200" baseline="0"/>
            <a:t>cgroups limit and manage CPU, memory, disk I/O, and network usage for each container.</a:t>
          </a:r>
          <a:endParaRPr lang="en-US" sz="1100" kern="1200"/>
        </a:p>
      </dsp:txBody>
      <dsp:txXfrm>
        <a:off x="4729500" y="2791287"/>
        <a:ext cx="1800000" cy="1237500"/>
      </dsp:txXfrm>
    </dsp:sp>
    <dsp:sp modelId="{681A6B9D-E3FC-4515-912B-8EE67798D675}">
      <dsp:nvSpPr>
        <dsp:cNvPr id="0" name=""/>
        <dsp:cNvSpPr/>
      </dsp:nvSpPr>
      <dsp:spPr>
        <a:xfrm>
          <a:off x="7195500" y="1351287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632F9C-451B-4D84-8645-74D651858EB0}">
      <dsp:nvSpPr>
        <dsp:cNvPr id="0" name=""/>
        <dsp:cNvSpPr/>
      </dsp:nvSpPr>
      <dsp:spPr>
        <a:xfrm>
          <a:off x="7429500" y="1585287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2A509-2271-4DAD-B696-230886D064EE}">
      <dsp:nvSpPr>
        <dsp:cNvPr id="0" name=""/>
        <dsp:cNvSpPr/>
      </dsp:nvSpPr>
      <dsp:spPr>
        <a:xfrm>
          <a:off x="6844500" y="2791287"/>
          <a:ext cx="1800000" cy="123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b="1" i="0" kern="1200" baseline="0" dirty="0" err="1"/>
            <a:t>Layered</a:t>
          </a:r>
          <a:r>
            <a:rPr lang="pt-BR" sz="1100" b="1" i="0" kern="1200" baseline="0" dirty="0"/>
            <a:t> </a:t>
          </a:r>
          <a:r>
            <a:rPr lang="pt-BR" sz="1100" b="1" i="0" kern="1200" baseline="0" dirty="0" err="1"/>
            <a:t>filesystem</a:t>
          </a:r>
          <a:r>
            <a:rPr lang="pt-BR" sz="1100" b="1" i="0" kern="1200" baseline="0" dirty="0"/>
            <a:t> </a:t>
          </a:r>
          <a:r>
            <a:rPr lang="pt-BR" sz="1100" b="1" i="0" kern="1200" baseline="0" dirty="0" err="1"/>
            <a:t>architecture</a:t>
          </a:r>
          <a:br>
            <a:rPr lang="pt-BR" sz="1100" b="0" i="0" kern="1200" baseline="0" dirty="0"/>
          </a:br>
          <a:r>
            <a:rPr lang="pt-BR" sz="1100" b="0" i="0" kern="1200" baseline="0" dirty="0"/>
            <a:t>Container </a:t>
          </a:r>
          <a:r>
            <a:rPr lang="pt-BR" sz="1100" b="0" i="0" kern="1200" baseline="0" dirty="0" err="1"/>
            <a:t>images</a:t>
          </a:r>
          <a:r>
            <a:rPr lang="pt-BR" sz="1100" b="0" i="0" kern="1200" baseline="0" dirty="0"/>
            <a:t> are </a:t>
          </a:r>
          <a:r>
            <a:rPr lang="pt-BR" sz="1100" b="0" i="0" kern="1200" baseline="0" dirty="0" err="1"/>
            <a:t>built</a:t>
          </a:r>
          <a:r>
            <a:rPr lang="pt-BR" sz="1100" b="0" i="0" kern="1200" baseline="0" dirty="0"/>
            <a:t> in </a:t>
          </a:r>
          <a:r>
            <a:rPr lang="pt-BR" sz="1100" b="0" i="0" kern="1200" baseline="0" dirty="0" err="1"/>
            <a:t>immutable</a:t>
          </a:r>
          <a:r>
            <a:rPr lang="pt-BR" sz="1100" b="0" i="0" kern="1200" baseline="0" dirty="0"/>
            <a:t> </a:t>
          </a:r>
          <a:r>
            <a:rPr lang="pt-BR" sz="1100" b="0" i="0" kern="1200" baseline="0" dirty="0" err="1"/>
            <a:t>layers</a:t>
          </a:r>
          <a:r>
            <a:rPr lang="pt-BR" sz="1100" b="0" i="0" kern="1200" baseline="0" dirty="0"/>
            <a:t>, </a:t>
          </a:r>
          <a:r>
            <a:rPr lang="pt-BR" sz="1100" b="0" i="0" kern="1200" baseline="0" dirty="0" err="1"/>
            <a:t>enabling</a:t>
          </a:r>
          <a:r>
            <a:rPr lang="pt-BR" sz="1100" b="0" i="0" kern="1200" baseline="0" dirty="0"/>
            <a:t> </a:t>
          </a:r>
          <a:r>
            <a:rPr lang="pt-BR" sz="1100" b="0" i="0" kern="1200" baseline="0" dirty="0" err="1"/>
            <a:t>efficient</a:t>
          </a:r>
          <a:r>
            <a:rPr lang="pt-BR" sz="1100" b="0" i="0" kern="1200" baseline="0" dirty="0"/>
            <a:t> </a:t>
          </a:r>
          <a:r>
            <a:rPr lang="pt-BR" sz="1100" b="0" i="0" kern="1200" baseline="0" dirty="0" err="1"/>
            <a:t>storage</a:t>
          </a:r>
          <a:r>
            <a:rPr lang="pt-BR" sz="1100" b="0" i="0" kern="1200" baseline="0" dirty="0"/>
            <a:t>, </a:t>
          </a:r>
          <a:r>
            <a:rPr lang="pt-BR" sz="1100" b="0" i="0" kern="1200" baseline="0" dirty="0" err="1"/>
            <a:t>caching</a:t>
          </a:r>
          <a:r>
            <a:rPr lang="pt-BR" sz="1100" b="0" i="0" kern="1200" baseline="0" dirty="0"/>
            <a:t>, </a:t>
          </a:r>
          <a:r>
            <a:rPr lang="pt-BR" sz="1100" b="0" i="0" kern="1200" baseline="0" dirty="0" err="1"/>
            <a:t>and</a:t>
          </a:r>
          <a:r>
            <a:rPr lang="pt-BR" sz="1100" b="0" i="0" kern="1200" baseline="0" dirty="0"/>
            <a:t> </a:t>
          </a:r>
          <a:r>
            <a:rPr lang="pt-BR" sz="1100" b="0" i="0" kern="1200" baseline="0" dirty="0" err="1"/>
            <a:t>reproducibility</a:t>
          </a:r>
          <a:r>
            <a:rPr lang="pt-BR" sz="1100" b="0" i="0" kern="1200" baseline="0" dirty="0"/>
            <a:t>.</a:t>
          </a:r>
          <a:endParaRPr lang="en-US" sz="1100" kern="1200" dirty="0"/>
        </a:p>
      </dsp:txBody>
      <dsp:txXfrm>
        <a:off x="6844500" y="2791287"/>
        <a:ext cx="1800000" cy="1237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19167-0FE5-4313-97CC-FF3DA88F9FBB}">
      <dsp:nvSpPr>
        <dsp:cNvPr id="0" name=""/>
        <dsp:cNvSpPr/>
      </dsp:nvSpPr>
      <dsp:spPr>
        <a:xfrm>
          <a:off x="0" y="1799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/>
            <a:t>Docker Engine</a:t>
          </a:r>
          <a:endParaRPr lang="en-US" sz="4000" kern="1200"/>
        </a:p>
      </dsp:txBody>
      <dsp:txXfrm>
        <a:off x="0" y="179916"/>
        <a:ext cx="2561209" cy="1536725"/>
      </dsp:txXfrm>
    </dsp:sp>
    <dsp:sp modelId="{46A95BE5-772B-4E4F-97E6-787B15FCFE60}">
      <dsp:nvSpPr>
        <dsp:cNvPr id="0" name=""/>
        <dsp:cNvSpPr/>
      </dsp:nvSpPr>
      <dsp:spPr>
        <a:xfrm>
          <a:off x="2817330" y="179916"/>
          <a:ext cx="2561209" cy="15367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/>
            <a:t>Docker Daemon</a:t>
          </a:r>
          <a:endParaRPr lang="en-US" sz="4000" kern="1200"/>
        </a:p>
      </dsp:txBody>
      <dsp:txXfrm>
        <a:off x="2817330" y="179916"/>
        <a:ext cx="2561209" cy="1536725"/>
      </dsp:txXfrm>
    </dsp:sp>
    <dsp:sp modelId="{8B221019-2631-40D5-9524-3D4BE70BC1F2}">
      <dsp:nvSpPr>
        <dsp:cNvPr id="0" name=""/>
        <dsp:cNvSpPr/>
      </dsp:nvSpPr>
      <dsp:spPr>
        <a:xfrm>
          <a:off x="5634661" y="179916"/>
          <a:ext cx="2561209" cy="15367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/>
            <a:t>Docker CLI</a:t>
          </a:r>
          <a:endParaRPr lang="en-US" sz="4000" kern="1200"/>
        </a:p>
      </dsp:txBody>
      <dsp:txXfrm>
        <a:off x="5634661" y="179916"/>
        <a:ext cx="2561209" cy="1536725"/>
      </dsp:txXfrm>
    </dsp:sp>
    <dsp:sp modelId="{A8FD7569-0872-48AA-99B2-5F6209BAAE4E}">
      <dsp:nvSpPr>
        <dsp:cNvPr id="0" name=""/>
        <dsp:cNvSpPr/>
      </dsp:nvSpPr>
      <dsp:spPr>
        <a:xfrm>
          <a:off x="0" y="1972762"/>
          <a:ext cx="2561209" cy="15367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/>
            <a:t>Docker Images</a:t>
          </a:r>
          <a:endParaRPr lang="en-US" sz="4000" kern="1200"/>
        </a:p>
      </dsp:txBody>
      <dsp:txXfrm>
        <a:off x="0" y="1972762"/>
        <a:ext cx="2561209" cy="1536725"/>
      </dsp:txXfrm>
    </dsp:sp>
    <dsp:sp modelId="{5A3F8E5F-DE60-407D-8F8E-6FACC52F714C}">
      <dsp:nvSpPr>
        <dsp:cNvPr id="0" name=""/>
        <dsp:cNvSpPr/>
      </dsp:nvSpPr>
      <dsp:spPr>
        <a:xfrm>
          <a:off x="2817330" y="1972762"/>
          <a:ext cx="2561209" cy="153672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/>
            <a:t>Docker Containers</a:t>
          </a:r>
          <a:endParaRPr lang="en-US" sz="4000" kern="1200"/>
        </a:p>
      </dsp:txBody>
      <dsp:txXfrm>
        <a:off x="2817330" y="1972762"/>
        <a:ext cx="2561209" cy="1536725"/>
      </dsp:txXfrm>
    </dsp:sp>
    <dsp:sp modelId="{AC181C40-7837-4DD8-9A9F-5FC722E5DD43}">
      <dsp:nvSpPr>
        <dsp:cNvPr id="0" name=""/>
        <dsp:cNvSpPr/>
      </dsp:nvSpPr>
      <dsp:spPr>
        <a:xfrm>
          <a:off x="5634661" y="1972762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000" kern="1200"/>
            <a:t>Docker Registry</a:t>
          </a:r>
          <a:endParaRPr lang="en-US" sz="4000" kern="1200"/>
        </a:p>
      </dsp:txBody>
      <dsp:txXfrm>
        <a:off x="5634661" y="1972762"/>
        <a:ext cx="2561209" cy="15367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AACE7-A354-4717-ACF5-ADA0EC9E3723}">
      <dsp:nvSpPr>
        <dsp:cNvPr id="0" name=""/>
        <dsp:cNvSpPr/>
      </dsp:nvSpPr>
      <dsp:spPr>
        <a:xfrm>
          <a:off x="0" y="1799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Immutable templates</a:t>
          </a:r>
        </a:p>
      </dsp:txBody>
      <dsp:txXfrm>
        <a:off x="0" y="179916"/>
        <a:ext cx="2561209" cy="1536725"/>
      </dsp:txXfrm>
    </dsp:sp>
    <dsp:sp modelId="{D0B859CE-C82E-4D62-B0C1-05B11F9B2F86}">
      <dsp:nvSpPr>
        <dsp:cNvPr id="0" name=""/>
        <dsp:cNvSpPr/>
      </dsp:nvSpPr>
      <dsp:spPr>
        <a:xfrm>
          <a:off x="2817330" y="179916"/>
          <a:ext cx="2561209" cy="15367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Built from Dockerfile</a:t>
          </a:r>
        </a:p>
      </dsp:txBody>
      <dsp:txXfrm>
        <a:off x="2817330" y="179916"/>
        <a:ext cx="2561209" cy="1536725"/>
      </dsp:txXfrm>
    </dsp:sp>
    <dsp:sp modelId="{B1742421-C718-4945-9BA2-1A8BA630DFB9}">
      <dsp:nvSpPr>
        <dsp:cNvPr id="0" name=""/>
        <dsp:cNvSpPr/>
      </dsp:nvSpPr>
      <dsp:spPr>
        <a:xfrm>
          <a:off x="5634661" y="179916"/>
          <a:ext cx="2561209" cy="15367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Layered architecture</a:t>
          </a:r>
        </a:p>
      </dsp:txBody>
      <dsp:txXfrm>
        <a:off x="5634661" y="179916"/>
        <a:ext cx="2561209" cy="1536725"/>
      </dsp:txXfrm>
    </dsp:sp>
    <dsp:sp modelId="{32BB9369-7A89-4E88-B4BE-F6783CC56606}">
      <dsp:nvSpPr>
        <dsp:cNvPr id="0" name=""/>
        <dsp:cNvSpPr/>
      </dsp:nvSpPr>
      <dsp:spPr>
        <a:xfrm>
          <a:off x="1408665" y="1972762"/>
          <a:ext cx="2561209" cy="15367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Ensures reproducibility</a:t>
          </a:r>
        </a:p>
      </dsp:txBody>
      <dsp:txXfrm>
        <a:off x="1408665" y="1972762"/>
        <a:ext cx="2561209" cy="1536725"/>
      </dsp:txXfrm>
    </dsp:sp>
    <dsp:sp modelId="{D49E3406-8FB3-4DCE-ACB2-4CFE3EF77E6B}">
      <dsp:nvSpPr>
        <dsp:cNvPr id="0" name=""/>
        <dsp:cNvSpPr/>
      </dsp:nvSpPr>
      <dsp:spPr>
        <a:xfrm>
          <a:off x="4225995" y="1972762"/>
          <a:ext cx="2561209" cy="153672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Optimizes storage via layers</a:t>
          </a:r>
        </a:p>
      </dsp:txBody>
      <dsp:txXfrm>
        <a:off x="4225995" y="1972762"/>
        <a:ext cx="2561209" cy="15367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DC14A-6C81-4700-BED7-5FB51C4C2A43}">
      <dsp:nvSpPr>
        <dsp:cNvPr id="0" name=""/>
        <dsp:cNvSpPr/>
      </dsp:nvSpPr>
      <dsp:spPr>
        <a:xfrm>
          <a:off x="0" y="1799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Reproducible pipelines</a:t>
          </a:r>
          <a:endParaRPr lang="en-US" sz="3200" kern="1200"/>
        </a:p>
      </dsp:txBody>
      <dsp:txXfrm>
        <a:off x="0" y="179916"/>
        <a:ext cx="2561209" cy="1536725"/>
      </dsp:txXfrm>
    </dsp:sp>
    <dsp:sp modelId="{30030A87-D9A4-4D59-9110-A0732C83A34E}">
      <dsp:nvSpPr>
        <dsp:cNvPr id="0" name=""/>
        <dsp:cNvSpPr/>
      </dsp:nvSpPr>
      <dsp:spPr>
        <a:xfrm>
          <a:off x="2817330" y="179916"/>
          <a:ext cx="2561209" cy="15367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Environment versioning</a:t>
          </a:r>
          <a:endParaRPr lang="en-US" sz="3200" kern="1200"/>
        </a:p>
      </dsp:txBody>
      <dsp:txXfrm>
        <a:off x="2817330" y="179916"/>
        <a:ext cx="2561209" cy="1536725"/>
      </dsp:txXfrm>
    </dsp:sp>
    <dsp:sp modelId="{92B03D05-624F-495D-A861-E800767CE2D4}">
      <dsp:nvSpPr>
        <dsp:cNvPr id="0" name=""/>
        <dsp:cNvSpPr/>
      </dsp:nvSpPr>
      <dsp:spPr>
        <a:xfrm>
          <a:off x="5634661" y="179916"/>
          <a:ext cx="2561209" cy="15367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Isolation of dependencies</a:t>
          </a:r>
          <a:endParaRPr lang="en-US" sz="3200" kern="1200"/>
        </a:p>
      </dsp:txBody>
      <dsp:txXfrm>
        <a:off x="5634661" y="179916"/>
        <a:ext cx="2561209" cy="1536725"/>
      </dsp:txXfrm>
    </dsp:sp>
    <dsp:sp modelId="{264F3B48-711E-422D-83AD-6499EF54C2B2}">
      <dsp:nvSpPr>
        <dsp:cNvPr id="0" name=""/>
        <dsp:cNvSpPr/>
      </dsp:nvSpPr>
      <dsp:spPr>
        <a:xfrm>
          <a:off x="1408665" y="1972762"/>
          <a:ext cx="2561209" cy="15367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CI/CD integration</a:t>
          </a:r>
          <a:endParaRPr lang="en-US" sz="3200" kern="1200"/>
        </a:p>
      </dsp:txBody>
      <dsp:txXfrm>
        <a:off x="1408665" y="1972762"/>
        <a:ext cx="2561209" cy="1536725"/>
      </dsp:txXfrm>
    </dsp:sp>
    <dsp:sp modelId="{565F9B4C-8999-440C-A31E-89E8614A319B}">
      <dsp:nvSpPr>
        <dsp:cNvPr id="0" name=""/>
        <dsp:cNvSpPr/>
      </dsp:nvSpPr>
      <dsp:spPr>
        <a:xfrm>
          <a:off x="4225995" y="1972762"/>
          <a:ext cx="2561209" cy="153672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/>
            <a:t>Cloud portability</a:t>
          </a:r>
          <a:endParaRPr lang="en-US" sz="3200" kern="1200"/>
        </a:p>
      </dsp:txBody>
      <dsp:txXfrm>
        <a:off x="4225995" y="1972762"/>
        <a:ext cx="2561209" cy="15367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11085-9C57-4CBE-913B-8BBFC2B2C205}">
      <dsp:nvSpPr>
        <dsp:cNvPr id="0" name=""/>
        <dsp:cNvSpPr/>
      </dsp:nvSpPr>
      <dsp:spPr>
        <a:xfrm>
          <a:off x="0" y="29063"/>
          <a:ext cx="9126044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Application Service</a:t>
          </a:r>
          <a:br>
            <a:rPr lang="pt-BR" sz="2200" kern="1200"/>
          </a:br>
          <a:r>
            <a:rPr lang="pt-BR" sz="2200" kern="1200"/>
            <a:t>Handles business logic and API endpoints.</a:t>
          </a:r>
          <a:endParaRPr lang="en-US" sz="2200" kern="1200"/>
        </a:p>
      </dsp:txBody>
      <dsp:txXfrm>
        <a:off x="42722" y="71785"/>
        <a:ext cx="9040600" cy="789716"/>
      </dsp:txXfrm>
    </dsp:sp>
    <dsp:sp modelId="{CD1BE44F-B70A-44B2-BAFA-AC29C95F6F81}">
      <dsp:nvSpPr>
        <dsp:cNvPr id="0" name=""/>
        <dsp:cNvSpPr/>
      </dsp:nvSpPr>
      <dsp:spPr>
        <a:xfrm>
          <a:off x="0" y="967583"/>
          <a:ext cx="9126044" cy="87516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Database Service</a:t>
          </a:r>
          <a:br>
            <a:rPr lang="pt-BR" sz="2200" kern="1200"/>
          </a:br>
          <a:r>
            <a:rPr lang="pt-BR" sz="2200" kern="1200"/>
            <a:t>Stores structured or unstructured data.</a:t>
          </a:r>
          <a:endParaRPr lang="en-US" sz="2200" kern="1200"/>
        </a:p>
      </dsp:txBody>
      <dsp:txXfrm>
        <a:off x="42722" y="1010305"/>
        <a:ext cx="9040600" cy="789716"/>
      </dsp:txXfrm>
    </dsp:sp>
    <dsp:sp modelId="{5B238CE2-7320-48F3-92BA-85C3A9C35DB3}">
      <dsp:nvSpPr>
        <dsp:cNvPr id="0" name=""/>
        <dsp:cNvSpPr/>
      </dsp:nvSpPr>
      <dsp:spPr>
        <a:xfrm>
          <a:off x="0" y="1906103"/>
          <a:ext cx="9126044" cy="87516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Cache Service</a:t>
          </a:r>
          <a:br>
            <a:rPr lang="pt-BR" sz="2200" kern="1200"/>
          </a:br>
          <a:r>
            <a:rPr lang="pt-BR" sz="2200" kern="1200"/>
            <a:t>Improves performance by storing frequently accessed data.</a:t>
          </a:r>
          <a:endParaRPr lang="en-US" sz="2200" kern="1200"/>
        </a:p>
      </dsp:txBody>
      <dsp:txXfrm>
        <a:off x="42722" y="1948825"/>
        <a:ext cx="9040600" cy="789716"/>
      </dsp:txXfrm>
    </dsp:sp>
    <dsp:sp modelId="{D2EA53B3-16EB-475A-B89C-4A2B2491B389}">
      <dsp:nvSpPr>
        <dsp:cNvPr id="0" name=""/>
        <dsp:cNvSpPr/>
      </dsp:nvSpPr>
      <dsp:spPr>
        <a:xfrm>
          <a:off x="0" y="2844623"/>
          <a:ext cx="9126044" cy="87516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Message Broker</a:t>
          </a:r>
          <a:br>
            <a:rPr lang="pt-BR" sz="2200" kern="1200"/>
          </a:br>
          <a:r>
            <a:rPr lang="pt-BR" sz="2200" kern="1200"/>
            <a:t>Enables asynchronous communication between services.</a:t>
          </a:r>
          <a:endParaRPr lang="en-US" sz="2200" kern="1200"/>
        </a:p>
      </dsp:txBody>
      <dsp:txXfrm>
        <a:off x="42722" y="2887345"/>
        <a:ext cx="9040600" cy="789716"/>
      </dsp:txXfrm>
    </dsp:sp>
    <dsp:sp modelId="{8E73C331-D444-4E5C-956C-F08AECC645A4}">
      <dsp:nvSpPr>
        <dsp:cNvPr id="0" name=""/>
        <dsp:cNvSpPr/>
      </dsp:nvSpPr>
      <dsp:spPr>
        <a:xfrm>
          <a:off x="0" y="3783143"/>
          <a:ext cx="9126044" cy="8751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Monitoring &amp; Logging Tools</a:t>
          </a:r>
          <a:br>
            <a:rPr lang="pt-BR" sz="2200" kern="1200"/>
          </a:br>
          <a:r>
            <a:rPr lang="pt-BR" sz="2200" kern="1200"/>
            <a:t>Provide observability and operational insight.</a:t>
          </a:r>
          <a:endParaRPr lang="en-US" sz="2200" kern="1200"/>
        </a:p>
      </dsp:txBody>
      <dsp:txXfrm>
        <a:off x="42722" y="3825865"/>
        <a:ext cx="9040600" cy="7897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9A678-A92C-4B9F-B8F7-94FFC6C5C664}">
      <dsp:nvSpPr>
        <dsp:cNvPr id="0" name=""/>
        <dsp:cNvSpPr/>
      </dsp:nvSpPr>
      <dsp:spPr>
        <a:xfrm>
          <a:off x="0" y="1515"/>
          <a:ext cx="9135022" cy="6459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93019A-DAF7-4294-B360-F60B5738A72B}">
      <dsp:nvSpPr>
        <dsp:cNvPr id="0" name=""/>
        <dsp:cNvSpPr/>
      </dsp:nvSpPr>
      <dsp:spPr>
        <a:xfrm>
          <a:off x="195396" y="146852"/>
          <a:ext cx="355266" cy="3552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E54DF-A16E-476A-9CF9-CF7D525C8534}">
      <dsp:nvSpPr>
        <dsp:cNvPr id="0" name=""/>
        <dsp:cNvSpPr/>
      </dsp:nvSpPr>
      <dsp:spPr>
        <a:xfrm>
          <a:off x="746058" y="1515"/>
          <a:ext cx="8388963" cy="64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62" tIns="68362" rIns="68362" bIns="6836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Docker Compose is a tool used to define and manage multi-container applications.</a:t>
          </a:r>
          <a:endParaRPr lang="en-US" sz="1600" kern="1200"/>
        </a:p>
      </dsp:txBody>
      <dsp:txXfrm>
        <a:off x="746058" y="1515"/>
        <a:ext cx="8388963" cy="645938"/>
      </dsp:txXfrm>
    </dsp:sp>
    <dsp:sp modelId="{05FF9A7B-E556-46AE-9997-9C8BFC3C192A}">
      <dsp:nvSpPr>
        <dsp:cNvPr id="0" name=""/>
        <dsp:cNvSpPr/>
      </dsp:nvSpPr>
      <dsp:spPr>
        <a:xfrm>
          <a:off x="0" y="808938"/>
          <a:ext cx="9135022" cy="6459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9BAD6-03BC-4FE1-972F-93F6F52BAC70}">
      <dsp:nvSpPr>
        <dsp:cNvPr id="0" name=""/>
        <dsp:cNvSpPr/>
      </dsp:nvSpPr>
      <dsp:spPr>
        <a:xfrm>
          <a:off x="195396" y="954274"/>
          <a:ext cx="355266" cy="3552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D4D56-22F4-401B-915F-B94CE8E56D2E}">
      <dsp:nvSpPr>
        <dsp:cNvPr id="0" name=""/>
        <dsp:cNvSpPr/>
      </dsp:nvSpPr>
      <dsp:spPr>
        <a:xfrm>
          <a:off x="746058" y="808938"/>
          <a:ext cx="8388963" cy="64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62" tIns="68362" rIns="68362" bIns="6836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Define multiple services</a:t>
          </a:r>
          <a:br>
            <a:rPr lang="pt-BR" sz="1600" kern="1200"/>
          </a:br>
          <a:r>
            <a:rPr lang="pt-BR" sz="1600" kern="1200"/>
            <a:t>Describe all application components in a single configuration file.</a:t>
          </a:r>
          <a:endParaRPr lang="en-US" sz="1600" kern="1200"/>
        </a:p>
      </dsp:txBody>
      <dsp:txXfrm>
        <a:off x="746058" y="808938"/>
        <a:ext cx="8388963" cy="645938"/>
      </dsp:txXfrm>
    </dsp:sp>
    <dsp:sp modelId="{FB638A35-B645-435F-9F50-7E8C7458A866}">
      <dsp:nvSpPr>
        <dsp:cNvPr id="0" name=""/>
        <dsp:cNvSpPr/>
      </dsp:nvSpPr>
      <dsp:spPr>
        <a:xfrm>
          <a:off x="0" y="1616361"/>
          <a:ext cx="9135022" cy="6459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972DE-9D0F-466D-B239-BC5E994A1EC4}">
      <dsp:nvSpPr>
        <dsp:cNvPr id="0" name=""/>
        <dsp:cNvSpPr/>
      </dsp:nvSpPr>
      <dsp:spPr>
        <a:xfrm>
          <a:off x="195396" y="1761697"/>
          <a:ext cx="355266" cy="3552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0BF0D6-4936-4161-97FF-5200C256243F}">
      <dsp:nvSpPr>
        <dsp:cNvPr id="0" name=""/>
        <dsp:cNvSpPr/>
      </dsp:nvSpPr>
      <dsp:spPr>
        <a:xfrm>
          <a:off x="746058" y="1616361"/>
          <a:ext cx="8388963" cy="64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62" tIns="68362" rIns="68362" bIns="6836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Automatic network management</a:t>
          </a:r>
          <a:br>
            <a:rPr lang="pt-BR" sz="1600" kern="1200"/>
          </a:br>
          <a:r>
            <a:rPr lang="pt-BR" sz="1600" kern="1200"/>
            <a:t>Creates an isolated virtual network for service communication.</a:t>
          </a:r>
          <a:endParaRPr lang="en-US" sz="1600" kern="1200"/>
        </a:p>
      </dsp:txBody>
      <dsp:txXfrm>
        <a:off x="746058" y="1616361"/>
        <a:ext cx="8388963" cy="645938"/>
      </dsp:txXfrm>
    </dsp:sp>
    <dsp:sp modelId="{777A6CCC-FE29-4EDE-B74A-DA9A64056AB0}">
      <dsp:nvSpPr>
        <dsp:cNvPr id="0" name=""/>
        <dsp:cNvSpPr/>
      </dsp:nvSpPr>
      <dsp:spPr>
        <a:xfrm>
          <a:off x="0" y="2423784"/>
          <a:ext cx="9135022" cy="6459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E6EC21-B415-4315-8DAB-6FD036EA1B1B}">
      <dsp:nvSpPr>
        <dsp:cNvPr id="0" name=""/>
        <dsp:cNvSpPr/>
      </dsp:nvSpPr>
      <dsp:spPr>
        <a:xfrm>
          <a:off x="195396" y="2569120"/>
          <a:ext cx="355266" cy="3552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56A7E-494B-4420-BC4B-4535306BAA89}">
      <dsp:nvSpPr>
        <dsp:cNvPr id="0" name=""/>
        <dsp:cNvSpPr/>
      </dsp:nvSpPr>
      <dsp:spPr>
        <a:xfrm>
          <a:off x="746058" y="2423784"/>
          <a:ext cx="8388963" cy="64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62" tIns="68362" rIns="68362" bIns="6836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Startup dependency control</a:t>
          </a:r>
          <a:br>
            <a:rPr lang="pt-BR" sz="1600" kern="1200"/>
          </a:br>
          <a:r>
            <a:rPr lang="pt-BR" sz="1600" kern="1200"/>
            <a:t>Ensures services start in the correct order.</a:t>
          </a:r>
          <a:endParaRPr lang="en-US" sz="1600" kern="1200"/>
        </a:p>
      </dsp:txBody>
      <dsp:txXfrm>
        <a:off x="746058" y="2423784"/>
        <a:ext cx="8388963" cy="645938"/>
      </dsp:txXfrm>
    </dsp:sp>
    <dsp:sp modelId="{B398337B-D857-4BC9-A48F-70AF73893841}">
      <dsp:nvSpPr>
        <dsp:cNvPr id="0" name=""/>
        <dsp:cNvSpPr/>
      </dsp:nvSpPr>
      <dsp:spPr>
        <a:xfrm>
          <a:off x="0" y="3231207"/>
          <a:ext cx="9135022" cy="6459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DD91D-15C9-4B36-9615-AB9BBDB77B0E}">
      <dsp:nvSpPr>
        <dsp:cNvPr id="0" name=""/>
        <dsp:cNvSpPr/>
      </dsp:nvSpPr>
      <dsp:spPr>
        <a:xfrm>
          <a:off x="195396" y="3376543"/>
          <a:ext cx="355266" cy="3552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B6E8C-5F63-480A-931B-EC50563A74FA}">
      <dsp:nvSpPr>
        <dsp:cNvPr id="0" name=""/>
        <dsp:cNvSpPr/>
      </dsp:nvSpPr>
      <dsp:spPr>
        <a:xfrm>
          <a:off x="746058" y="3231207"/>
          <a:ext cx="8388963" cy="64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62" tIns="68362" rIns="68362" bIns="6836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Volume configuration</a:t>
          </a:r>
          <a:br>
            <a:rPr lang="pt-BR" sz="1600" kern="1200"/>
          </a:br>
          <a:r>
            <a:rPr lang="pt-BR" sz="1600" kern="1200"/>
            <a:t>Manages persistent storage outside container lifecycles.</a:t>
          </a:r>
          <a:endParaRPr lang="en-US" sz="1600" kern="1200"/>
        </a:p>
      </dsp:txBody>
      <dsp:txXfrm>
        <a:off x="746058" y="3231207"/>
        <a:ext cx="8388963" cy="645938"/>
      </dsp:txXfrm>
    </dsp:sp>
    <dsp:sp modelId="{DB52BF45-F143-4324-B3C4-9425BB165933}">
      <dsp:nvSpPr>
        <dsp:cNvPr id="0" name=""/>
        <dsp:cNvSpPr/>
      </dsp:nvSpPr>
      <dsp:spPr>
        <a:xfrm>
          <a:off x="0" y="4038630"/>
          <a:ext cx="9135022" cy="6459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E0EE9-DA02-4999-8486-D88F1EDC2251}">
      <dsp:nvSpPr>
        <dsp:cNvPr id="0" name=""/>
        <dsp:cNvSpPr/>
      </dsp:nvSpPr>
      <dsp:spPr>
        <a:xfrm>
          <a:off x="195396" y="4183966"/>
          <a:ext cx="355266" cy="35526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FB308-1597-4009-805C-971905AB1676}">
      <dsp:nvSpPr>
        <dsp:cNvPr id="0" name=""/>
        <dsp:cNvSpPr/>
      </dsp:nvSpPr>
      <dsp:spPr>
        <a:xfrm>
          <a:off x="746058" y="4038630"/>
          <a:ext cx="8388963" cy="64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62" tIns="68362" rIns="68362" bIns="6836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Single YAML configuration file</a:t>
          </a:r>
          <a:br>
            <a:rPr lang="pt-BR" sz="1600" kern="1200"/>
          </a:br>
          <a:r>
            <a:rPr lang="pt-BR" sz="1600" kern="1200"/>
            <a:t>Infrastructure defined declaratively using docker-compose.yml.</a:t>
          </a:r>
          <a:endParaRPr lang="en-US" sz="1600" kern="1200"/>
        </a:p>
      </dsp:txBody>
      <dsp:txXfrm>
        <a:off x="746058" y="4038630"/>
        <a:ext cx="8388963" cy="64593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6660E-0FF0-4BA2-9D56-583531C97830}">
      <dsp:nvSpPr>
        <dsp:cNvPr id="0" name=""/>
        <dsp:cNvSpPr/>
      </dsp:nvSpPr>
      <dsp:spPr>
        <a:xfrm>
          <a:off x="0" y="0"/>
          <a:ext cx="91350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B978E-8418-4637-BBCC-99429217B6FB}">
      <dsp:nvSpPr>
        <dsp:cNvPr id="0" name=""/>
        <dsp:cNvSpPr/>
      </dsp:nvSpPr>
      <dsp:spPr>
        <a:xfrm>
          <a:off x="0" y="0"/>
          <a:ext cx="9135021" cy="1186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Containers are ephemeral</a:t>
          </a:r>
          <a:br>
            <a:rPr lang="en-US" sz="2300" kern="1200"/>
          </a:br>
          <a:r>
            <a:rPr lang="en-US" sz="2300" kern="1200"/>
            <a:t>When a container is removed, its internal filesystem is destroyed.</a:t>
          </a:r>
        </a:p>
      </dsp:txBody>
      <dsp:txXfrm>
        <a:off x="0" y="0"/>
        <a:ext cx="9135021" cy="1186141"/>
      </dsp:txXfrm>
    </dsp:sp>
    <dsp:sp modelId="{003692B9-FAB7-439D-8B24-F718EF19ECAD}">
      <dsp:nvSpPr>
        <dsp:cNvPr id="0" name=""/>
        <dsp:cNvSpPr/>
      </dsp:nvSpPr>
      <dsp:spPr>
        <a:xfrm>
          <a:off x="0" y="1186141"/>
          <a:ext cx="91350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40D80-4A68-44CE-B0E0-F7743719C955}">
      <dsp:nvSpPr>
        <dsp:cNvPr id="0" name=""/>
        <dsp:cNvSpPr/>
      </dsp:nvSpPr>
      <dsp:spPr>
        <a:xfrm>
          <a:off x="0" y="1186141"/>
          <a:ext cx="9135021" cy="1186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Volumes provide persistent storage</a:t>
          </a:r>
          <a:br>
            <a:rPr lang="en-US" sz="2300" kern="1200"/>
          </a:br>
          <a:r>
            <a:rPr lang="en-US" sz="2300" kern="1200"/>
            <a:t>Data is stored outside the container lifecycle on the host system.</a:t>
          </a:r>
        </a:p>
      </dsp:txBody>
      <dsp:txXfrm>
        <a:off x="0" y="1186141"/>
        <a:ext cx="9135021" cy="1186141"/>
      </dsp:txXfrm>
    </dsp:sp>
    <dsp:sp modelId="{5F7DE2B7-3152-412F-A254-199C9F543463}">
      <dsp:nvSpPr>
        <dsp:cNvPr id="0" name=""/>
        <dsp:cNvSpPr/>
      </dsp:nvSpPr>
      <dsp:spPr>
        <a:xfrm>
          <a:off x="0" y="2372282"/>
          <a:ext cx="91350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07E23-4672-4A8D-BF78-D7E77995EB4A}">
      <dsp:nvSpPr>
        <dsp:cNvPr id="0" name=""/>
        <dsp:cNvSpPr/>
      </dsp:nvSpPr>
      <dsp:spPr>
        <a:xfrm>
          <a:off x="0" y="2372282"/>
          <a:ext cx="9135021" cy="1186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Data survives container removal</a:t>
          </a:r>
          <a:br>
            <a:rPr lang="en-US" sz="2300" kern="1200"/>
          </a:br>
          <a:r>
            <a:rPr lang="en-US" sz="2300" kern="1200"/>
            <a:t>Containers can be recreated without losing database or application data.</a:t>
          </a:r>
        </a:p>
      </dsp:txBody>
      <dsp:txXfrm>
        <a:off x="0" y="2372282"/>
        <a:ext cx="9135021" cy="1186141"/>
      </dsp:txXfrm>
    </dsp:sp>
    <dsp:sp modelId="{B3D0807D-3D94-496D-AC8D-1E7B787C13AD}">
      <dsp:nvSpPr>
        <dsp:cNvPr id="0" name=""/>
        <dsp:cNvSpPr/>
      </dsp:nvSpPr>
      <dsp:spPr>
        <a:xfrm>
          <a:off x="0" y="3558423"/>
          <a:ext cx="91350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69E31-FDDF-429B-A95F-7BA146F9FA4E}">
      <dsp:nvSpPr>
        <dsp:cNvPr id="0" name=""/>
        <dsp:cNvSpPr/>
      </dsp:nvSpPr>
      <dsp:spPr>
        <a:xfrm>
          <a:off x="0" y="3558423"/>
          <a:ext cx="9135021" cy="1186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Decouples storage from execution</a:t>
          </a:r>
          <a:br>
            <a:rPr lang="en-US" sz="2300" kern="1200"/>
          </a:br>
          <a:r>
            <a:rPr lang="en-US" sz="2300" kern="1200"/>
            <a:t>The application runtime becomes independent from the data layer.</a:t>
          </a:r>
        </a:p>
      </dsp:txBody>
      <dsp:txXfrm>
        <a:off x="0" y="3558423"/>
        <a:ext cx="9135021" cy="11861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65123-A935-408C-B795-477D2C9E5986}">
      <dsp:nvSpPr>
        <dsp:cNvPr id="0" name=""/>
        <dsp:cNvSpPr/>
      </dsp:nvSpPr>
      <dsp:spPr>
        <a:xfrm>
          <a:off x="0" y="579"/>
          <a:ext cx="91350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4531C-AC8C-48F6-BD08-DF2CBB77C015}">
      <dsp:nvSpPr>
        <dsp:cNvPr id="0" name=""/>
        <dsp:cNvSpPr/>
      </dsp:nvSpPr>
      <dsp:spPr>
        <a:xfrm>
          <a:off x="0" y="579"/>
          <a:ext cx="9135021" cy="948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 err="1"/>
            <a:t>What</a:t>
          </a:r>
          <a:r>
            <a:rPr lang="pt-BR" sz="2800" b="1" kern="1200" dirty="0"/>
            <a:t> </a:t>
          </a:r>
          <a:r>
            <a:rPr lang="pt-BR" sz="2800" b="1" kern="1200" dirty="0" err="1"/>
            <a:t>Happens</a:t>
          </a:r>
          <a:r>
            <a:rPr lang="pt-BR" sz="2800" b="1" kern="1200" dirty="0"/>
            <a:t> </a:t>
          </a:r>
          <a:r>
            <a:rPr lang="pt-BR" sz="2800" b="1" kern="1200" dirty="0" err="1"/>
            <a:t>Internally</a:t>
          </a:r>
          <a:r>
            <a:rPr lang="pt-BR" sz="2800" b="1" kern="1200" dirty="0"/>
            <a:t>?</a:t>
          </a:r>
        </a:p>
      </dsp:txBody>
      <dsp:txXfrm>
        <a:off x="0" y="579"/>
        <a:ext cx="9135021" cy="948681"/>
      </dsp:txXfrm>
    </dsp:sp>
    <dsp:sp modelId="{8A756813-5C2A-4CCB-9023-7F145D99D0A4}">
      <dsp:nvSpPr>
        <dsp:cNvPr id="0" name=""/>
        <dsp:cNvSpPr/>
      </dsp:nvSpPr>
      <dsp:spPr>
        <a:xfrm>
          <a:off x="0" y="949260"/>
          <a:ext cx="91350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DD078-1209-4478-9FA4-9B3994CD7E88}">
      <dsp:nvSpPr>
        <dsp:cNvPr id="0" name=""/>
        <dsp:cNvSpPr/>
      </dsp:nvSpPr>
      <dsp:spPr>
        <a:xfrm>
          <a:off x="0" y="949260"/>
          <a:ext cx="9135021" cy="948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/>
            <a:t>The container writes data to a directory inside its filesystem.</a:t>
          </a:r>
        </a:p>
      </dsp:txBody>
      <dsp:txXfrm>
        <a:off x="0" y="949260"/>
        <a:ext cx="9135021" cy="948681"/>
      </dsp:txXfrm>
    </dsp:sp>
    <dsp:sp modelId="{439AED40-16D3-4161-BFC9-752FAF0441B1}">
      <dsp:nvSpPr>
        <dsp:cNvPr id="0" name=""/>
        <dsp:cNvSpPr/>
      </dsp:nvSpPr>
      <dsp:spPr>
        <a:xfrm>
          <a:off x="0" y="1897941"/>
          <a:ext cx="91350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BD20D-B5A1-4F81-9B44-AC558B23F19F}">
      <dsp:nvSpPr>
        <dsp:cNvPr id="0" name=""/>
        <dsp:cNvSpPr/>
      </dsp:nvSpPr>
      <dsp:spPr>
        <a:xfrm>
          <a:off x="0" y="1897941"/>
          <a:ext cx="9135021" cy="948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/>
            <a:t>Docker maps that directory to a volume stored on the host.</a:t>
          </a:r>
        </a:p>
      </dsp:txBody>
      <dsp:txXfrm>
        <a:off x="0" y="1897941"/>
        <a:ext cx="9135021" cy="948681"/>
      </dsp:txXfrm>
    </dsp:sp>
    <dsp:sp modelId="{D6B25878-7AF1-4FA6-9247-7DC4BACAF562}">
      <dsp:nvSpPr>
        <dsp:cNvPr id="0" name=""/>
        <dsp:cNvSpPr/>
      </dsp:nvSpPr>
      <dsp:spPr>
        <a:xfrm>
          <a:off x="0" y="2846623"/>
          <a:ext cx="91350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53F67-85C8-47FB-A4A5-1D430FD775B7}">
      <dsp:nvSpPr>
        <dsp:cNvPr id="0" name=""/>
        <dsp:cNvSpPr/>
      </dsp:nvSpPr>
      <dsp:spPr>
        <a:xfrm>
          <a:off x="0" y="2846623"/>
          <a:ext cx="9135021" cy="948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/>
            <a:t>If the container is removed, the volume remains intact.</a:t>
          </a:r>
        </a:p>
      </dsp:txBody>
      <dsp:txXfrm>
        <a:off x="0" y="2846623"/>
        <a:ext cx="9135021" cy="948681"/>
      </dsp:txXfrm>
    </dsp:sp>
    <dsp:sp modelId="{801D28BC-50F1-411E-A043-417574EBE734}">
      <dsp:nvSpPr>
        <dsp:cNvPr id="0" name=""/>
        <dsp:cNvSpPr/>
      </dsp:nvSpPr>
      <dsp:spPr>
        <a:xfrm>
          <a:off x="0" y="3795304"/>
          <a:ext cx="91350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FB8EF-FB90-4415-8EF1-9BE0AC55B2FC}">
      <dsp:nvSpPr>
        <dsp:cNvPr id="0" name=""/>
        <dsp:cNvSpPr/>
      </dsp:nvSpPr>
      <dsp:spPr>
        <a:xfrm>
          <a:off x="0" y="3795304"/>
          <a:ext cx="9135021" cy="948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/>
            <a:t>A new container can reattach to the same volume.</a:t>
          </a:r>
        </a:p>
      </dsp:txBody>
      <dsp:txXfrm>
        <a:off x="0" y="3795304"/>
        <a:ext cx="9135021" cy="9486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DE2B7-3152-412F-A254-199C9F543463}">
      <dsp:nvSpPr>
        <dsp:cNvPr id="0" name=""/>
        <dsp:cNvSpPr/>
      </dsp:nvSpPr>
      <dsp:spPr>
        <a:xfrm>
          <a:off x="0" y="0"/>
          <a:ext cx="91350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07E23-4672-4A8D-BF78-D7E77995EB4A}">
      <dsp:nvSpPr>
        <dsp:cNvPr id="0" name=""/>
        <dsp:cNvSpPr/>
      </dsp:nvSpPr>
      <dsp:spPr>
        <a:xfrm>
          <a:off x="0" y="0"/>
          <a:ext cx="9135021" cy="2372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b="1" kern="1200" dirty="0" err="1"/>
            <a:t>Without</a:t>
          </a:r>
          <a:r>
            <a:rPr lang="pt-BR" sz="4800" b="1" kern="1200" dirty="0"/>
            <a:t> Volume</a:t>
          </a:r>
        </a:p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kern="1200" dirty="0"/>
            <a:t>Container </a:t>
          </a:r>
          <a:r>
            <a:rPr lang="pt-BR" sz="4800" kern="1200" dirty="0" err="1"/>
            <a:t>deleted</a:t>
          </a:r>
          <a:r>
            <a:rPr lang="pt-BR" sz="4800" kern="1200" dirty="0"/>
            <a:t> → Data </a:t>
          </a:r>
          <a:r>
            <a:rPr lang="pt-BR" sz="4800" kern="1200" dirty="0" err="1"/>
            <a:t>lost</a:t>
          </a:r>
          <a:r>
            <a:rPr lang="pt-BR" sz="4800" kern="1200" dirty="0"/>
            <a:t>.</a:t>
          </a:r>
          <a:endParaRPr lang="en-US" sz="4800" kern="1200" dirty="0"/>
        </a:p>
      </dsp:txBody>
      <dsp:txXfrm>
        <a:off x="0" y="0"/>
        <a:ext cx="9135021" cy="2372282"/>
      </dsp:txXfrm>
    </dsp:sp>
    <dsp:sp modelId="{B3D0807D-3D94-496D-AC8D-1E7B787C13AD}">
      <dsp:nvSpPr>
        <dsp:cNvPr id="0" name=""/>
        <dsp:cNvSpPr/>
      </dsp:nvSpPr>
      <dsp:spPr>
        <a:xfrm>
          <a:off x="0" y="2372282"/>
          <a:ext cx="91350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69E31-FDDF-429B-A95F-7BA146F9FA4E}">
      <dsp:nvSpPr>
        <dsp:cNvPr id="0" name=""/>
        <dsp:cNvSpPr/>
      </dsp:nvSpPr>
      <dsp:spPr>
        <a:xfrm>
          <a:off x="0" y="2372282"/>
          <a:ext cx="9135021" cy="2372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b="1" kern="1200" dirty="0" err="1"/>
            <a:t>With</a:t>
          </a:r>
          <a:r>
            <a:rPr lang="pt-BR" sz="4800" b="1" kern="1200" dirty="0"/>
            <a:t> Volume</a:t>
          </a:r>
        </a:p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kern="1200" dirty="0"/>
            <a:t>Container </a:t>
          </a:r>
          <a:r>
            <a:rPr lang="pt-BR" sz="4800" kern="1200" dirty="0" err="1"/>
            <a:t>deleted</a:t>
          </a:r>
          <a:r>
            <a:rPr lang="pt-BR" sz="4800" kern="1200" dirty="0"/>
            <a:t> → Data </a:t>
          </a:r>
          <a:r>
            <a:rPr lang="pt-BR" sz="4800" kern="1200" dirty="0" err="1"/>
            <a:t>remains</a:t>
          </a:r>
          <a:r>
            <a:rPr lang="pt-BR" sz="4800" kern="1200" dirty="0"/>
            <a:t>.</a:t>
          </a:r>
          <a:endParaRPr lang="en-US" sz="4800" kern="1200" dirty="0"/>
        </a:p>
      </dsp:txBody>
      <dsp:txXfrm>
        <a:off x="0" y="2372282"/>
        <a:ext cx="9135021" cy="237228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63109-5FD9-4FEC-9043-CB3920DDF674}">
      <dsp:nvSpPr>
        <dsp:cNvPr id="0" name=""/>
        <dsp:cNvSpPr/>
      </dsp:nvSpPr>
      <dsp:spPr>
        <a:xfrm>
          <a:off x="0" y="0"/>
          <a:ext cx="91350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CD91A-15B6-4046-86C9-3AC588C73A21}">
      <dsp:nvSpPr>
        <dsp:cNvPr id="0" name=""/>
        <dsp:cNvSpPr/>
      </dsp:nvSpPr>
      <dsp:spPr>
        <a:xfrm>
          <a:off x="0" y="0"/>
          <a:ext cx="9135021" cy="4744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>
              <a:latin typeface="Arial" panose="020B0604020202020204" pitchFamily="34" charset="0"/>
              <a:cs typeface="Arial" panose="020B0604020202020204" pitchFamily="34" charset="0"/>
            </a:rPr>
            <a:t>/var/</a:t>
          </a:r>
          <a:r>
            <a:rPr lang="pt-BR" sz="2400" b="1" kern="1200" dirty="0" err="1">
              <a:latin typeface="Arial" panose="020B0604020202020204" pitchFamily="34" charset="0"/>
              <a:cs typeface="Arial" panose="020B0604020202020204" pitchFamily="34" charset="0"/>
            </a:rPr>
            <a:t>lib</a:t>
          </a:r>
          <a:r>
            <a:rPr lang="pt-BR" sz="2400" b="1" kern="1200" dirty="0">
              <a:latin typeface="Arial" panose="020B0604020202020204" pitchFamily="34" charset="0"/>
              <a:cs typeface="Arial" panose="020B0604020202020204" pitchFamily="34" charset="0"/>
            </a:rPr>
            <a:t>/</a:t>
          </a:r>
          <a:r>
            <a:rPr lang="pt-BR" sz="2400" b="1" kern="1200" dirty="0" err="1">
              <a:latin typeface="Arial" panose="020B0604020202020204" pitchFamily="34" charset="0"/>
              <a:cs typeface="Arial" panose="020B0604020202020204" pitchFamily="34" charset="0"/>
            </a:rPr>
            <a:t>postgresql</a:t>
          </a:r>
          <a:r>
            <a:rPr lang="pt-BR" sz="2400" b="1" kern="1200" dirty="0">
              <a:latin typeface="Arial" panose="020B0604020202020204" pitchFamily="34" charset="0"/>
              <a:cs typeface="Arial" panose="020B0604020202020204" pitchFamily="34" charset="0"/>
            </a:rPr>
            <a:t>/data → </a:t>
          </a:r>
          <a:r>
            <a:rPr lang="pt-BR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internal</a:t>
          </a:r>
          <a:r>
            <a:rPr lang="pt-BR" sz="2400" b="0" kern="1200" dirty="0">
              <a:latin typeface="Arial" panose="020B0604020202020204" pitchFamily="34" charset="0"/>
              <a:cs typeface="Arial" panose="020B0604020202020204" pitchFamily="34" charset="0"/>
            </a:rPr>
            <a:t> container path</a:t>
          </a:r>
          <a:br>
            <a:rPr lang="pt-BR" sz="2400" b="1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pt-BR" sz="2400" b="1" kern="1200" dirty="0" err="1">
              <a:latin typeface="Arial" panose="020B0604020202020204" pitchFamily="34" charset="0"/>
              <a:cs typeface="Arial" panose="020B0604020202020204" pitchFamily="34" charset="0"/>
            </a:rPr>
            <a:t>db_data</a:t>
          </a:r>
          <a:r>
            <a:rPr lang="pt-BR" sz="2400" b="1" kern="1200" dirty="0">
              <a:latin typeface="Arial" panose="020B0604020202020204" pitchFamily="34" charset="0"/>
              <a:cs typeface="Arial" panose="020B0604020202020204" pitchFamily="34" charset="0"/>
            </a:rPr>
            <a:t> → </a:t>
          </a:r>
          <a:r>
            <a:rPr lang="pt-BR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persistent</a:t>
          </a:r>
          <a:r>
            <a:rPr lang="pt-BR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pt-BR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storage</a:t>
          </a:r>
          <a:r>
            <a:rPr lang="pt-BR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pt-BR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on</a:t>
          </a:r>
          <a:r>
            <a:rPr lang="pt-BR" sz="24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pt-BR" sz="2400" b="0" kern="1200" dirty="0" err="1">
              <a:latin typeface="Arial" panose="020B0604020202020204" pitchFamily="34" charset="0"/>
              <a:cs typeface="Arial" panose="020B0604020202020204" pitchFamily="34" charset="0"/>
            </a:rPr>
            <a:t>the</a:t>
          </a:r>
          <a:r>
            <a:rPr lang="pt-BR" sz="2400" b="0" kern="1200" dirty="0">
              <a:latin typeface="Arial" panose="020B0604020202020204" pitchFamily="34" charset="0"/>
              <a:cs typeface="Arial" panose="020B0604020202020204" pitchFamily="34" charset="0"/>
            </a:rPr>
            <a:t> host</a:t>
          </a:r>
        </a:p>
      </dsp:txBody>
      <dsp:txXfrm>
        <a:off x="0" y="0"/>
        <a:ext cx="9135021" cy="474456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B8E03A-A75A-41EE-8D90-31F00A81E9A8}">
      <dsp:nvSpPr>
        <dsp:cNvPr id="0" name=""/>
        <dsp:cNvSpPr/>
      </dsp:nvSpPr>
      <dsp:spPr>
        <a:xfrm>
          <a:off x="376435" y="915745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B4B837-C4F6-4B93-AF60-63D82D668292}">
      <dsp:nvSpPr>
        <dsp:cNvPr id="0" name=""/>
        <dsp:cNvSpPr/>
      </dsp:nvSpPr>
      <dsp:spPr>
        <a:xfrm>
          <a:off x="610435" y="1149745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7203D-BC63-428B-BD07-F8B7EE7236C2}">
      <dsp:nvSpPr>
        <dsp:cNvPr id="0" name=""/>
        <dsp:cNvSpPr/>
      </dsp:nvSpPr>
      <dsp:spPr>
        <a:xfrm>
          <a:off x="25435" y="2355745"/>
          <a:ext cx="1800000" cy="921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Automatic internal DNS</a:t>
          </a:r>
          <a:br>
            <a:rPr lang="en-US" sz="1100" kern="1200"/>
          </a:br>
          <a:r>
            <a:rPr lang="en-US" sz="1100" kern="1200"/>
            <a:t>Docker automatically creates an internal DNS server for service discovery.</a:t>
          </a:r>
        </a:p>
      </dsp:txBody>
      <dsp:txXfrm>
        <a:off x="25435" y="2355745"/>
        <a:ext cx="1800000" cy="921313"/>
      </dsp:txXfrm>
    </dsp:sp>
    <dsp:sp modelId="{9F61EBB4-7CA6-4705-9A44-1785E3F472FB}">
      <dsp:nvSpPr>
        <dsp:cNvPr id="0" name=""/>
        <dsp:cNvSpPr/>
      </dsp:nvSpPr>
      <dsp:spPr>
        <a:xfrm>
          <a:off x="2491435" y="915745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2A4397-FCF8-4E38-8095-3B4FAF708624}">
      <dsp:nvSpPr>
        <dsp:cNvPr id="0" name=""/>
        <dsp:cNvSpPr/>
      </dsp:nvSpPr>
      <dsp:spPr>
        <a:xfrm>
          <a:off x="2725435" y="1149745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39864-854C-4305-A7DB-BFE6D97D4E9E}">
      <dsp:nvSpPr>
        <dsp:cNvPr id="0" name=""/>
        <dsp:cNvSpPr/>
      </dsp:nvSpPr>
      <dsp:spPr>
        <a:xfrm>
          <a:off x="2140435" y="2355745"/>
          <a:ext cx="1800000" cy="921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Service name communication</a:t>
          </a:r>
          <a:br>
            <a:rPr lang="en-US" sz="1100" kern="1200"/>
          </a:br>
          <a:r>
            <a:rPr lang="en-US" sz="1100" kern="1200"/>
            <a:t>Containers communicate using the service name defined in docker-compose.yml.</a:t>
          </a:r>
        </a:p>
      </dsp:txBody>
      <dsp:txXfrm>
        <a:off x="2140435" y="2355745"/>
        <a:ext cx="1800000" cy="921313"/>
      </dsp:txXfrm>
    </dsp:sp>
    <dsp:sp modelId="{B9903714-7E5A-4427-9DBB-51CF5A6C8864}">
      <dsp:nvSpPr>
        <dsp:cNvPr id="0" name=""/>
        <dsp:cNvSpPr/>
      </dsp:nvSpPr>
      <dsp:spPr>
        <a:xfrm>
          <a:off x="4606435" y="915745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9324AF-9A90-4AA9-9EB4-E1601DFAB6DB}">
      <dsp:nvSpPr>
        <dsp:cNvPr id="0" name=""/>
        <dsp:cNvSpPr/>
      </dsp:nvSpPr>
      <dsp:spPr>
        <a:xfrm>
          <a:off x="4840435" y="1149745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2CBF7-9F8A-40CF-92D5-3779D1F216BD}">
      <dsp:nvSpPr>
        <dsp:cNvPr id="0" name=""/>
        <dsp:cNvSpPr/>
      </dsp:nvSpPr>
      <dsp:spPr>
        <a:xfrm>
          <a:off x="4255435" y="2355745"/>
          <a:ext cx="1800000" cy="921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Isolated virtual network</a:t>
          </a:r>
          <a:br>
            <a:rPr lang="en-US" sz="1100" kern="1200"/>
          </a:br>
          <a:r>
            <a:rPr lang="en-US" sz="1100" kern="1200"/>
            <a:t>All services are connected through a private virtual bridge network.</a:t>
          </a:r>
        </a:p>
      </dsp:txBody>
      <dsp:txXfrm>
        <a:off x="4255435" y="2355745"/>
        <a:ext cx="1800000" cy="921313"/>
      </dsp:txXfrm>
    </dsp:sp>
    <dsp:sp modelId="{A4DFF627-6831-4AC5-A944-F9B45932E370}">
      <dsp:nvSpPr>
        <dsp:cNvPr id="0" name=""/>
        <dsp:cNvSpPr/>
      </dsp:nvSpPr>
      <dsp:spPr>
        <a:xfrm>
          <a:off x="6721435" y="915745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8B319-5737-4C3E-8B26-03DCC65DE0E2}">
      <dsp:nvSpPr>
        <dsp:cNvPr id="0" name=""/>
        <dsp:cNvSpPr/>
      </dsp:nvSpPr>
      <dsp:spPr>
        <a:xfrm>
          <a:off x="6955435" y="1149745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4F497-8FEB-492F-9F82-FB9EF7C8A24B}">
      <dsp:nvSpPr>
        <dsp:cNvPr id="0" name=""/>
        <dsp:cNvSpPr/>
      </dsp:nvSpPr>
      <dsp:spPr>
        <a:xfrm>
          <a:off x="6370435" y="2355745"/>
          <a:ext cx="1800000" cy="921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Secure internal traffic</a:t>
          </a:r>
          <a:br>
            <a:rPr lang="en-US" sz="1100" kern="1200"/>
          </a:br>
          <a:r>
            <a:rPr lang="en-US" sz="1100" kern="1200"/>
            <a:t>Containers communicate internally without exposing ports externally.</a:t>
          </a:r>
        </a:p>
      </dsp:txBody>
      <dsp:txXfrm>
        <a:off x="6370435" y="2355745"/>
        <a:ext cx="1800000" cy="92131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5F6E05-80C1-468F-8C56-AE0D8060D27E}">
      <dsp:nvSpPr>
        <dsp:cNvPr id="0" name=""/>
        <dsp:cNvSpPr/>
      </dsp:nvSpPr>
      <dsp:spPr>
        <a:xfrm>
          <a:off x="0" y="63040"/>
          <a:ext cx="8195871" cy="9898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baseline="0"/>
            <a:t>Minimize image size</a:t>
          </a:r>
          <a:br>
            <a:rPr lang="pt-BR" sz="1800" b="0" i="0" kern="1200" baseline="0"/>
          </a:br>
          <a:r>
            <a:rPr lang="pt-BR" sz="1800" b="0" i="0" kern="1200" baseline="0"/>
            <a:t>Use lightweight base images (e.g., slim or alpine variants) to reduce the attack surface.</a:t>
          </a:r>
          <a:endParaRPr lang="en-US" sz="1800" kern="1200"/>
        </a:p>
      </dsp:txBody>
      <dsp:txXfrm>
        <a:off x="48319" y="111359"/>
        <a:ext cx="8099233" cy="893182"/>
      </dsp:txXfrm>
    </dsp:sp>
    <dsp:sp modelId="{B9D51C2A-6018-47A2-9F9F-3C4E3A579DC2}">
      <dsp:nvSpPr>
        <dsp:cNvPr id="0" name=""/>
        <dsp:cNvSpPr/>
      </dsp:nvSpPr>
      <dsp:spPr>
        <a:xfrm>
          <a:off x="0" y="1104700"/>
          <a:ext cx="8195871" cy="98982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baseline="0"/>
            <a:t>Avoid running as root</a:t>
          </a:r>
          <a:br>
            <a:rPr lang="pt-BR" sz="1800" b="0" i="0" kern="1200" baseline="0"/>
          </a:br>
          <a:r>
            <a:rPr lang="pt-BR" sz="1800" b="0" i="0" kern="1200" baseline="0"/>
            <a:t>Configure containers to run as a non-privileged user to limit potential damage.</a:t>
          </a:r>
          <a:endParaRPr lang="en-US" sz="1800" kern="1200"/>
        </a:p>
      </dsp:txBody>
      <dsp:txXfrm>
        <a:off x="48319" y="1153019"/>
        <a:ext cx="8099233" cy="893182"/>
      </dsp:txXfrm>
    </dsp:sp>
    <dsp:sp modelId="{52EABD8E-D04C-4A13-8DD7-2280102554BE}">
      <dsp:nvSpPr>
        <dsp:cNvPr id="0" name=""/>
        <dsp:cNvSpPr/>
      </dsp:nvSpPr>
      <dsp:spPr>
        <a:xfrm>
          <a:off x="0" y="2146360"/>
          <a:ext cx="8195871" cy="9898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baseline="0"/>
            <a:t>Scan for vulnerabilities</a:t>
          </a:r>
          <a:br>
            <a:rPr lang="pt-BR" sz="1800" b="0" i="0" kern="1200" baseline="0"/>
          </a:br>
          <a:r>
            <a:rPr lang="pt-BR" sz="1800" b="0" i="0" kern="1200" baseline="0"/>
            <a:t>Regularly scan images for known CVEs using security tools.</a:t>
          </a:r>
          <a:endParaRPr lang="en-US" sz="1800" kern="1200"/>
        </a:p>
      </dsp:txBody>
      <dsp:txXfrm>
        <a:off x="48319" y="2194679"/>
        <a:ext cx="8099233" cy="893182"/>
      </dsp:txXfrm>
    </dsp:sp>
    <dsp:sp modelId="{64ABB49B-09AB-493A-888B-7038A01D3150}">
      <dsp:nvSpPr>
        <dsp:cNvPr id="0" name=""/>
        <dsp:cNvSpPr/>
      </dsp:nvSpPr>
      <dsp:spPr>
        <a:xfrm>
          <a:off x="0" y="3188020"/>
          <a:ext cx="8195871" cy="98982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baseline="0"/>
            <a:t>Avoid hardcoded secrets</a:t>
          </a:r>
          <a:br>
            <a:rPr lang="pt-BR" sz="1800" b="0" i="0" kern="1200" baseline="0"/>
          </a:br>
          <a:r>
            <a:rPr lang="pt-BR" sz="1800" b="0" i="0" kern="1200" baseline="0"/>
            <a:t>Never embed credentials directly in Dockerfiles or source code.</a:t>
          </a:r>
          <a:endParaRPr lang="en-US" sz="1800" kern="1200"/>
        </a:p>
      </dsp:txBody>
      <dsp:txXfrm>
        <a:off x="48319" y="3236339"/>
        <a:ext cx="8099233" cy="893182"/>
      </dsp:txXfrm>
    </dsp:sp>
    <dsp:sp modelId="{59251A07-7C53-4DC8-8AFE-665B00AA1D5A}">
      <dsp:nvSpPr>
        <dsp:cNvPr id="0" name=""/>
        <dsp:cNvSpPr/>
      </dsp:nvSpPr>
      <dsp:spPr>
        <a:xfrm>
          <a:off x="0" y="4229680"/>
          <a:ext cx="8195871" cy="9898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baseline="0"/>
            <a:t>Use environment variables or secret managers</a:t>
          </a:r>
          <a:br>
            <a:rPr lang="pt-BR" sz="1800" b="0" i="0" kern="1200" baseline="0"/>
          </a:br>
          <a:r>
            <a:rPr lang="pt-BR" sz="1800" b="0" i="0" kern="1200" baseline="0"/>
            <a:t>Inject sensitive configuration securely at runtime.</a:t>
          </a:r>
          <a:endParaRPr lang="en-US" sz="1800" kern="1200"/>
        </a:p>
      </dsp:txBody>
      <dsp:txXfrm>
        <a:off x="48319" y="4277999"/>
        <a:ext cx="8099233" cy="89318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917C38-ADCC-49CF-BC0A-611B1DE94FF0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3482EA-AFE8-43B3-A63E-F945FB7A82B8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BDBCD6-0571-4848-98F3-AA13EA68C096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As systems grow, a single host is no longer sufficient.</a:t>
          </a:r>
        </a:p>
      </dsp:txBody>
      <dsp:txXfrm>
        <a:off x="518589" y="1265836"/>
        <a:ext cx="1582031" cy="632812"/>
      </dsp:txXfrm>
    </dsp:sp>
    <dsp:sp modelId="{C76892DA-1A99-4997-80E5-6BC8B22403E7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44755-3033-42B5-86EF-D68146DBF03D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99B1C-C7CD-48C0-9BAB-53CE9DBE85C9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Multiple hosts</a:t>
          </a:r>
          <a:br>
            <a:rPr lang="en-US" sz="1100" kern="1200"/>
          </a:br>
          <a:r>
            <a:rPr lang="en-US" sz="1100" kern="1200"/>
            <a:t>Applications run across several machines in a cluster.</a:t>
          </a:r>
        </a:p>
      </dsp:txBody>
      <dsp:txXfrm>
        <a:off x="2377476" y="1265836"/>
        <a:ext cx="1582031" cy="632812"/>
      </dsp:txXfrm>
    </dsp:sp>
    <dsp:sp modelId="{EC9659CD-5A55-44DB-9FB5-44370C9BB58B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7B89E0-2BE1-4A64-AE8D-EF01F34CAC5B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3D51F-95EB-433C-8AB9-D72EB3F098CF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High availability</a:t>
          </a:r>
          <a:br>
            <a:rPr lang="en-US" sz="1100" kern="1200"/>
          </a:br>
          <a:r>
            <a:rPr lang="en-US" sz="1100" kern="1200"/>
            <a:t>If one node fails, services must continue running.</a:t>
          </a:r>
        </a:p>
      </dsp:txBody>
      <dsp:txXfrm>
        <a:off x="4236363" y="1265836"/>
        <a:ext cx="1582031" cy="632812"/>
      </dsp:txXfrm>
    </dsp:sp>
    <dsp:sp modelId="{F1B3100A-E620-409D-84C5-B9DA291CAEB9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4DF5A-8B5E-471F-9EA7-D9A6D0C27E11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FA7D1C-34BE-4D99-AD28-21FDBE0010E0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Load balancing</a:t>
          </a:r>
          <a:br>
            <a:rPr lang="en-US" sz="1100" kern="1200"/>
          </a:br>
          <a:r>
            <a:rPr lang="en-US" sz="1100" kern="1200"/>
            <a:t>Incoming traffic must be distributed across instances.</a:t>
          </a:r>
        </a:p>
      </dsp:txBody>
      <dsp:txXfrm>
        <a:off x="6095249" y="1265836"/>
        <a:ext cx="1582031" cy="632812"/>
      </dsp:txXfrm>
    </dsp:sp>
    <dsp:sp modelId="{924332D0-B14B-4A5C-9DA2-0934A1FCC2E5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AD5063-3846-4A24-B169-AD20019DC54A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A7E1B-A1E8-4B32-8300-CA897AAD631F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Auto-scaling</a:t>
          </a:r>
          <a:br>
            <a:rPr lang="en-US" sz="1100" kern="1200"/>
          </a:br>
          <a:r>
            <a:rPr lang="en-US" sz="1100" kern="1200"/>
            <a:t>The system should dynamically adjust to traffic demand.</a:t>
          </a:r>
        </a:p>
      </dsp:txBody>
      <dsp:txXfrm>
        <a:off x="3306919" y="3559781"/>
        <a:ext cx="1582031" cy="63281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2BF0C-E6A9-46CD-B30B-C8EA4DC8C172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Docker Swarm</a:t>
          </a:r>
          <a:endParaRPr lang="en-US" sz="2400" kern="1200" dirty="0"/>
        </a:p>
      </dsp:txBody>
      <dsp:txXfrm>
        <a:off x="0" y="431616"/>
        <a:ext cx="2561209" cy="1536725"/>
      </dsp:txXfrm>
    </dsp:sp>
    <dsp:sp modelId="{BE3209A4-5AEC-4AC4-8F99-F067AFADE796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Native to Docker</a:t>
          </a:r>
        </a:p>
      </dsp:txBody>
      <dsp:txXfrm>
        <a:off x="2817330" y="431616"/>
        <a:ext cx="2561209" cy="1536725"/>
      </dsp:txXfrm>
    </dsp:sp>
    <dsp:sp modelId="{78EFDC01-3DD9-4D04-93FD-1D9C6F934AAE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Simpler setup and configuration</a:t>
          </a:r>
        </a:p>
      </dsp:txBody>
      <dsp:txXfrm>
        <a:off x="5634661" y="431616"/>
        <a:ext cx="2561209" cy="1536725"/>
      </dsp:txXfrm>
    </dsp:sp>
    <dsp:sp modelId="{D36F1B40-2580-4EDF-91C3-EB7BF73C51D5}">
      <dsp:nvSpPr>
        <dsp:cNvPr id="0" name=""/>
        <dsp:cNvSpPr/>
      </dsp:nvSpPr>
      <dsp:spPr>
        <a:xfrm>
          <a:off x="0" y="2224462"/>
          <a:ext cx="2561209" cy="1536725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Easier learning curve</a:t>
          </a:r>
        </a:p>
      </dsp:txBody>
      <dsp:txXfrm>
        <a:off x="0" y="2224462"/>
        <a:ext cx="2561209" cy="1536725"/>
      </dsp:txXfrm>
    </dsp:sp>
    <dsp:sp modelId="{C4E96DDC-D4E7-4E0A-88C8-B1C98308A920}">
      <dsp:nvSpPr>
        <dsp:cNvPr id="0" name=""/>
        <dsp:cNvSpPr/>
      </dsp:nvSpPr>
      <dsp:spPr>
        <a:xfrm>
          <a:off x="2817330" y="2224462"/>
          <a:ext cx="2561209" cy="1536725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Suitable for small to medium clusters</a:t>
          </a:r>
        </a:p>
      </dsp:txBody>
      <dsp:txXfrm>
        <a:off x="2817330" y="2224462"/>
        <a:ext cx="2561209" cy="1536725"/>
      </dsp:txXfrm>
    </dsp:sp>
    <dsp:sp modelId="{912A3144-5FFE-4F47-A0D1-223C564921F7}">
      <dsp:nvSpPr>
        <dsp:cNvPr id="0" name=""/>
        <dsp:cNvSpPr/>
      </dsp:nvSpPr>
      <dsp:spPr>
        <a:xfrm>
          <a:off x="5634661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Limited ecosystem compared to Kubernetes</a:t>
          </a:r>
        </a:p>
      </dsp:txBody>
      <dsp:txXfrm>
        <a:off x="5634661" y="2224462"/>
        <a:ext cx="2561209" cy="153672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6CE59-3B4E-4BB0-9D00-4568DBBE5D1D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0" i="0" kern="1200" baseline="0"/>
            <a:t>Advanced orchestration platform</a:t>
          </a:r>
          <a:endParaRPr lang="en-US" sz="2400" kern="1200"/>
        </a:p>
      </dsp:txBody>
      <dsp:txXfrm>
        <a:off x="0" y="431616"/>
        <a:ext cx="2561209" cy="1536725"/>
      </dsp:txXfrm>
    </dsp:sp>
    <dsp:sp modelId="{C379C52C-64E1-4496-B37E-23B616002A37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0" i="0" kern="1200" baseline="0"/>
            <a:t>Automatic scaling (Horizontal Pod Autoscaling)</a:t>
          </a:r>
          <a:endParaRPr lang="en-US" sz="2400" kern="1200"/>
        </a:p>
      </dsp:txBody>
      <dsp:txXfrm>
        <a:off x="2817330" y="431616"/>
        <a:ext cx="2561209" cy="1536725"/>
      </dsp:txXfrm>
    </dsp:sp>
    <dsp:sp modelId="{4EB05936-17EE-4104-82C6-974A9D293C3D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0" i="0" kern="1200" baseline="0"/>
            <a:t>Self-healing (automatic container restarts)</a:t>
          </a:r>
          <a:endParaRPr lang="en-US" sz="2400" kern="1200"/>
        </a:p>
      </dsp:txBody>
      <dsp:txXfrm>
        <a:off x="5634661" y="431616"/>
        <a:ext cx="2561209" cy="1536725"/>
      </dsp:txXfrm>
    </dsp:sp>
    <dsp:sp modelId="{D9D889BA-205A-45B7-B749-CFC7D0BE84E4}">
      <dsp:nvSpPr>
        <dsp:cNvPr id="0" name=""/>
        <dsp:cNvSpPr/>
      </dsp:nvSpPr>
      <dsp:spPr>
        <a:xfrm>
          <a:off x="0" y="2224462"/>
          <a:ext cx="2561209" cy="1536725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0" i="0" kern="1200" baseline="0"/>
            <a:t>Rolling updates and rollbacks</a:t>
          </a:r>
          <a:endParaRPr lang="en-US" sz="2400" kern="1200"/>
        </a:p>
      </dsp:txBody>
      <dsp:txXfrm>
        <a:off x="0" y="2224462"/>
        <a:ext cx="2561209" cy="1536725"/>
      </dsp:txXfrm>
    </dsp:sp>
    <dsp:sp modelId="{E2F8594C-7B6A-4A5B-9B01-ED7E4EB7158A}">
      <dsp:nvSpPr>
        <dsp:cNvPr id="0" name=""/>
        <dsp:cNvSpPr/>
      </dsp:nvSpPr>
      <dsp:spPr>
        <a:xfrm>
          <a:off x="2817330" y="2224462"/>
          <a:ext cx="2561209" cy="1536725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0" i="0" kern="1200" baseline="0"/>
            <a:t>Large ecosystem and cloud integration</a:t>
          </a:r>
          <a:endParaRPr lang="en-US" sz="2400" kern="1200"/>
        </a:p>
      </dsp:txBody>
      <dsp:txXfrm>
        <a:off x="2817330" y="2224462"/>
        <a:ext cx="2561209" cy="1536725"/>
      </dsp:txXfrm>
    </dsp:sp>
    <dsp:sp modelId="{EA7D7098-25CC-4E03-BA71-047A0F3BE188}">
      <dsp:nvSpPr>
        <dsp:cNvPr id="0" name=""/>
        <dsp:cNvSpPr/>
      </dsp:nvSpPr>
      <dsp:spPr>
        <a:xfrm>
          <a:off x="5634661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0" i="0" kern="1200" baseline="0"/>
            <a:t>Industry standard for production systems</a:t>
          </a:r>
          <a:endParaRPr lang="en-US" sz="2400" kern="1200"/>
        </a:p>
      </dsp:txBody>
      <dsp:txXfrm>
        <a:off x="5634661" y="2224462"/>
        <a:ext cx="2561209" cy="153672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9461E-EAB5-40DB-A0ED-1C6252252718}">
      <dsp:nvSpPr>
        <dsp:cNvPr id="0" name=""/>
        <dsp:cNvSpPr/>
      </dsp:nvSpPr>
      <dsp:spPr>
        <a:xfrm>
          <a:off x="0" y="445961"/>
          <a:ext cx="9143999" cy="67532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/>
            <a:t>Containers are foundational to modern DevOps practices.</a:t>
          </a:r>
          <a:endParaRPr lang="en-US" sz="1700" kern="1200"/>
        </a:p>
      </dsp:txBody>
      <dsp:txXfrm>
        <a:off x="32967" y="478928"/>
        <a:ext cx="9078065" cy="609393"/>
      </dsp:txXfrm>
    </dsp:sp>
    <dsp:sp modelId="{0CE668C9-44D3-425C-AB8E-24383A404305}">
      <dsp:nvSpPr>
        <dsp:cNvPr id="0" name=""/>
        <dsp:cNvSpPr/>
      </dsp:nvSpPr>
      <dsp:spPr>
        <a:xfrm>
          <a:off x="0" y="1170249"/>
          <a:ext cx="9143999" cy="675327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/>
            <a:t>Continuous Integration (CI)</a:t>
          </a:r>
          <a:br>
            <a:rPr lang="pt-BR" sz="1700" kern="1200"/>
          </a:br>
          <a:r>
            <a:rPr lang="pt-BR" sz="1700" kern="1200"/>
            <a:t>Automatically build and test applications inside reproducible container environments.</a:t>
          </a:r>
          <a:endParaRPr lang="en-US" sz="1700" kern="1200"/>
        </a:p>
      </dsp:txBody>
      <dsp:txXfrm>
        <a:off x="32967" y="1203216"/>
        <a:ext cx="9078065" cy="609393"/>
      </dsp:txXfrm>
    </dsp:sp>
    <dsp:sp modelId="{795CAC8C-6A4D-4EC9-A32C-C06FB0742AED}">
      <dsp:nvSpPr>
        <dsp:cNvPr id="0" name=""/>
        <dsp:cNvSpPr/>
      </dsp:nvSpPr>
      <dsp:spPr>
        <a:xfrm>
          <a:off x="0" y="1894536"/>
          <a:ext cx="9143999" cy="675327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/>
            <a:t>Continuous Deployment (CD)</a:t>
          </a:r>
          <a:br>
            <a:rPr lang="pt-BR" sz="1700" kern="1200"/>
          </a:br>
          <a:r>
            <a:rPr lang="pt-BR" sz="1700" kern="1200"/>
            <a:t>Deploy containerized applications consistently across environments.</a:t>
          </a:r>
          <a:endParaRPr lang="en-US" sz="1700" kern="1200"/>
        </a:p>
      </dsp:txBody>
      <dsp:txXfrm>
        <a:off x="32967" y="1927503"/>
        <a:ext cx="9078065" cy="609393"/>
      </dsp:txXfrm>
    </dsp:sp>
    <dsp:sp modelId="{03B93878-EE62-487D-9BFF-397EF050EDE9}">
      <dsp:nvSpPr>
        <dsp:cNvPr id="0" name=""/>
        <dsp:cNvSpPr/>
      </dsp:nvSpPr>
      <dsp:spPr>
        <a:xfrm>
          <a:off x="0" y="2618824"/>
          <a:ext cx="9143999" cy="675327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/>
            <a:t>Infrastructure as Code (IaC)</a:t>
          </a:r>
          <a:br>
            <a:rPr lang="pt-BR" sz="1700" kern="1200"/>
          </a:br>
          <a:r>
            <a:rPr lang="pt-BR" sz="1700" kern="1200"/>
            <a:t>Define infrastructure declaratively using configuration files (e.g., Docker Compose, Kubernetes YAML).</a:t>
          </a:r>
          <a:endParaRPr lang="en-US" sz="1700" kern="1200"/>
        </a:p>
      </dsp:txBody>
      <dsp:txXfrm>
        <a:off x="32967" y="2651791"/>
        <a:ext cx="9078065" cy="609393"/>
      </dsp:txXfrm>
    </dsp:sp>
    <dsp:sp modelId="{335D3D52-65FA-493B-933B-48524B0147CA}">
      <dsp:nvSpPr>
        <dsp:cNvPr id="0" name=""/>
        <dsp:cNvSpPr/>
      </dsp:nvSpPr>
      <dsp:spPr>
        <a:xfrm>
          <a:off x="0" y="3343112"/>
          <a:ext cx="9143999" cy="675327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/>
            <a:t>Microservices architecture</a:t>
          </a:r>
          <a:br>
            <a:rPr lang="pt-BR" sz="1700" kern="1200"/>
          </a:br>
          <a:r>
            <a:rPr lang="pt-BR" sz="1700" kern="1200"/>
            <a:t>Deploy independent, loosely coupled services in isolated containers.</a:t>
          </a:r>
          <a:endParaRPr lang="en-US" sz="1700" kern="1200"/>
        </a:p>
      </dsp:txBody>
      <dsp:txXfrm>
        <a:off x="32967" y="3376079"/>
        <a:ext cx="9078065" cy="609393"/>
      </dsp:txXfrm>
    </dsp:sp>
    <dsp:sp modelId="{47532F3D-119E-4C87-838B-FE2493BB1818}">
      <dsp:nvSpPr>
        <dsp:cNvPr id="0" name=""/>
        <dsp:cNvSpPr/>
      </dsp:nvSpPr>
      <dsp:spPr>
        <a:xfrm>
          <a:off x="0" y="4067399"/>
          <a:ext cx="9143999" cy="675327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/>
            <a:t>Immutable infrastructure</a:t>
          </a:r>
          <a:br>
            <a:rPr lang="pt-BR" sz="1700" kern="1200"/>
          </a:br>
          <a:r>
            <a:rPr lang="pt-BR" sz="1700" kern="1200"/>
            <a:t>Replace containers instead of modifying running systems.</a:t>
          </a:r>
          <a:endParaRPr lang="en-US" sz="1700" kern="1200"/>
        </a:p>
      </dsp:txBody>
      <dsp:txXfrm>
        <a:off x="32967" y="4100366"/>
        <a:ext cx="9078065" cy="60939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F5C844-B128-4F64-B795-4BBAAAA5EDE0}">
      <dsp:nvSpPr>
        <dsp:cNvPr id="0" name=""/>
        <dsp:cNvSpPr/>
      </dsp:nvSpPr>
      <dsp:spPr>
        <a:xfrm>
          <a:off x="0" y="113267"/>
          <a:ext cx="9143999" cy="7945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Containers are widely used across the modern data stack.</a:t>
          </a:r>
        </a:p>
      </dsp:txBody>
      <dsp:txXfrm>
        <a:off x="38784" y="152051"/>
        <a:ext cx="9066431" cy="716935"/>
      </dsp:txXfrm>
    </dsp:sp>
    <dsp:sp modelId="{5B22AEC7-E2BB-4F9D-88A6-66B55E91DF73}">
      <dsp:nvSpPr>
        <dsp:cNvPr id="0" name=""/>
        <dsp:cNvSpPr/>
      </dsp:nvSpPr>
      <dsp:spPr>
        <a:xfrm>
          <a:off x="0" y="965370"/>
          <a:ext cx="9143999" cy="794503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ETL jobs</a:t>
          </a:r>
          <a:br>
            <a:rPr lang="en-US" sz="2000" kern="1200"/>
          </a:br>
          <a:r>
            <a:rPr lang="en-US" sz="2000" kern="1200"/>
            <a:t>Batch data pipelines packaged as reproducible containerized tasks.</a:t>
          </a:r>
        </a:p>
      </dsp:txBody>
      <dsp:txXfrm>
        <a:off x="38784" y="1004154"/>
        <a:ext cx="9066431" cy="716935"/>
      </dsp:txXfrm>
    </dsp:sp>
    <dsp:sp modelId="{BA383896-5761-42A6-9AF0-AEDD1CE14195}">
      <dsp:nvSpPr>
        <dsp:cNvPr id="0" name=""/>
        <dsp:cNvSpPr/>
      </dsp:nvSpPr>
      <dsp:spPr>
        <a:xfrm>
          <a:off x="0" y="1817473"/>
          <a:ext cx="9143999" cy="794503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Stream processing</a:t>
          </a:r>
          <a:br>
            <a:rPr lang="en-US" sz="2000" kern="1200"/>
          </a:br>
          <a:r>
            <a:rPr lang="en-US" sz="2000" kern="1200"/>
            <a:t>Real-time processing services deployed as scalable containers.</a:t>
          </a:r>
        </a:p>
      </dsp:txBody>
      <dsp:txXfrm>
        <a:off x="38784" y="1856257"/>
        <a:ext cx="9066431" cy="716935"/>
      </dsp:txXfrm>
    </dsp:sp>
    <dsp:sp modelId="{A4E7C607-B285-4B6B-A8AE-69D04415B07E}">
      <dsp:nvSpPr>
        <dsp:cNvPr id="0" name=""/>
        <dsp:cNvSpPr/>
      </dsp:nvSpPr>
      <dsp:spPr>
        <a:xfrm>
          <a:off x="0" y="2669576"/>
          <a:ext cx="9143999" cy="794503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ML model serving</a:t>
          </a:r>
          <a:br>
            <a:rPr lang="en-US" sz="2000" kern="1200"/>
          </a:br>
          <a:r>
            <a:rPr lang="en-US" sz="2000" kern="1200"/>
            <a:t>Machine learning models exposed as containerized APIs.</a:t>
          </a:r>
        </a:p>
      </dsp:txBody>
      <dsp:txXfrm>
        <a:off x="38784" y="2708360"/>
        <a:ext cx="9066431" cy="716935"/>
      </dsp:txXfrm>
    </dsp:sp>
    <dsp:sp modelId="{01523498-6946-490D-AF60-4EE40E246620}">
      <dsp:nvSpPr>
        <dsp:cNvPr id="0" name=""/>
        <dsp:cNvSpPr/>
      </dsp:nvSpPr>
      <dsp:spPr>
        <a:xfrm>
          <a:off x="0" y="3521679"/>
          <a:ext cx="9143999" cy="794503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Distributed analytics</a:t>
          </a:r>
          <a:br>
            <a:rPr lang="en-US" sz="2000" kern="1200"/>
          </a:br>
          <a:r>
            <a:rPr lang="en-US" sz="2000" kern="1200"/>
            <a:t>Data processing frameworks deployed across clusters.</a:t>
          </a:r>
        </a:p>
      </dsp:txBody>
      <dsp:txXfrm>
        <a:off x="38784" y="3560463"/>
        <a:ext cx="9066431" cy="716935"/>
      </dsp:txXfrm>
    </dsp:sp>
    <dsp:sp modelId="{37999BB6-366E-4B5D-BD45-237511D0A914}">
      <dsp:nvSpPr>
        <dsp:cNvPr id="0" name=""/>
        <dsp:cNvSpPr/>
      </dsp:nvSpPr>
      <dsp:spPr>
        <a:xfrm>
          <a:off x="0" y="4373782"/>
          <a:ext cx="9143999" cy="79450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Cloud-native platforms</a:t>
          </a:r>
          <a:br>
            <a:rPr lang="en-US" sz="2000" kern="1200"/>
          </a:br>
          <a:r>
            <a:rPr lang="en-US" sz="2000" kern="1200"/>
            <a:t>Data services designed for scalable, container-based environments.</a:t>
          </a:r>
        </a:p>
      </dsp:txBody>
      <dsp:txXfrm>
        <a:off x="38784" y="4412566"/>
        <a:ext cx="9066431" cy="71693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38BBAD-375E-44DB-89BC-9D8282C681C6}">
      <dsp:nvSpPr>
        <dsp:cNvPr id="0" name=""/>
        <dsp:cNvSpPr/>
      </dsp:nvSpPr>
      <dsp:spPr>
        <a:xfrm>
          <a:off x="0" y="119442"/>
          <a:ext cx="9143999" cy="9601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 err="1"/>
            <a:t>Recommended</a:t>
          </a:r>
          <a:r>
            <a:rPr lang="pt-BR" sz="2100" kern="1200" dirty="0"/>
            <a:t>: Docker Desktop + WSL 2 </a:t>
          </a:r>
          <a:r>
            <a:rPr lang="pt-BR" sz="2100" kern="1200" dirty="0" err="1"/>
            <a:t>backend</a:t>
          </a:r>
          <a:endParaRPr lang="en-US" sz="2100" kern="1200" dirty="0"/>
        </a:p>
      </dsp:txBody>
      <dsp:txXfrm>
        <a:off x="46871" y="166313"/>
        <a:ext cx="9050257" cy="866407"/>
      </dsp:txXfrm>
    </dsp:sp>
    <dsp:sp modelId="{CF78CBE1-B74A-4EE9-8CE6-7925B297B282}">
      <dsp:nvSpPr>
        <dsp:cNvPr id="0" name=""/>
        <dsp:cNvSpPr/>
      </dsp:nvSpPr>
      <dsp:spPr>
        <a:xfrm>
          <a:off x="0" y="1140072"/>
          <a:ext cx="9143999" cy="960149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Requirements: Windows 10/11 (64-bit), virtualization enabled in BIOS/UEFI</a:t>
          </a:r>
          <a:endParaRPr lang="en-US" sz="2100" kern="1200"/>
        </a:p>
      </dsp:txBody>
      <dsp:txXfrm>
        <a:off x="46871" y="1186943"/>
        <a:ext cx="9050257" cy="866407"/>
      </dsp:txXfrm>
    </dsp:sp>
    <dsp:sp modelId="{79E43686-AF77-4C6A-B466-F10291A0EE85}">
      <dsp:nvSpPr>
        <dsp:cNvPr id="0" name=""/>
        <dsp:cNvSpPr/>
      </dsp:nvSpPr>
      <dsp:spPr>
        <a:xfrm>
          <a:off x="0" y="2160701"/>
          <a:ext cx="9143999" cy="960149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Install Docker Desktop and enable WSL 2 integration</a:t>
          </a:r>
          <a:endParaRPr lang="en-US" sz="2100" kern="1200"/>
        </a:p>
      </dsp:txBody>
      <dsp:txXfrm>
        <a:off x="46871" y="2207572"/>
        <a:ext cx="9050257" cy="866407"/>
      </dsp:txXfrm>
    </dsp:sp>
    <dsp:sp modelId="{25508FB3-BF34-4CCA-8F90-84175D9DBF40}">
      <dsp:nvSpPr>
        <dsp:cNvPr id="0" name=""/>
        <dsp:cNvSpPr/>
      </dsp:nvSpPr>
      <dsp:spPr>
        <a:xfrm>
          <a:off x="0" y="3181331"/>
          <a:ext cx="9143999" cy="960149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After installation: verify using PowerShell commands</a:t>
          </a:r>
          <a:endParaRPr lang="en-US" sz="2100" kern="1200"/>
        </a:p>
      </dsp:txBody>
      <dsp:txXfrm>
        <a:off x="46871" y="3228202"/>
        <a:ext cx="9050257" cy="866407"/>
      </dsp:txXfrm>
    </dsp:sp>
    <dsp:sp modelId="{026E43BF-8FF5-4249-A1D2-18C41D5852D1}">
      <dsp:nvSpPr>
        <dsp:cNvPr id="0" name=""/>
        <dsp:cNvSpPr/>
      </dsp:nvSpPr>
      <dsp:spPr>
        <a:xfrm>
          <a:off x="0" y="4201960"/>
          <a:ext cx="9143999" cy="96014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hlinkClick xmlns:r="http://schemas.openxmlformats.org/officeDocument/2006/relationships" r:id="rId1"/>
            </a:rPr>
            <a:t>Docker: Accelerated Container Application Development</a:t>
          </a:r>
          <a:endParaRPr lang="en-US" sz="2100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Install Docker Desktop</a:t>
          </a:r>
        </a:p>
      </dsp:txBody>
      <dsp:txXfrm>
        <a:off x="46871" y="4248831"/>
        <a:ext cx="9050257" cy="86640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B1E77E-9AA9-4120-BC21-07DD7307067E}">
      <dsp:nvSpPr>
        <dsp:cNvPr id="0" name=""/>
        <dsp:cNvSpPr/>
      </dsp:nvSpPr>
      <dsp:spPr>
        <a:xfrm>
          <a:off x="0" y="24708"/>
          <a:ext cx="9143999" cy="101186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 err="1"/>
            <a:t>Install</a:t>
          </a:r>
          <a:r>
            <a:rPr lang="pt-BR" sz="1500" kern="1200" dirty="0"/>
            <a:t> WSL </a:t>
          </a:r>
          <a:r>
            <a:rPr lang="pt-BR" sz="1500" kern="1200" dirty="0" err="1"/>
            <a:t>with</a:t>
          </a:r>
          <a:r>
            <a:rPr lang="pt-BR" sz="1500" kern="1200" dirty="0"/>
            <a:t>: </a:t>
          </a:r>
          <a:r>
            <a:rPr lang="pt-BR" sz="1500" b="1" kern="1200" dirty="0" err="1"/>
            <a:t>wsl</a:t>
          </a:r>
          <a:r>
            <a:rPr lang="pt-BR" sz="1500" b="1" kern="1200" dirty="0"/>
            <a:t> --</a:t>
          </a:r>
          <a:r>
            <a:rPr lang="pt-BR" sz="1500" b="1" kern="1200" dirty="0" err="1"/>
            <a:t>install</a:t>
          </a:r>
          <a:endParaRPr lang="pt-BR" sz="1500" b="1" kern="1200" dirty="0"/>
        </a:p>
      </dsp:txBody>
      <dsp:txXfrm>
        <a:off x="49395" y="74103"/>
        <a:ext cx="9045209" cy="913077"/>
      </dsp:txXfrm>
    </dsp:sp>
    <dsp:sp modelId="{026E43BF-8FF5-4249-A1D2-18C41D5852D1}">
      <dsp:nvSpPr>
        <dsp:cNvPr id="0" name=""/>
        <dsp:cNvSpPr/>
      </dsp:nvSpPr>
      <dsp:spPr>
        <a:xfrm>
          <a:off x="0" y="1079775"/>
          <a:ext cx="9143999" cy="1011867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 err="1"/>
            <a:t>If</a:t>
          </a:r>
          <a:r>
            <a:rPr lang="pt-BR" sz="1500" b="1" kern="1200" dirty="0"/>
            <a:t> it </a:t>
          </a:r>
          <a:r>
            <a:rPr lang="pt-BR" sz="1500" b="1" kern="1200" dirty="0" err="1"/>
            <a:t>fails</a:t>
          </a:r>
          <a:r>
            <a:rPr lang="pt-BR" sz="1500" b="1" kern="1200" dirty="0"/>
            <a:t>, </a:t>
          </a:r>
          <a:r>
            <a:rPr lang="pt-BR" sz="1500" b="1" kern="1200" dirty="0" err="1"/>
            <a:t>try</a:t>
          </a:r>
          <a:r>
            <a:rPr lang="pt-BR" sz="1500" b="1" kern="1200" dirty="0"/>
            <a:t> </a:t>
          </a:r>
          <a:r>
            <a:rPr lang="pt-BR" sz="1500" b="1" kern="1200" dirty="0" err="1"/>
            <a:t>this</a:t>
          </a:r>
          <a:r>
            <a:rPr lang="pt-BR" sz="1500" b="1" kern="1200" dirty="0"/>
            <a:t>: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dism.exe /online /enable-feature /</a:t>
          </a:r>
          <a:r>
            <a:rPr lang="en-US" sz="1500" kern="1200" dirty="0" err="1"/>
            <a:t>featurename:Microsoft-Windows-Subsystem-Linux</a:t>
          </a:r>
          <a:r>
            <a:rPr lang="en-US" sz="1500" kern="1200" dirty="0"/>
            <a:t> /all /</a:t>
          </a:r>
          <a:r>
            <a:rPr lang="en-US" sz="1500" kern="1200" dirty="0" err="1"/>
            <a:t>norestart</a:t>
          </a:r>
          <a:endParaRPr lang="pt-BR" sz="15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dism.exe /online /enable-feature /</a:t>
          </a:r>
          <a:r>
            <a:rPr lang="en-US" sz="1500" kern="1200" dirty="0" err="1"/>
            <a:t>featurename:VirtualMachinePlatform</a:t>
          </a:r>
          <a:r>
            <a:rPr lang="en-US" sz="1500" kern="1200" dirty="0"/>
            <a:t> /all /</a:t>
          </a:r>
          <a:r>
            <a:rPr lang="en-US" sz="1500" kern="1200" dirty="0" err="1"/>
            <a:t>norestart</a:t>
          </a:r>
          <a:endParaRPr lang="en-US" sz="1500" kern="1200" dirty="0"/>
        </a:p>
      </dsp:txBody>
      <dsp:txXfrm>
        <a:off x="49395" y="1129170"/>
        <a:ext cx="9045209" cy="913077"/>
      </dsp:txXfrm>
    </dsp:sp>
    <dsp:sp modelId="{9CB12DCD-4FB2-4923-8FB5-972E32F90AA3}">
      <dsp:nvSpPr>
        <dsp:cNvPr id="0" name=""/>
        <dsp:cNvSpPr/>
      </dsp:nvSpPr>
      <dsp:spPr>
        <a:xfrm>
          <a:off x="0" y="2134842"/>
          <a:ext cx="9143999" cy="1011867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500" b="1" kern="1200" dirty="0" err="1"/>
            <a:t>Reboot</a:t>
          </a:r>
          <a:r>
            <a:rPr lang="pt-PT" sz="1500" kern="1200" dirty="0"/>
            <a:t> </a:t>
          </a:r>
          <a:r>
            <a:rPr lang="pt-PT" sz="1500" kern="1200" dirty="0" err="1"/>
            <a:t>then</a:t>
          </a:r>
          <a:r>
            <a:rPr lang="pt-PT" sz="1500" kern="1200" dirty="0"/>
            <a:t> </a:t>
          </a:r>
          <a:r>
            <a:rPr lang="pt-PT" sz="1500" b="1" kern="1200" dirty="0" err="1"/>
            <a:t>update</a:t>
          </a:r>
          <a:r>
            <a:rPr lang="pt-PT" sz="1500" b="1" kern="1200" dirty="0"/>
            <a:t> </a:t>
          </a:r>
          <a:r>
            <a:rPr lang="pt-PT" sz="1500" b="1" kern="1200" dirty="0" err="1"/>
            <a:t>it</a:t>
          </a:r>
          <a:r>
            <a:rPr lang="pt-PT" sz="1500" kern="1200" dirty="0"/>
            <a:t> </a:t>
          </a:r>
          <a:r>
            <a:rPr lang="pt-PT" sz="1500" kern="1200" dirty="0" err="1"/>
            <a:t>with</a:t>
          </a:r>
          <a:r>
            <a:rPr lang="pt-PT" sz="1500" kern="1200" dirty="0"/>
            <a:t>: </a:t>
          </a:r>
          <a:r>
            <a:rPr lang="pt-PT" sz="1500" b="1" kern="1200" dirty="0" err="1"/>
            <a:t>wsl</a:t>
          </a:r>
          <a:r>
            <a:rPr lang="pt-PT" sz="1500" b="1" kern="1200" dirty="0"/>
            <a:t> --</a:t>
          </a:r>
          <a:r>
            <a:rPr lang="pt-PT" sz="1500" b="1" kern="1200" dirty="0" err="1"/>
            <a:t>update</a:t>
          </a:r>
          <a:endParaRPr lang="pt-PT" sz="1500" b="1" kern="1200" dirty="0"/>
        </a:p>
      </dsp:txBody>
      <dsp:txXfrm>
        <a:off x="49395" y="2184237"/>
        <a:ext cx="9045209" cy="913077"/>
      </dsp:txXfrm>
    </dsp:sp>
    <dsp:sp modelId="{CBC5ADC8-BCBB-4F9C-8B0B-7715B383F0F2}">
      <dsp:nvSpPr>
        <dsp:cNvPr id="0" name=""/>
        <dsp:cNvSpPr/>
      </dsp:nvSpPr>
      <dsp:spPr>
        <a:xfrm>
          <a:off x="0" y="3189910"/>
          <a:ext cx="9143999" cy="1011867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/>
            <a:t>Set WSL2 as Default: </a:t>
          </a:r>
          <a:r>
            <a:rPr lang="pt-BR" sz="1500" b="1" kern="1200" dirty="0" err="1"/>
            <a:t>wsl</a:t>
          </a:r>
          <a:r>
            <a:rPr lang="pt-BR" sz="1500" b="1" kern="1200" dirty="0"/>
            <a:t> --set-default-</a:t>
          </a:r>
          <a:r>
            <a:rPr lang="pt-BR" sz="1500" b="1" kern="1200" dirty="0" err="1"/>
            <a:t>version</a:t>
          </a:r>
          <a:r>
            <a:rPr lang="pt-BR" sz="1500" b="1" kern="1200" dirty="0"/>
            <a:t> 2</a:t>
          </a:r>
        </a:p>
      </dsp:txBody>
      <dsp:txXfrm>
        <a:off x="49395" y="3239305"/>
        <a:ext cx="9045209" cy="913077"/>
      </dsp:txXfrm>
    </dsp:sp>
    <dsp:sp modelId="{C65E7698-E8D8-4DFC-8D0F-EC8ADAF6A442}">
      <dsp:nvSpPr>
        <dsp:cNvPr id="0" name=""/>
        <dsp:cNvSpPr/>
      </dsp:nvSpPr>
      <dsp:spPr>
        <a:xfrm>
          <a:off x="0" y="4244977"/>
          <a:ext cx="9143999" cy="1011867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Even if WSL is enabled, Docker will NOT work if virtualization is disabled.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Check: Task Manager → Performance → CPU</a:t>
          </a:r>
          <a:br>
            <a:rPr lang="en-US" sz="1500" kern="1200" dirty="0"/>
          </a:br>
          <a:r>
            <a:rPr lang="en-US" sz="1500" kern="1200" dirty="0"/>
            <a:t>You must see: </a:t>
          </a:r>
          <a:r>
            <a:rPr lang="pt-BR" sz="1500" b="1" kern="1200" dirty="0" err="1"/>
            <a:t>Virtualization</a:t>
          </a:r>
          <a:r>
            <a:rPr lang="pt-BR" sz="1500" b="1" kern="1200" dirty="0"/>
            <a:t>: </a:t>
          </a:r>
          <a:r>
            <a:rPr lang="pt-BR" sz="1500" b="1" kern="1200" dirty="0" err="1"/>
            <a:t>Enabled</a:t>
          </a:r>
          <a:endParaRPr lang="en-US" sz="1500" b="1" kern="1200" dirty="0"/>
        </a:p>
      </dsp:txBody>
      <dsp:txXfrm>
        <a:off x="49395" y="4294372"/>
        <a:ext cx="9045209" cy="91307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D9ED8-308F-4544-AED9-B537ED234D3A}">
      <dsp:nvSpPr>
        <dsp:cNvPr id="0" name=""/>
        <dsp:cNvSpPr/>
      </dsp:nvSpPr>
      <dsp:spPr>
        <a:xfrm>
          <a:off x="0" y="113878"/>
          <a:ext cx="9143998" cy="11111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36BA5-ECA7-442A-A4E1-CA56328F4349}">
      <dsp:nvSpPr>
        <dsp:cNvPr id="0" name=""/>
        <dsp:cNvSpPr/>
      </dsp:nvSpPr>
      <dsp:spPr>
        <a:xfrm>
          <a:off x="336135" y="252210"/>
          <a:ext cx="611154" cy="6111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014A0D-7981-4A9B-8FED-D0A8D7D14FDA}">
      <dsp:nvSpPr>
        <dsp:cNvPr id="0" name=""/>
        <dsp:cNvSpPr/>
      </dsp:nvSpPr>
      <dsp:spPr>
        <a:xfrm>
          <a:off x="1283425" y="2192"/>
          <a:ext cx="7860572" cy="1111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601" tIns="117601" rIns="117601" bIns="11760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Recommended: Docker Desktop (Intel or Apple Silicon)</a:t>
          </a:r>
        </a:p>
      </dsp:txBody>
      <dsp:txXfrm>
        <a:off x="1283425" y="2192"/>
        <a:ext cx="7860572" cy="1111190"/>
      </dsp:txXfrm>
    </dsp:sp>
    <dsp:sp modelId="{6152398F-7162-4F00-9818-7317997B6813}">
      <dsp:nvSpPr>
        <dsp:cNvPr id="0" name=""/>
        <dsp:cNvSpPr/>
      </dsp:nvSpPr>
      <dsp:spPr>
        <a:xfrm>
          <a:off x="0" y="1391180"/>
          <a:ext cx="9143998" cy="11111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659E0-F88B-4EF0-AFAB-2ABE86D87491}">
      <dsp:nvSpPr>
        <dsp:cNvPr id="0" name=""/>
        <dsp:cNvSpPr/>
      </dsp:nvSpPr>
      <dsp:spPr>
        <a:xfrm>
          <a:off x="336135" y="1641198"/>
          <a:ext cx="611154" cy="6111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CEC8B-1AD9-42AE-807A-4799157BFDF3}">
      <dsp:nvSpPr>
        <dsp:cNvPr id="0" name=""/>
        <dsp:cNvSpPr/>
      </dsp:nvSpPr>
      <dsp:spPr>
        <a:xfrm>
          <a:off x="1283425" y="1391180"/>
          <a:ext cx="7860572" cy="1111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601" tIns="117601" rIns="117601" bIns="11760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Install Docker Desktop and start the Docker daemon</a:t>
          </a:r>
        </a:p>
      </dsp:txBody>
      <dsp:txXfrm>
        <a:off x="1283425" y="1391180"/>
        <a:ext cx="7860572" cy="1111190"/>
      </dsp:txXfrm>
    </dsp:sp>
    <dsp:sp modelId="{C6603921-2C82-4DB7-A3B0-9F981CFF9225}">
      <dsp:nvSpPr>
        <dsp:cNvPr id="0" name=""/>
        <dsp:cNvSpPr/>
      </dsp:nvSpPr>
      <dsp:spPr>
        <a:xfrm>
          <a:off x="0" y="2780168"/>
          <a:ext cx="9143998" cy="11111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2643F9-63F3-455E-8D4F-12F9A461939D}">
      <dsp:nvSpPr>
        <dsp:cNvPr id="0" name=""/>
        <dsp:cNvSpPr/>
      </dsp:nvSpPr>
      <dsp:spPr>
        <a:xfrm>
          <a:off x="336135" y="3030186"/>
          <a:ext cx="611154" cy="6111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7D76D-433B-4227-9FC2-72E1A3B8A5BC}">
      <dsp:nvSpPr>
        <dsp:cNvPr id="0" name=""/>
        <dsp:cNvSpPr/>
      </dsp:nvSpPr>
      <dsp:spPr>
        <a:xfrm>
          <a:off x="1283425" y="2780168"/>
          <a:ext cx="7860572" cy="1111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601" tIns="117601" rIns="117601" bIns="11760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Grant permissions when prompted (networking / file sharing)</a:t>
          </a:r>
        </a:p>
      </dsp:txBody>
      <dsp:txXfrm>
        <a:off x="1283425" y="2780168"/>
        <a:ext cx="7860572" cy="1111190"/>
      </dsp:txXfrm>
    </dsp:sp>
    <dsp:sp modelId="{84DE4A54-6C11-4098-BCD0-EE3EED8F4C67}">
      <dsp:nvSpPr>
        <dsp:cNvPr id="0" name=""/>
        <dsp:cNvSpPr/>
      </dsp:nvSpPr>
      <dsp:spPr>
        <a:xfrm>
          <a:off x="0" y="4169156"/>
          <a:ext cx="9143998" cy="11111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AECD12-40E5-4F07-B3BA-5355B62ADFC8}">
      <dsp:nvSpPr>
        <dsp:cNvPr id="0" name=""/>
        <dsp:cNvSpPr/>
      </dsp:nvSpPr>
      <dsp:spPr>
        <a:xfrm>
          <a:off x="336135" y="4419174"/>
          <a:ext cx="611154" cy="6111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066993-8E8D-4308-8479-5563A84CE219}">
      <dsp:nvSpPr>
        <dsp:cNvPr id="0" name=""/>
        <dsp:cNvSpPr/>
      </dsp:nvSpPr>
      <dsp:spPr>
        <a:xfrm>
          <a:off x="1283425" y="4169156"/>
          <a:ext cx="7860572" cy="1111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601" tIns="117601" rIns="117601" bIns="11760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After installation: verify using Terminal commands</a:t>
          </a:r>
        </a:p>
      </dsp:txBody>
      <dsp:txXfrm>
        <a:off x="1283425" y="4169156"/>
        <a:ext cx="7860572" cy="111119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8B8F4D-2AB2-4CCA-8F6E-BC39A083FA6C}">
      <dsp:nvSpPr>
        <dsp:cNvPr id="0" name=""/>
        <dsp:cNvSpPr/>
      </dsp:nvSpPr>
      <dsp:spPr>
        <a:xfrm>
          <a:off x="518185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10431B-AB1A-4D48-99B6-0016D4ECD9D3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482A6-5D5D-487B-90B8-C0479782644C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Goal: run a container, inspect it, and understand basic isolation</a:t>
          </a:r>
        </a:p>
      </dsp:txBody>
      <dsp:txXfrm>
        <a:off x="46529" y="2703902"/>
        <a:ext cx="2418750" cy="720000"/>
      </dsp:txXfrm>
    </dsp:sp>
    <dsp:sp modelId="{C20BF99A-1A4B-4CBA-AD01-D6CC587C88CC}">
      <dsp:nvSpPr>
        <dsp:cNvPr id="0" name=""/>
        <dsp:cNvSpPr/>
      </dsp:nvSpPr>
      <dsp:spPr>
        <a:xfrm>
          <a:off x="3360216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ACEF7B-8688-4185-AF43-3F2271B329AB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D3B47-430E-4460-BF9E-6DE95A738573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Use an official image and core Docker commands</a:t>
          </a:r>
        </a:p>
      </dsp:txBody>
      <dsp:txXfrm>
        <a:off x="2888560" y="2703902"/>
        <a:ext cx="2418750" cy="720000"/>
      </dsp:txXfrm>
    </dsp:sp>
    <dsp:sp modelId="{E20E3FD3-D809-474F-8C77-5347090B3E46}">
      <dsp:nvSpPr>
        <dsp:cNvPr id="0" name=""/>
        <dsp:cNvSpPr/>
      </dsp:nvSpPr>
      <dsp:spPr>
        <a:xfrm>
          <a:off x="6202248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25D2D-508F-4B53-B22A-96E5E6F538D8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8ABD9-4FF6-4755-A5FE-508FB56920F6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Focus: containers are processes + isolated filesystem + isolated network namespace</a:t>
          </a:r>
        </a:p>
      </dsp:txBody>
      <dsp:txXfrm>
        <a:off x="5730591" y="2703902"/>
        <a:ext cx="2418750" cy="72000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34BD5-D463-4D5B-9F7C-823E84720D01}">
      <dsp:nvSpPr>
        <dsp:cNvPr id="0" name=""/>
        <dsp:cNvSpPr/>
      </dsp:nvSpPr>
      <dsp:spPr>
        <a:xfrm>
          <a:off x="0" y="30752"/>
          <a:ext cx="8195871" cy="11536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Filesystem view differs from the host (root '/', /etc, /usr, ...)</a:t>
          </a:r>
        </a:p>
      </dsp:txBody>
      <dsp:txXfrm>
        <a:off x="56315" y="87067"/>
        <a:ext cx="8083241" cy="1040990"/>
      </dsp:txXfrm>
    </dsp:sp>
    <dsp:sp modelId="{F33456F3-22A2-43B7-8772-C4243C801C36}">
      <dsp:nvSpPr>
        <dsp:cNvPr id="0" name=""/>
        <dsp:cNvSpPr/>
      </dsp:nvSpPr>
      <dsp:spPr>
        <a:xfrm>
          <a:off x="0" y="1267892"/>
          <a:ext cx="8195871" cy="11536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Kernel is shared (uname shows the host kernel)</a:t>
          </a:r>
        </a:p>
      </dsp:txBody>
      <dsp:txXfrm>
        <a:off x="56315" y="1324207"/>
        <a:ext cx="8083241" cy="1040990"/>
      </dsp:txXfrm>
    </dsp:sp>
    <dsp:sp modelId="{14149AC8-D1D6-45A5-A601-E9AEB0F2B138}">
      <dsp:nvSpPr>
        <dsp:cNvPr id="0" name=""/>
        <dsp:cNvSpPr/>
      </dsp:nvSpPr>
      <dsp:spPr>
        <a:xfrm>
          <a:off x="0" y="2505032"/>
          <a:ext cx="8195871" cy="11536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docker inspect reveals mounts, network settings, and container metadata</a:t>
          </a:r>
        </a:p>
      </dsp:txBody>
      <dsp:txXfrm>
        <a:off x="56315" y="2561347"/>
        <a:ext cx="8083241" cy="104099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A5A44-FC4E-48D6-92FF-C84A19A27654}">
      <dsp:nvSpPr>
        <dsp:cNvPr id="0" name=""/>
        <dsp:cNvSpPr/>
      </dsp:nvSpPr>
      <dsp:spPr>
        <a:xfrm>
          <a:off x="73847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EE230-19EA-40D5-B060-5A0A3B54929F}">
      <dsp:nvSpPr>
        <dsp:cNvPr id="0" name=""/>
        <dsp:cNvSpPr/>
      </dsp:nvSpPr>
      <dsp:spPr>
        <a:xfrm>
          <a:off x="78583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Goal: start a PostgreSQL database + a lightweight admin UI</a:t>
          </a:r>
        </a:p>
      </dsp:txBody>
      <dsp:txXfrm>
        <a:off x="78583" y="2183504"/>
        <a:ext cx="2399612" cy="720000"/>
      </dsp:txXfrm>
    </dsp:sp>
    <dsp:sp modelId="{F3E0B2B2-09D5-4FF1-AD3B-43775A1BC2C4}">
      <dsp:nvSpPr>
        <dsp:cNvPr id="0" name=""/>
        <dsp:cNvSpPr/>
      </dsp:nvSpPr>
      <dsp:spPr>
        <a:xfrm>
          <a:off x="3558022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AA8B8-6923-48F9-9A60-FF2F2BD347A0}">
      <dsp:nvSpPr>
        <dsp:cNvPr id="0" name=""/>
        <dsp:cNvSpPr/>
      </dsp:nvSpPr>
      <dsp:spPr>
        <a:xfrm>
          <a:off x="2898129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Learn: services, ports, volumes, and internal networking</a:t>
          </a:r>
        </a:p>
      </dsp:txBody>
      <dsp:txXfrm>
        <a:off x="2898129" y="2183504"/>
        <a:ext cx="2399612" cy="720000"/>
      </dsp:txXfrm>
    </dsp:sp>
    <dsp:sp modelId="{A179ED8D-3E3C-470E-B23B-A6841DF3C027}">
      <dsp:nvSpPr>
        <dsp:cNvPr id="0" name=""/>
        <dsp:cNvSpPr/>
      </dsp:nvSpPr>
      <dsp:spPr>
        <a:xfrm>
          <a:off x="637756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F6758-FCAC-40F5-80AD-5745563AB136}">
      <dsp:nvSpPr>
        <dsp:cNvPr id="0" name=""/>
        <dsp:cNvSpPr/>
      </dsp:nvSpPr>
      <dsp:spPr>
        <a:xfrm>
          <a:off x="5717674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Outcome: confirm database persistence across container recreation</a:t>
          </a:r>
        </a:p>
      </dsp:txBody>
      <dsp:txXfrm>
        <a:off x="5717674" y="2183504"/>
        <a:ext cx="2399612" cy="72000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FF38B1-18DE-47BC-803A-F61BA4851467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D1B1AD-6077-41B7-9078-BD56117B9FD7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1F608C-3AF1-475C-BE14-7179077AD5CF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Service discovery: 'db' resolves via Compose DNS</a:t>
          </a:r>
        </a:p>
      </dsp:txBody>
      <dsp:txXfrm>
        <a:off x="25435" y="2456402"/>
        <a:ext cx="1800000" cy="720000"/>
      </dsp:txXfrm>
    </dsp:sp>
    <dsp:sp modelId="{4A79DD70-952A-4D43-9672-7A54870FA798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0E076-4FF3-45A2-A764-226477024F92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7CBBF-07F0-4B7F-8157-3ABF4E014E87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Port mapping exposes container ports on the host</a:t>
          </a:r>
        </a:p>
      </dsp:txBody>
      <dsp:txXfrm>
        <a:off x="2140435" y="2456402"/>
        <a:ext cx="1800000" cy="720000"/>
      </dsp:txXfrm>
    </dsp:sp>
    <dsp:sp modelId="{6F0D63DC-AD58-4A4A-93A9-676CF6B6ED6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0C393-82CE-440D-9ECB-057E035A6BDA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2B8B0-19B8-4688-A322-A6B9E5FB47CB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Volumes persist state until you remove them explicitly (-v)</a:t>
          </a:r>
        </a:p>
      </dsp:txBody>
      <dsp:txXfrm>
        <a:off x="4255435" y="2456402"/>
        <a:ext cx="1800000" cy="720000"/>
      </dsp:txXfrm>
    </dsp:sp>
    <dsp:sp modelId="{098A0668-F857-49F3-B864-67896C4E7974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D0EAC3-CBD8-4609-9396-3CBB20560D98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A4362-9C22-45E3-B621-24542C4AC654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Compose is ideal for local development and small deployments</a:t>
          </a:r>
        </a:p>
      </dsp:txBody>
      <dsp:txXfrm>
        <a:off x="6370435" y="2456402"/>
        <a:ext cx="1800000" cy="72000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90AC71-0391-4A4C-B326-8DA85CD7371F}">
      <dsp:nvSpPr>
        <dsp:cNvPr id="0" name=""/>
        <dsp:cNvSpPr/>
      </dsp:nvSpPr>
      <dsp:spPr>
        <a:xfrm>
          <a:off x="749153" y="3413"/>
          <a:ext cx="2092988" cy="12557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Goal: package a small Python service + database as a reproducible multi-service environment.</a:t>
          </a:r>
        </a:p>
      </dsp:txBody>
      <dsp:txXfrm>
        <a:off x="749153" y="3413"/>
        <a:ext cx="2092988" cy="1255793"/>
      </dsp:txXfrm>
    </dsp:sp>
    <dsp:sp modelId="{D3149311-6112-45D4-A712-E74E32A6411A}">
      <dsp:nvSpPr>
        <dsp:cNvPr id="0" name=""/>
        <dsp:cNvSpPr/>
      </dsp:nvSpPr>
      <dsp:spPr>
        <a:xfrm>
          <a:off x="3051441" y="3413"/>
          <a:ext cx="2092988" cy="1255793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 a Git repository (you may reuse the one from Assignment 1)</a:t>
          </a:r>
        </a:p>
      </dsp:txBody>
      <dsp:txXfrm>
        <a:off x="3051441" y="3413"/>
        <a:ext cx="2092988" cy="1255793"/>
      </dsp:txXfrm>
    </dsp:sp>
    <dsp:sp modelId="{5E131E0C-D70A-428B-B962-EAFAB1439643}">
      <dsp:nvSpPr>
        <dsp:cNvPr id="0" name=""/>
        <dsp:cNvSpPr/>
      </dsp:nvSpPr>
      <dsp:spPr>
        <a:xfrm>
          <a:off x="5353728" y="3413"/>
          <a:ext cx="2092988" cy="1255793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 a Python container (Dockerfile)</a:t>
          </a:r>
        </a:p>
      </dsp:txBody>
      <dsp:txXfrm>
        <a:off x="5353728" y="3413"/>
        <a:ext cx="2092988" cy="1255793"/>
      </dsp:txXfrm>
    </dsp:sp>
    <dsp:sp modelId="{33CBDEEF-A91D-45E4-9E51-39DDE09F77D0}">
      <dsp:nvSpPr>
        <dsp:cNvPr id="0" name=""/>
        <dsp:cNvSpPr/>
      </dsp:nvSpPr>
      <dsp:spPr>
        <a:xfrm>
          <a:off x="749153" y="1468505"/>
          <a:ext cx="2092988" cy="1255793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Configure a PostgreSQL container</a:t>
          </a:r>
        </a:p>
      </dsp:txBody>
      <dsp:txXfrm>
        <a:off x="749153" y="1468505"/>
        <a:ext cx="2092988" cy="1255793"/>
      </dsp:txXfrm>
    </dsp:sp>
    <dsp:sp modelId="{DF9DA040-7D4F-4659-A522-27AF7613A15B}">
      <dsp:nvSpPr>
        <dsp:cNvPr id="0" name=""/>
        <dsp:cNvSpPr/>
      </dsp:nvSpPr>
      <dsp:spPr>
        <a:xfrm>
          <a:off x="3051441" y="1468505"/>
          <a:ext cx="2092988" cy="125579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Connect both services with Docker Compose</a:t>
          </a:r>
        </a:p>
      </dsp:txBody>
      <dsp:txXfrm>
        <a:off x="3051441" y="1468505"/>
        <a:ext cx="2092988" cy="1255793"/>
      </dsp:txXfrm>
    </dsp:sp>
    <dsp:sp modelId="{3FEB2CF3-4E0D-4242-9138-34B8CC22E2AF}">
      <dsp:nvSpPr>
        <dsp:cNvPr id="0" name=""/>
        <dsp:cNvSpPr/>
      </dsp:nvSpPr>
      <dsp:spPr>
        <a:xfrm>
          <a:off x="5353728" y="1468505"/>
          <a:ext cx="2092988" cy="1255793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Persist data using volumes</a:t>
          </a:r>
        </a:p>
      </dsp:txBody>
      <dsp:txXfrm>
        <a:off x="5353728" y="1468505"/>
        <a:ext cx="2092988" cy="1255793"/>
      </dsp:txXfrm>
    </dsp:sp>
    <dsp:sp modelId="{E2AC1983-9AA8-4672-8EF6-48B7FC02E126}">
      <dsp:nvSpPr>
        <dsp:cNvPr id="0" name=""/>
        <dsp:cNvSpPr/>
      </dsp:nvSpPr>
      <dsp:spPr>
        <a:xfrm>
          <a:off x="3051441" y="2933597"/>
          <a:ext cx="2092988" cy="125579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More details will be available soon.</a:t>
          </a:r>
        </a:p>
      </dsp:txBody>
      <dsp:txXfrm>
        <a:off x="3051441" y="2933597"/>
        <a:ext cx="2092988" cy="12557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gvp" TargetMode="External"/><Relationship Id="rId2" Type="http://schemas.openxmlformats.org/officeDocument/2006/relationships/hyperlink" Target="mailto:p7392@ulusofona.p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23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5314EC-3866-C16D-AABF-509E855EA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pt-PT" sz="4200">
                <a:solidFill>
                  <a:srgbClr val="FFFFFF"/>
                </a:solidFill>
              </a:rPr>
              <a:t>Fundamentals in Data Engineering</a:t>
            </a:r>
            <a:endParaRPr lang="pt-BR" sz="42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368529-A030-BD38-C8C9-50A22C8AE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PT" sz="2700" b="1"/>
              <a:t>Thiago de Paiva</a:t>
            </a:r>
          </a:p>
          <a:p>
            <a:pPr algn="l">
              <a:lnSpc>
                <a:spcPct val="90000"/>
              </a:lnSpc>
            </a:pPr>
            <a:r>
              <a:rPr lang="pt-PT" sz="2700" b="1">
                <a:hlinkClick r:id="rId2"/>
              </a:rPr>
              <a:t>p7392@ulusofona.pt</a:t>
            </a:r>
            <a:endParaRPr lang="pt-PT" sz="2700" b="1"/>
          </a:p>
          <a:p>
            <a:pPr algn="l">
              <a:lnSpc>
                <a:spcPct val="90000"/>
              </a:lnSpc>
            </a:pPr>
            <a:r>
              <a:rPr lang="pt-PT" sz="2700" b="1">
                <a:hlinkClick r:id="rId3"/>
              </a:rPr>
              <a:t>https://github.com/tgvp</a:t>
            </a:r>
            <a:endParaRPr lang="pt-BR" sz="2700" b="1"/>
          </a:p>
        </p:txBody>
      </p:sp>
    </p:spTree>
    <p:extLst>
      <p:ext uri="{BB962C8B-B14F-4D97-AF65-F5344CB8AC3E}">
        <p14:creationId xmlns:p14="http://schemas.microsoft.com/office/powerpoint/2010/main" val="278631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r>
              <a:rPr lang="pt-PT" sz="3500" dirty="0">
                <a:solidFill>
                  <a:srgbClr val="FFFFFF"/>
                </a:solidFill>
              </a:rPr>
              <a:t>Containers</a:t>
            </a:r>
            <a:br>
              <a:rPr lang="pt-PT" sz="3500" dirty="0">
                <a:solidFill>
                  <a:srgbClr val="FFFFFF"/>
                </a:solidFill>
              </a:rPr>
            </a:br>
            <a:r>
              <a:rPr lang="pt-PT" sz="3500" dirty="0">
                <a:solidFill>
                  <a:srgbClr val="FFFFFF"/>
                </a:solidFill>
              </a:rPr>
              <a:t>&amp;</a:t>
            </a:r>
            <a:br>
              <a:rPr lang="pt-PT" sz="3500" dirty="0">
                <a:solidFill>
                  <a:srgbClr val="FFFFFF"/>
                </a:solidFill>
              </a:rPr>
            </a:br>
            <a:r>
              <a:rPr lang="pt-PT" sz="3500" dirty="0" err="1">
                <a:solidFill>
                  <a:srgbClr val="FFFFFF"/>
                </a:solidFill>
              </a:rPr>
              <a:t>Microservices</a:t>
            </a:r>
            <a:endParaRPr lang="pt-PT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5954" y="0"/>
            <a:ext cx="4967472" cy="684785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Foundations for Modern Data Systems with focus on containers and microservices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Historical Context: Early 2000s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5" y="1590740"/>
            <a:ext cx="9143997" cy="526725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/>
              <a:t>Applications ran directly on physical servers</a:t>
            </a:r>
          </a:p>
          <a:p>
            <a:pPr marL="457200" lvl="1" indent="0" algn="ctr">
              <a:buNone/>
            </a:pPr>
            <a:r>
              <a:rPr lang="en-US" sz="2400" dirty="0"/>
              <a:t>Hardware underutilization</a:t>
            </a:r>
          </a:p>
          <a:p>
            <a:pPr marL="457200" lvl="1" indent="0" algn="ctr">
              <a:buNone/>
            </a:pPr>
            <a:r>
              <a:rPr lang="en-US" sz="2400" dirty="0"/>
              <a:t>Manual configuration</a:t>
            </a:r>
          </a:p>
          <a:p>
            <a:pPr marL="457200" lvl="1" indent="0" algn="ctr">
              <a:buNone/>
            </a:pPr>
            <a:r>
              <a:rPr lang="en-US" sz="2400" dirty="0"/>
              <a:t>Dependency conflicts</a:t>
            </a:r>
          </a:p>
          <a:p>
            <a:pPr marL="457200" lvl="1" indent="0" algn="ctr">
              <a:buNone/>
            </a:pPr>
            <a:r>
              <a:rPr lang="en-US" sz="2400" dirty="0"/>
              <a:t>Poor scalability and recovery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The Rise of Virtual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" y="1597432"/>
            <a:ext cx="9144003" cy="526056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pt-BR" sz="2400" dirty="0"/>
              <a:t>	</a:t>
            </a:r>
            <a:r>
              <a:rPr lang="pt-BR" sz="2400" b="1" dirty="0"/>
              <a:t>Hardware → </a:t>
            </a:r>
            <a:r>
              <a:rPr lang="pt-BR" sz="2400" b="1" dirty="0" err="1"/>
              <a:t>Hypervisor</a:t>
            </a:r>
            <a:r>
              <a:rPr lang="pt-BR" sz="2400" b="1" dirty="0"/>
              <a:t> → </a:t>
            </a:r>
            <a:r>
              <a:rPr lang="pt-BR" sz="2400" b="1" dirty="0" err="1"/>
              <a:t>Guest</a:t>
            </a:r>
            <a:r>
              <a:rPr lang="pt-BR" sz="2400" b="1" dirty="0"/>
              <a:t> OS → </a:t>
            </a:r>
            <a:r>
              <a:rPr lang="pt-BR" sz="2400" b="1" dirty="0" err="1"/>
              <a:t>Application</a:t>
            </a:r>
            <a:endParaRPr lang="pt-BR" sz="2400" b="1" dirty="0"/>
          </a:p>
          <a:p>
            <a:pPr marL="857250" lvl="2" indent="0" algn="just">
              <a:buNone/>
            </a:pPr>
            <a:endParaRPr lang="pt-BR" dirty="0"/>
          </a:p>
          <a:p>
            <a:pPr marL="857250" lvl="2" indent="0" algn="just">
              <a:buNone/>
            </a:pPr>
            <a:r>
              <a:rPr lang="en-US" b="1" dirty="0"/>
              <a:t>Hypervisor:</a:t>
            </a:r>
            <a:br>
              <a:rPr lang="en-US" dirty="0"/>
            </a:br>
            <a:r>
              <a:rPr lang="en-US" i="1" dirty="0"/>
              <a:t>A software layer that enables multiple virtual machines to share the same physical hardware by allocating and managing computing resources.</a:t>
            </a:r>
          </a:p>
          <a:p>
            <a:pPr marL="857250" lvl="2" indent="0" algn="just">
              <a:buNone/>
            </a:pPr>
            <a:endParaRPr lang="en-US" i="1" dirty="0"/>
          </a:p>
          <a:p>
            <a:pPr marL="857250" lvl="2" indent="0" algn="ctr">
              <a:buNone/>
            </a:pPr>
            <a:r>
              <a:rPr lang="en-US" b="1" dirty="0"/>
              <a:t>Guest OS:</a:t>
            </a:r>
            <a:br>
              <a:rPr lang="en-US" dirty="0"/>
            </a:br>
            <a:r>
              <a:rPr lang="en-US" i="1" dirty="0"/>
              <a:t>The operating system installed inside a virtual machine, running independently on top of the hypervisor as if it were on a physical machine.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79E243-88E1-98B3-DFF3-A16CF8937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90D3473-26E7-AB50-5EBB-EE02E6835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5E978-8D1C-BC34-3A1C-CF8456C22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27377B-45E7-75E4-7D8C-E579FFF63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9DFC19-21D3-FFCB-F804-A9CB4B0B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3274A2-4EE5-074B-5754-FA7A2FC2E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B95F1-BC23-03C9-E61C-3A59793E6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The Rise of Virtual Machines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C65D98-A0A9-D8EB-C4A6-1BFADD2DFA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954913"/>
            <a:ext cx="9144002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Hardware → Hypervisor → Guest Operating System → Application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400" b="1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400" b="1" dirty="0">
                <a:latin typeface="Arial" panose="020B0604020202020204" pitchFamily="34" charset="0"/>
              </a:rPr>
              <a:t>Full </a:t>
            </a:r>
            <a:r>
              <a:rPr lang="pt-BR" altLang="pt-BR" sz="2400" b="1" dirty="0" err="1">
                <a:latin typeface="Arial" panose="020B0604020202020204" pitchFamily="34" charset="0"/>
              </a:rPr>
              <a:t>operating</a:t>
            </a:r>
            <a:r>
              <a:rPr lang="pt-BR" altLang="pt-BR" sz="2400" b="1" dirty="0">
                <a:latin typeface="Arial" panose="020B0604020202020204" pitchFamily="34" charset="0"/>
              </a:rPr>
              <a:t> system per VM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VM includes its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kernel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isolation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VMs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hardware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level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hypervisor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overhead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Slower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provisioning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VM requires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complete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instance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0483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Limitations</a:t>
            </a:r>
            <a:br>
              <a:rPr lang="pt-BR" sz="3500" dirty="0">
                <a:solidFill>
                  <a:srgbClr val="FFFFFF"/>
                </a:solidFill>
              </a:rPr>
            </a:br>
            <a:r>
              <a:rPr lang="pt-BR" sz="3500" dirty="0" err="1">
                <a:solidFill>
                  <a:srgbClr val="FFFFFF"/>
                </a:solidFill>
              </a:rPr>
              <a:t>of</a:t>
            </a:r>
            <a:br>
              <a:rPr lang="pt-BR" sz="3500" dirty="0">
                <a:solidFill>
                  <a:srgbClr val="FFFFFF"/>
                </a:solidFill>
              </a:rPr>
            </a:br>
            <a:r>
              <a:rPr lang="pt-BR" sz="3500" dirty="0">
                <a:solidFill>
                  <a:srgbClr val="FFFFFF"/>
                </a:solidFill>
              </a:rPr>
              <a:t>Virtual </a:t>
            </a:r>
            <a:r>
              <a:rPr lang="pt-BR" sz="3500" dirty="0" err="1">
                <a:solidFill>
                  <a:srgbClr val="FFFFFF"/>
                </a:solidFill>
              </a:rPr>
              <a:t>Machines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5954" y="10141"/>
            <a:ext cx="4967472" cy="685799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Large disk footprint</a:t>
            </a:r>
          </a:p>
          <a:p>
            <a:pPr marL="457200" lvl="1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Redundant operating systems</a:t>
            </a:r>
          </a:p>
          <a:p>
            <a:pPr marL="457200" lvl="1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Memory overhead</a:t>
            </a:r>
          </a:p>
          <a:p>
            <a:pPr marL="457200" lvl="1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Slow startup times</a:t>
            </a:r>
          </a:p>
          <a:p>
            <a:pPr marL="457200" lvl="1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Operational complexity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Containers</a:t>
            </a:r>
            <a:b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Hardware → Host OS → Container Runtime → Containers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0402C1-F09A-AB5C-37BB-DAA818AF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AECFA-6625-7F23-F1F9-81CBDE37A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700">
                <a:solidFill>
                  <a:srgbClr val="FFFFFF"/>
                </a:solidFill>
              </a:rPr>
              <a:t>Containers:</a:t>
            </a:r>
            <a:br>
              <a:rPr lang="pt-BR" sz="2700">
                <a:solidFill>
                  <a:srgbClr val="FFFFFF"/>
                </a:solidFill>
              </a:rPr>
            </a:br>
            <a:r>
              <a:rPr lang="pt-BR" sz="2700">
                <a:solidFill>
                  <a:srgbClr val="FFFFFF"/>
                </a:solidFill>
              </a:rPr>
              <a:t>A Paradigm Shift</a:t>
            </a:r>
          </a:p>
        </p:txBody>
      </p:sp>
      <p:graphicFrame>
        <p:nvGraphicFramePr>
          <p:cNvPr id="37" name="Rectangle 2">
            <a:extLst>
              <a:ext uri="{FF2B5EF4-FFF2-40B4-BE49-F238E27FC236}">
                <a16:creationId xmlns:a16="http://schemas.microsoft.com/office/drawing/2014/main" id="{5FDEA656-0E28-EB82-E065-8A924C91F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481876"/>
              </p:ext>
            </p:extLst>
          </p:nvPr>
        </p:nvGraphicFramePr>
        <p:xfrm>
          <a:off x="1" y="1360967"/>
          <a:ext cx="9144000" cy="5380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7671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VM vs Container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590740"/>
            <a:ext cx="9143996" cy="526725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VM: Full OS, high overhead, slower startup</a:t>
            </a:r>
          </a:p>
          <a:p>
            <a:pPr marL="457200" lvl="1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marL="457200" lvl="1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Container: Shared OS, lightweight, fast startup</a:t>
            </a:r>
          </a:p>
          <a:p>
            <a:pPr marL="457200" lvl="1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Higher portability</a:t>
            </a:r>
          </a:p>
          <a:p>
            <a:pPr marL="457200" lvl="1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Better scalability</a:t>
            </a:r>
          </a:p>
          <a:p>
            <a:pPr marL="457200" lvl="1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Lower resource consumption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3500">
                <a:solidFill>
                  <a:srgbClr val="FFFFFF"/>
                </a:solidFill>
              </a:rPr>
              <a:t>What Is Docker?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5154" y="-2"/>
            <a:ext cx="4958272" cy="6857999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Containerization platform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Packages applications with dependencies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Automates deployment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Ensures reproducibility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Built originally in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Core Docker Components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8DC0C1FB-724E-1C17-C8FF-3303ED2E6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397663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Docker Images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C6C731F-4E0B-A9C6-FDBA-01C6B264AC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52074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Containers in Data </a:t>
            </a:r>
            <a:r>
              <a:rPr lang="pt-BR" sz="3500">
                <a:solidFill>
                  <a:srgbClr val="FFFFFF"/>
                </a:solidFill>
              </a:rPr>
              <a:t>Engineering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AA2E9B4B-4FA7-3C5B-981E-5E57306255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94361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Dockerfile Example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90740"/>
            <a:ext cx="9143999" cy="5267259"/>
          </a:xfrm>
        </p:spPr>
        <p:txBody>
          <a:bodyPr anchor="ctr">
            <a:normAutofit/>
          </a:bodyPr>
          <a:lstStyle/>
          <a:p>
            <a:endParaRPr lang="en-US" sz="1800" b="1"/>
          </a:p>
          <a:p>
            <a:endParaRPr lang="en-US" sz="1800" b="1"/>
          </a:p>
          <a:p>
            <a:endParaRPr lang="en-US" sz="1800" b="1"/>
          </a:p>
          <a:p>
            <a:pPr marL="0" indent="0" algn="ctr">
              <a:buNone/>
            </a:pPr>
            <a:endParaRPr lang="en-US" sz="1800" b="1"/>
          </a:p>
          <a:p>
            <a:pPr marL="0" indent="0" algn="ctr">
              <a:buNone/>
            </a:pPr>
            <a:endParaRPr lang="en-US" sz="1800" b="1"/>
          </a:p>
          <a:p>
            <a:pPr marL="0" indent="0" algn="ctr">
              <a:buNone/>
            </a:pPr>
            <a:endParaRPr lang="en-US" sz="1800" b="1"/>
          </a:p>
          <a:p>
            <a:pPr marL="0" indent="0" algn="ctr">
              <a:buNone/>
            </a:pPr>
            <a:r>
              <a:rPr lang="en-US" sz="1800" b="1"/>
              <a:t>What Each Instruction Does:</a:t>
            </a:r>
          </a:p>
          <a:p>
            <a:pPr marL="0" indent="0" algn="ctr">
              <a:buNone/>
            </a:pPr>
            <a:r>
              <a:rPr lang="en-US" sz="1800" b="1"/>
              <a:t>FROM</a:t>
            </a:r>
            <a:r>
              <a:rPr lang="en-US" sz="1800"/>
              <a:t> → Defines the base image (Python 3.12 runtime)</a:t>
            </a:r>
          </a:p>
          <a:p>
            <a:pPr marL="0" indent="0" algn="ctr">
              <a:buNone/>
            </a:pPr>
            <a:r>
              <a:rPr lang="en-US" sz="1800" b="1"/>
              <a:t>WORKDIR</a:t>
            </a:r>
            <a:r>
              <a:rPr lang="en-US" sz="1800"/>
              <a:t> → Sets the working directory inside the container</a:t>
            </a:r>
          </a:p>
          <a:p>
            <a:pPr marL="0" indent="0" algn="ctr">
              <a:buNone/>
            </a:pPr>
            <a:r>
              <a:rPr lang="en-US" sz="1800" b="1"/>
              <a:t>COPY</a:t>
            </a:r>
            <a:r>
              <a:rPr lang="en-US" sz="1800"/>
              <a:t> → Copies application files into the container</a:t>
            </a:r>
          </a:p>
          <a:p>
            <a:pPr marL="0" indent="0" algn="ctr">
              <a:buNone/>
            </a:pPr>
            <a:r>
              <a:rPr lang="en-US" sz="1800" b="1"/>
              <a:t>RUN</a:t>
            </a:r>
            <a:r>
              <a:rPr lang="en-US" sz="1800"/>
              <a:t> → Installs dependencies during image build</a:t>
            </a:r>
          </a:p>
          <a:p>
            <a:pPr marL="0" indent="0" algn="ctr">
              <a:buNone/>
            </a:pPr>
            <a:r>
              <a:rPr lang="en-US" sz="1800" b="1"/>
              <a:t>CMD</a:t>
            </a:r>
            <a:r>
              <a:rPr lang="en-US" sz="1800"/>
              <a:t> → Defines the default command executed at container startup</a:t>
            </a:r>
          </a:p>
          <a:p>
            <a:pPr marL="0" indent="0" algn="ctr">
              <a:buNone/>
            </a:pPr>
            <a:endParaRPr lang="pt-BR" sz="1700" dirty="0"/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4B6824FC-9341-4268-8CB6-C574B9087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54" y="1782234"/>
            <a:ext cx="6256354" cy="2098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Multi-Service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Architectures</a:t>
            </a:r>
            <a:endParaRPr lang="pt-BR" sz="35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86D9CB-11E1-CEF9-1462-B7354EB2CB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119359"/>
              </p:ext>
            </p:extLst>
          </p:nvPr>
        </p:nvGraphicFramePr>
        <p:xfrm>
          <a:off x="8978" y="2170031"/>
          <a:ext cx="9126044" cy="4687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F22232-4C50-E8B9-CF17-6C90CCD6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8449C98-971F-01A2-2363-7715BC106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365B08-BFD2-77B5-C557-1C809E7E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014E51-5410-2314-BECE-C7FEB4B7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7ABA94-EBDB-2183-4494-C93F2058F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73DFA-D7B2-91D7-4DD1-F7286A08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Docker </a:t>
            </a:r>
            <a:r>
              <a:rPr lang="pt-BR" sz="3500" dirty="0" err="1">
                <a:solidFill>
                  <a:srgbClr val="FFFFFF"/>
                </a:solidFill>
              </a:rPr>
              <a:t>Compose</a:t>
            </a:r>
            <a:endParaRPr lang="pt-BR" sz="3500" dirty="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9F71AAF-CCFB-8BB5-0933-7933456842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4475052"/>
              </p:ext>
            </p:extLst>
          </p:nvPr>
        </p:nvGraphicFramePr>
        <p:xfrm>
          <a:off x="0" y="2171312"/>
          <a:ext cx="9135022" cy="4686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4740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Docker</a:t>
            </a:r>
            <a:r>
              <a:rPr lang="en-US" sz="2700" dirty="0">
                <a:solidFill>
                  <a:srgbClr val="FFFFFF"/>
                </a:solidFill>
              </a:rPr>
              <a:t> C</a:t>
            </a: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ompose</a:t>
            </a: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pic>
        <p:nvPicPr>
          <p:cNvPr id="5" name="Espaço Reservado para Conteúdo 4" descr="Texto&#10;&#10;O conteúdo gerado por IA pode estar incorreto.">
            <a:extLst>
              <a:ext uri="{FF2B5EF4-FFF2-40B4-BE49-F238E27FC236}">
                <a16:creationId xmlns:a16="http://schemas.microsoft.com/office/drawing/2014/main" id="{30BB0C02-7E63-C73B-7D13-31EE79491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1854" y="170122"/>
            <a:ext cx="5017234" cy="65290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BA8BC0-0F83-E4E4-B860-D7234B83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16129A-9A09-AB28-9B5C-B93635F77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E415BC-67D2-3BD6-0CEE-8FFB4431A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937B03-4E48-6156-DB81-C59F35824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013D28-E071-5C9B-380F-E5A3DD656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6C1F-4E28-B90B-B035-6825AAB7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Data </a:t>
            </a:r>
            <a:r>
              <a:rPr lang="pt-BR" sz="3500" dirty="0" err="1">
                <a:solidFill>
                  <a:srgbClr val="FFFFFF"/>
                </a:solidFill>
              </a:rPr>
              <a:t>Persistence</a:t>
            </a:r>
            <a:endParaRPr lang="pt-BR" sz="35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DA0C95-DCCB-25B8-6B49-165E92D539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2376561"/>
              </p:ext>
            </p:extLst>
          </p:nvPr>
        </p:nvGraphicFramePr>
        <p:xfrm>
          <a:off x="1" y="2171312"/>
          <a:ext cx="9135021" cy="4744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5244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EE9E9B-24F4-3E8C-EC70-5E97AE3ED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156A02-27CC-0BEC-C1AB-D0FD85355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75136F-8B6F-3FF0-E29A-145AA099F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A227D0-F35F-3691-C87E-ACAC68A43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F1A710-D231-B4A7-A186-5D660B82C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82C00-41AC-A281-5166-303B3514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Data </a:t>
            </a:r>
            <a:r>
              <a:rPr lang="pt-BR" sz="3500" dirty="0" err="1">
                <a:solidFill>
                  <a:srgbClr val="FFFFFF"/>
                </a:solidFill>
              </a:rPr>
              <a:t>Persistence</a:t>
            </a:r>
            <a:endParaRPr lang="pt-BR" sz="35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D476D8-292D-8B37-6CC0-D55542889A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5891698"/>
              </p:ext>
            </p:extLst>
          </p:nvPr>
        </p:nvGraphicFramePr>
        <p:xfrm>
          <a:off x="1" y="2171312"/>
          <a:ext cx="9135021" cy="4744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1989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C6A592-0D87-14B5-9037-77538142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DA2C60-2701-731B-7AFC-187C94DDB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70429-7C6C-51AB-0CC8-4D531843D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75D279-A74A-98E9-3574-62611B601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78674B-2EE6-BE25-A84E-C4467F18A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AD28F-8F2B-36ED-4D5F-C08B0BDCA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Data </a:t>
            </a:r>
            <a:r>
              <a:rPr lang="pt-BR" sz="3500" dirty="0" err="1">
                <a:solidFill>
                  <a:srgbClr val="FFFFFF"/>
                </a:solidFill>
              </a:rPr>
              <a:t>Persistence</a:t>
            </a:r>
            <a:endParaRPr lang="pt-BR" sz="35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ADB925-BCEC-591B-1C72-9317B463CC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3675128"/>
              </p:ext>
            </p:extLst>
          </p:nvPr>
        </p:nvGraphicFramePr>
        <p:xfrm>
          <a:off x="1" y="2171312"/>
          <a:ext cx="9135021" cy="4744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7467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900AC-59EF-5F08-28D1-C0EAD574E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0C1598-FA1D-AE63-EA23-7FC5C3B49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862B77-4D72-CB41-C74C-5A9E5BD99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1D5778-9995-AD90-BE2C-D14639B87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B63B7E-AEE6-ACFE-F015-80D7B534E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435CC-235B-54FD-6BF2-C0A69CC4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Data </a:t>
            </a:r>
            <a:r>
              <a:rPr lang="pt-BR" sz="3500" dirty="0" err="1">
                <a:solidFill>
                  <a:srgbClr val="FFFFFF"/>
                </a:solidFill>
              </a:rPr>
              <a:t>Persistence</a:t>
            </a:r>
            <a:endParaRPr lang="pt-BR" sz="35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3EE415-DE03-AE59-5AE8-9C10D87CB1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1386395"/>
              </p:ext>
            </p:extLst>
          </p:nvPr>
        </p:nvGraphicFramePr>
        <p:xfrm>
          <a:off x="1" y="2171312"/>
          <a:ext cx="9135021" cy="4744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941EF55-540C-74F2-4243-56BF780603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1479" y="2637865"/>
            <a:ext cx="5306893" cy="236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40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Container Networking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C36BEA-E45B-2441-9621-BB0FBB2284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06059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5F13EC-AEE6-C9BD-B852-26B14357B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D0D3952-1277-662C-D0F5-AE123D57A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54AA9F-AD8F-ED6B-86AB-36605D4F4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61BD04-42D2-F6E1-5DF1-B2B688F40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C33F4C-1FF7-7591-C72D-DB50FF8C0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6D66E-38B5-4491-18EF-E4B828488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Container Networking</a:t>
            </a:r>
          </a:p>
        </p:txBody>
      </p:sp>
      <p:pic>
        <p:nvPicPr>
          <p:cNvPr id="7" name="Espaço Reservado para Conteúdo 6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CEF750E9-75D2-51B2-8423-44758751D1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1629" y="1924820"/>
            <a:ext cx="2800741" cy="221010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FFE0098-20FD-439B-28DD-050D99DCC5BD}"/>
              </a:ext>
            </a:extLst>
          </p:cNvPr>
          <p:cNvSpPr txBox="1"/>
          <p:nvPr/>
        </p:nvSpPr>
        <p:spPr>
          <a:xfrm>
            <a:off x="1849988" y="465658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14" name="Imagem 1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AD64C30D-65EB-0203-14D2-502A4493B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483" y="4631800"/>
            <a:ext cx="1609950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32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54736-DAA8-F2EA-BE1E-525AF1F6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C1E6A6-A213-A8DE-EB07-704810827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052DB2-D704-0ECB-6678-8653743D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79F504-5C28-371D-25AB-8E46DAAC0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A8AD56-039A-D7AC-191E-8BDCB5E58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5FDDA-565B-1796-A61C-79ACE2D1B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Container Networking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FA7E65-AC61-5482-E27F-CCA6C787D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4251" y="2551814"/>
            <a:ext cx="7559748" cy="43061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Why Not Localhost?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Inside a container: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localhost refers to the container itself.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It does NOT refer to another container.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It does NOT refer to the host machine.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Each container has its own network namespace.</a:t>
            </a:r>
          </a:p>
          <a:p>
            <a:pPr marL="0" indent="0">
              <a:buNone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414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Databases in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2318197"/>
            <a:ext cx="9143996" cy="3683358"/>
          </a:xfrm>
        </p:spPr>
        <p:txBody>
          <a:bodyPr anchor="ctr"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Why Run Databases in Containers?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Isolated testing environments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project can have its own database instance without conflicts.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Fast setup and reset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Databases can be created, destroyed, and recreated in seconds.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Reproducible development environments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team members use the exact same database version and configuration.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CI/CD ready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Automated pipelines can spin up temporary database containers for testing.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Container Security</a:t>
            </a:r>
          </a:p>
        </p:txBody>
      </p:sp>
      <p:graphicFrame>
        <p:nvGraphicFramePr>
          <p:cNvPr id="9" name="Rectangle 2">
            <a:extLst>
              <a:ext uri="{FF2B5EF4-FFF2-40B4-BE49-F238E27FC236}">
                <a16:creationId xmlns:a16="http://schemas.microsoft.com/office/drawing/2014/main" id="{1DC4903C-CA91-27B4-BF23-33D5182402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839838"/>
              </p:ext>
            </p:extLst>
          </p:nvPr>
        </p:nvGraphicFramePr>
        <p:xfrm>
          <a:off x="483042" y="1575459"/>
          <a:ext cx="8195871" cy="5282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Orchestration at Scale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16E0C2-22AF-85D3-9B6A-734BE26D51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944244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398E8-7641-20A0-1825-037D8111B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60FC5-1643-A4BC-2399-39B0F312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Orchestration at Scale</a:t>
            </a:r>
          </a:p>
        </p:txBody>
      </p:sp>
      <p:graphicFrame>
        <p:nvGraphicFramePr>
          <p:cNvPr id="17" name="Espaço Reservado para Conteúdo 3">
            <a:extLst>
              <a:ext uri="{FF2B5EF4-FFF2-40B4-BE49-F238E27FC236}">
                <a16:creationId xmlns:a16="http://schemas.microsoft.com/office/drawing/2014/main" id="{83958DFA-FCD3-BBDA-2D36-6F4B80EEAB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48262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6812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A2055-04C3-A24B-92B4-DF557BDC0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1BC24-1259-0707-F7DB-17A703861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Kubernetes</a:t>
            </a:r>
            <a:endParaRPr lang="pt-BR" sz="3500" dirty="0">
              <a:solidFill>
                <a:srgbClr val="FFFFFF"/>
              </a:solidFill>
            </a:endParaRPr>
          </a:p>
        </p:txBody>
      </p:sp>
      <p:graphicFrame>
        <p:nvGraphicFramePr>
          <p:cNvPr id="29" name="Rectangle 1">
            <a:extLst>
              <a:ext uri="{FF2B5EF4-FFF2-40B4-BE49-F238E27FC236}">
                <a16:creationId xmlns:a16="http://schemas.microsoft.com/office/drawing/2014/main" id="{26B6EFCE-0D71-DEB8-EA38-0F94896415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35180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1143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Docker and DevOps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3463B3A0-84F0-4FE5-47B4-16A1427736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4086096"/>
              </p:ext>
            </p:extLst>
          </p:nvPr>
        </p:nvGraphicFramePr>
        <p:xfrm>
          <a:off x="1" y="1669311"/>
          <a:ext cx="9143999" cy="5188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Docker in Modern Data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1A00DF-8997-DE87-CB99-3B021133F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6019491"/>
              </p:ext>
            </p:extLst>
          </p:nvPr>
        </p:nvGraphicFramePr>
        <p:xfrm>
          <a:off x="-2" y="1576446"/>
          <a:ext cx="9143999" cy="5281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Installation (Windows)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59B5C5-B24F-A647-61E0-A9513839CD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5695312"/>
              </p:ext>
            </p:extLst>
          </p:nvPr>
        </p:nvGraphicFramePr>
        <p:xfrm>
          <a:off x="-1" y="1576446"/>
          <a:ext cx="9143999" cy="5281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73A5C-D3EA-E15C-E0B4-CB55754DA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80A6D-CB19-1D23-F56F-B4EA0394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A3B5DD-0BF9-07B5-1730-AB995BB74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8040FB-36A3-FD09-DABE-4C7E053EA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582493-59E1-6444-09A5-4D1F74067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D4EE3-10C6-F921-B874-88DEE2B3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Installation</a:t>
            </a:r>
            <a:r>
              <a:rPr lang="pt-BR" sz="3500" dirty="0">
                <a:solidFill>
                  <a:srgbClr val="FFFFFF"/>
                </a:solidFill>
              </a:rPr>
              <a:t> (WSL)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3389F3-D5D4-6C0D-0F08-C6878C4E8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5895642"/>
              </p:ext>
            </p:extLst>
          </p:nvPr>
        </p:nvGraphicFramePr>
        <p:xfrm>
          <a:off x="-1" y="1576446"/>
          <a:ext cx="9143999" cy="5281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4825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247E3-8494-BE2A-7934-BF80254FF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13EF27-0319-99AA-B754-8F6775529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CE8D78-53BB-A162-9C3B-413927B4A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A6B8D0-C4A2-8BF6-B53A-703CDDAF6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CC8C55-F599-B521-4A59-1CF3ABA38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86EFB5-72CE-5051-FE10-934FE62A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Installation</a:t>
            </a:r>
            <a:r>
              <a:rPr lang="pt-BR" sz="3500" dirty="0">
                <a:solidFill>
                  <a:srgbClr val="FFFFFF"/>
                </a:solidFill>
              </a:rPr>
              <a:t> (MacOS)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C897DC1-C1C6-9922-F33E-96E9762462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1851093"/>
              </p:ext>
            </p:extLst>
          </p:nvPr>
        </p:nvGraphicFramePr>
        <p:xfrm>
          <a:off x="1" y="1575460"/>
          <a:ext cx="9143998" cy="5282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6537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C63D9-2D80-E81C-F984-F832B9F2F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2D8C4B-8D4B-9ECE-2D65-021143A8D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DB3E81-D802-6588-DAA1-DA638803C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B8DFDF-799E-AFDF-DB4B-01CF067F2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E6CC05-D8D9-7200-2BA3-474C903C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A5BD20-5950-7030-1ABD-938B645E0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1021A2-1C9B-FE13-0903-B55FCE88B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27E578-0528-C4E6-FB2F-3A28E667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r>
              <a:rPr lang="pt-PT" sz="3500" dirty="0" err="1">
                <a:solidFill>
                  <a:srgbClr val="FFFFFF"/>
                </a:solidFill>
              </a:rPr>
              <a:t>Verify</a:t>
            </a:r>
            <a:r>
              <a:rPr lang="pt-PT" sz="3500" dirty="0">
                <a:solidFill>
                  <a:srgbClr val="FFFFFF"/>
                </a:solidFill>
              </a:rPr>
              <a:t> </a:t>
            </a:r>
            <a:r>
              <a:rPr lang="pt-PT" sz="3500" dirty="0" err="1">
                <a:solidFill>
                  <a:srgbClr val="FFFFFF"/>
                </a:solidFill>
              </a:rPr>
              <a:t>Installation</a:t>
            </a:r>
            <a:endParaRPr lang="pt-PT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F7624-47FB-E6B0-C40D-15BEA59A0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5154" y="10141"/>
            <a:ext cx="4958272" cy="6847855"/>
          </a:xfrm>
        </p:spPr>
        <p:txBody>
          <a:bodyPr anchor="ctr">
            <a:normAutofit/>
          </a:bodyPr>
          <a:lstStyle/>
          <a:p>
            <a:pPr marL="800100" lvl="2" indent="0">
              <a:buNone/>
            </a:pPr>
            <a:r>
              <a:rPr lang="en-US" sz="2800" dirty="0"/>
              <a:t>docker --version</a:t>
            </a:r>
            <a:br>
              <a:rPr lang="en-US" sz="2800" dirty="0"/>
            </a:br>
            <a:r>
              <a:rPr lang="en-US" sz="2800" dirty="0"/>
              <a:t>docker compose version</a:t>
            </a:r>
            <a:br>
              <a:rPr lang="en-US" sz="2800" dirty="0"/>
            </a:br>
            <a:r>
              <a:rPr lang="en-US" sz="2800" dirty="0"/>
              <a:t>docker run hello-world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# list containers</a:t>
            </a:r>
            <a:br>
              <a:rPr lang="en-US" sz="2800" dirty="0"/>
            </a:br>
            <a:r>
              <a:rPr lang="en-US" sz="2800" dirty="0"/>
              <a:t>docker </a:t>
            </a:r>
            <a:r>
              <a:rPr lang="en-US" sz="2800" dirty="0" err="1"/>
              <a:t>ps</a:t>
            </a:r>
            <a:r>
              <a:rPr lang="en-US" sz="2800" dirty="0"/>
              <a:t> –a</a:t>
            </a:r>
          </a:p>
          <a:p>
            <a:pPr marL="800100" lvl="2" indent="0">
              <a:buNone/>
            </a:pPr>
            <a:endParaRPr lang="en-US" sz="2800" dirty="0"/>
          </a:p>
          <a:p>
            <a:pPr marL="800100" lvl="2" indent="0">
              <a:buNone/>
            </a:pPr>
            <a:r>
              <a:rPr lang="pt-BR" sz="2800" dirty="0"/>
              <a:t># </a:t>
            </a:r>
            <a:r>
              <a:rPr lang="pt-BR" sz="2800" dirty="0" err="1"/>
              <a:t>list</a:t>
            </a:r>
            <a:r>
              <a:rPr lang="pt-BR" sz="2800" dirty="0"/>
              <a:t> </a:t>
            </a:r>
            <a:r>
              <a:rPr lang="pt-BR" sz="2800" dirty="0" err="1"/>
              <a:t>images</a:t>
            </a:r>
            <a:br>
              <a:rPr lang="pt-BR" sz="2800" dirty="0"/>
            </a:br>
            <a:r>
              <a:rPr lang="pt-BR" sz="2800" dirty="0" err="1"/>
              <a:t>docker</a:t>
            </a:r>
            <a:r>
              <a:rPr lang="pt-BR" sz="2800" dirty="0"/>
              <a:t> </a:t>
            </a:r>
            <a:r>
              <a:rPr lang="pt-BR" sz="2800" dirty="0" err="1"/>
              <a:t>images</a:t>
            </a:r>
            <a:endParaRPr lang="en-US" sz="28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107522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200">
                <a:solidFill>
                  <a:srgbClr val="FFFFFF"/>
                </a:solidFill>
              </a:rPr>
              <a:t>Practice 1 — Explore a Container (CLI Basics)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D2A1B9BD-411C-55A1-F86A-7EC7DCCE7B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58008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Practice 1 —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8699" y="2318197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Consolas"/>
              </a:defRPr>
            </a:pPr>
            <a:r>
              <a:rPr lang="en-US" sz="1700" dirty="0"/>
              <a:t># 1) run an interactive shell</a:t>
            </a:r>
            <a:br>
              <a:rPr lang="en-US" sz="1700" dirty="0"/>
            </a:br>
            <a:r>
              <a:rPr lang="en-US" sz="1700" dirty="0"/>
              <a:t>docker run -it --name demo-ubuntu ubuntu:24.04 bash</a:t>
            </a:r>
            <a:br>
              <a:rPr lang="en-US" sz="1700" dirty="0"/>
            </a:br>
            <a:br>
              <a:rPr lang="en-US" sz="1700" dirty="0"/>
            </a:br>
            <a:r>
              <a:rPr lang="en-US" sz="1700" dirty="0"/>
              <a:t># inside the container:</a:t>
            </a:r>
            <a:br>
              <a:rPr lang="en-US" sz="1700" dirty="0"/>
            </a:br>
            <a:r>
              <a:rPr lang="en-US" sz="1700" dirty="0"/>
              <a:t>cat /</a:t>
            </a:r>
            <a:r>
              <a:rPr lang="en-US" sz="1700" dirty="0" err="1"/>
              <a:t>etc</a:t>
            </a:r>
            <a:r>
              <a:rPr lang="en-US" sz="1700" dirty="0"/>
              <a:t>/</a:t>
            </a:r>
            <a:r>
              <a:rPr lang="en-US" sz="1700" dirty="0" err="1"/>
              <a:t>os</a:t>
            </a:r>
            <a:r>
              <a:rPr lang="en-US" sz="1700" dirty="0"/>
              <a:t>-release</a:t>
            </a:r>
            <a:br>
              <a:rPr lang="en-US" sz="1700" dirty="0"/>
            </a:br>
            <a:r>
              <a:rPr lang="en-US" sz="1700" dirty="0" err="1"/>
              <a:t>uname</a:t>
            </a:r>
            <a:r>
              <a:rPr lang="en-US" sz="1700" dirty="0"/>
              <a:t> -a</a:t>
            </a:r>
            <a:br>
              <a:rPr lang="en-US" sz="1700" dirty="0"/>
            </a:br>
            <a:r>
              <a:rPr lang="en-US" sz="1700" dirty="0"/>
              <a:t>ls -la</a:t>
            </a:r>
            <a:br>
              <a:rPr lang="en-US" sz="1700" dirty="0"/>
            </a:br>
            <a:r>
              <a:rPr lang="en-US" sz="1700" dirty="0"/>
              <a:t>exit</a:t>
            </a:r>
            <a:br>
              <a:rPr lang="en-US" sz="1700" dirty="0"/>
            </a:br>
            <a:br>
              <a:rPr lang="en-US" sz="1700" dirty="0"/>
            </a:br>
            <a:r>
              <a:rPr lang="en-US" sz="1700" dirty="0"/>
              <a:t># 2) inspect from the host:</a:t>
            </a:r>
            <a:br>
              <a:rPr lang="en-US" sz="1700" dirty="0"/>
            </a:br>
            <a:r>
              <a:rPr lang="en-US" sz="1700" dirty="0"/>
              <a:t>docker </a:t>
            </a:r>
            <a:r>
              <a:rPr lang="en-US" sz="1700" dirty="0" err="1"/>
              <a:t>ps</a:t>
            </a:r>
            <a:r>
              <a:rPr lang="en-US" sz="1700" dirty="0"/>
              <a:t> -a</a:t>
            </a:r>
            <a:br>
              <a:rPr lang="en-US" sz="1700" dirty="0"/>
            </a:br>
            <a:r>
              <a:rPr lang="en-US" sz="1700" dirty="0"/>
              <a:t>docker inspect demo-ubuntu</a:t>
            </a:r>
            <a:br>
              <a:rPr lang="en-US" sz="1700" dirty="0"/>
            </a:br>
            <a:br>
              <a:rPr lang="en-US" sz="1700" dirty="0"/>
            </a:br>
            <a:r>
              <a:rPr lang="en-US" sz="1700" dirty="0"/>
              <a:t># 3) remove when done:</a:t>
            </a:r>
            <a:br>
              <a:rPr lang="en-US" sz="1700" dirty="0"/>
            </a:br>
            <a:r>
              <a:rPr lang="en-US" sz="1700" dirty="0"/>
              <a:t>docker rm demo-ubuntu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40231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787878"/>
                </a:solidFill>
              </a:defRPr>
            </a:pPr>
            <a:r>
              <a:rPr lang="en-US" sz="1200"/>
              <a:t>Key idea: container ≠ VM • A container shares the host kernel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Practice 1 — What to Observe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301BFC-BE1D-FC52-C854-70A58DBFC9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67288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Practice 2 — Docker Compose (Two Services)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EDD193-A07E-1FEB-9B36-9E419C6D8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11564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Practice 2 — docker-compose.yml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8F6B6C60-B4D5-022F-FFB8-4CC9BD21E936}"/>
              </a:ext>
            </a:extLst>
          </p:cNvPr>
          <p:cNvGrpSpPr/>
          <p:nvPr/>
        </p:nvGrpSpPr>
        <p:grpSpPr>
          <a:xfrm>
            <a:off x="520959" y="2515880"/>
            <a:ext cx="8195871" cy="2704706"/>
            <a:chOff x="0" y="30752"/>
            <a:chExt cx="8195871" cy="1153620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8EEE014E-0B43-4D54-2FEB-5571A93D158C}"/>
                </a:ext>
              </a:extLst>
            </p:cNvPr>
            <p:cNvSpPr/>
            <p:nvPr/>
          </p:nvSpPr>
          <p:spPr>
            <a:xfrm>
              <a:off x="0" y="30752"/>
              <a:ext cx="8195871" cy="11536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9" name="Retângulo: Cantos Arredondados 4">
              <a:extLst>
                <a:ext uri="{FF2B5EF4-FFF2-40B4-BE49-F238E27FC236}">
                  <a16:creationId xmlns:a16="http://schemas.microsoft.com/office/drawing/2014/main" id="{0CA66D14-1B41-5E1D-9404-CB10FFDECB03}"/>
                </a:ext>
              </a:extLst>
            </p:cNvPr>
            <p:cNvSpPr txBox="1"/>
            <p:nvPr/>
          </p:nvSpPr>
          <p:spPr>
            <a:xfrm>
              <a:off x="56315" y="96815"/>
              <a:ext cx="8083241" cy="10409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0490" tIns="110490" rIns="110490" bIns="110490" numCol="1" spcCol="1270" anchor="ctr" anchorCtr="0">
              <a:noAutofit/>
            </a:bodyPr>
            <a:lstStyle/>
            <a:p>
              <a:pPr marL="0" lvl="0" indent="0" algn="l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900" kern="1200" dirty="0"/>
                <a:t>Download the docker-</a:t>
              </a:r>
              <a:r>
                <a:rPr lang="en-US" sz="2900" kern="1200" dirty="0" err="1"/>
                <a:t>compose.yml</a:t>
              </a:r>
              <a:r>
                <a:rPr lang="en-US" sz="2900" kern="1200" dirty="0"/>
                <a:t> file from the </a:t>
              </a:r>
              <a:r>
                <a:rPr lang="en-US" sz="2900" kern="1200" dirty="0" err="1"/>
                <a:t>github</a:t>
              </a:r>
              <a:r>
                <a:rPr lang="en-US" sz="2900" kern="1200" dirty="0"/>
                <a:t> repository  (/</a:t>
              </a:r>
              <a:r>
                <a:rPr lang="en-US" sz="2900" kern="1200" dirty="0" err="1"/>
                <a:t>etc</a:t>
              </a:r>
              <a:r>
                <a:rPr lang="en-US" sz="2900" kern="1200" dirty="0"/>
                <a:t>) and put inside the Project directory.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Practice 2 — Run and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22745"/>
            <a:ext cx="9143999" cy="4378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start services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compose up -d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confirm containers are running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</a:t>
            </a:r>
            <a:r>
              <a:rPr lang="en-US" sz="1600" b="1" dirty="0" err="1">
                <a:solidFill>
                  <a:srgbClr val="92D050"/>
                </a:solidFill>
              </a:rPr>
              <a:t>ps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</a:t>
            </a:r>
            <a:r>
              <a:rPr lang="en-US" sz="1600" b="1" dirty="0"/>
              <a:t>open </a:t>
            </a:r>
            <a:r>
              <a:rPr lang="en-US" sz="1600" b="1" dirty="0" err="1"/>
              <a:t>Adminer</a:t>
            </a:r>
            <a:r>
              <a:rPr lang="en-US" sz="1600" b="1" dirty="0"/>
              <a:t> in your browser</a:t>
            </a:r>
            <a:br>
              <a:rPr lang="en-US" sz="1600" dirty="0"/>
            </a:br>
            <a:r>
              <a:rPr lang="en-US" sz="1600" dirty="0"/>
              <a:t># </a:t>
            </a:r>
            <a:r>
              <a:rPr lang="en-US" sz="1600" b="1" dirty="0"/>
              <a:t>http://localhost:8080</a:t>
            </a:r>
            <a:br>
              <a:rPr lang="en-US" sz="1600" dirty="0"/>
            </a:br>
            <a:r>
              <a:rPr lang="en-US" sz="1600" dirty="0"/>
              <a:t># </a:t>
            </a:r>
            <a:r>
              <a:rPr lang="en-US" sz="1600" b="1" dirty="0"/>
              <a:t>Server</a:t>
            </a:r>
            <a:r>
              <a:rPr lang="en-US" sz="1600" dirty="0"/>
              <a:t>: </a:t>
            </a:r>
            <a:r>
              <a:rPr lang="en-US" sz="1600" b="1" dirty="0" err="1">
                <a:solidFill>
                  <a:srgbClr val="00B0F0"/>
                </a:solidFill>
              </a:rPr>
              <a:t>db</a:t>
            </a:r>
            <a:r>
              <a:rPr lang="en-US" sz="1600" dirty="0"/>
              <a:t> | </a:t>
            </a:r>
            <a:r>
              <a:rPr lang="en-US" sz="1600" b="1" dirty="0"/>
              <a:t>User</a:t>
            </a:r>
            <a:r>
              <a:rPr lang="en-US" sz="1600" dirty="0"/>
              <a:t>: </a:t>
            </a:r>
            <a:r>
              <a:rPr lang="en-US" sz="1600" b="1" dirty="0" err="1">
                <a:solidFill>
                  <a:srgbClr val="00B0F0"/>
                </a:solidFill>
              </a:rPr>
              <a:t>labuser</a:t>
            </a:r>
            <a:r>
              <a:rPr lang="en-US" sz="1600" dirty="0"/>
              <a:t> | </a:t>
            </a:r>
            <a:r>
              <a:rPr lang="en-US" sz="1600" b="1" dirty="0"/>
              <a:t>Password</a:t>
            </a:r>
            <a:r>
              <a:rPr lang="en-US" sz="1600" dirty="0"/>
              <a:t>: </a:t>
            </a:r>
            <a:r>
              <a:rPr lang="en-US" sz="1600" b="1" dirty="0" err="1">
                <a:solidFill>
                  <a:srgbClr val="00B0F0"/>
                </a:solidFill>
              </a:rPr>
              <a:t>labpass</a:t>
            </a:r>
            <a:r>
              <a:rPr lang="en-US" sz="1600" dirty="0"/>
              <a:t> | </a:t>
            </a:r>
            <a:r>
              <a:rPr lang="en-US" sz="1600" b="1" dirty="0"/>
              <a:t>Database</a:t>
            </a:r>
            <a:r>
              <a:rPr lang="en-US" sz="1600" dirty="0"/>
              <a:t>: </a:t>
            </a:r>
            <a:r>
              <a:rPr lang="en-US" sz="1600" b="1" dirty="0" err="1">
                <a:solidFill>
                  <a:srgbClr val="00B0F0"/>
                </a:solidFill>
              </a:rPr>
              <a:t>labdb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stop (keeps volume)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compose down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start again (data should persist)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compose up -d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remove everything INCLUDING volume (data deleted)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compose down -v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5277" y="6101797"/>
            <a:ext cx="79398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787878"/>
                </a:solidFill>
              </a:defRPr>
            </a:pPr>
            <a:r>
              <a:rPr lang="en-US" sz="2400" dirty="0"/>
              <a:t>Ports expose services to host • Volumes persist database state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F0D82-A197-3731-819C-2F6D920E1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1B026A-90A0-5149-D25A-9226BE67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Practice 2 — Run and Test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FEFBAB4-B2A1-DC75-961F-1502585FE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699" y="1590741"/>
            <a:ext cx="7041413" cy="44108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Starts </a:t>
            </a:r>
            <a:r>
              <a:rPr kumimoji="0" lang="en-US" altLang="pt-BR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kumimoji="0" lang="en-US" altLang="pt-BR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 port 5432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Starts </a:t>
            </a:r>
            <a:r>
              <a:rPr kumimoji="0" lang="en-US" altLang="pt-BR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Adminer</a:t>
            </a:r>
            <a:r>
              <a:rPr kumimoji="0" lang="en-US" altLang="pt-BR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(DB Web UI) on port 8080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Creates a named volume </a:t>
            </a:r>
            <a:r>
              <a:rPr kumimoji="0" lang="en-US" altLang="pt-BR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db_data</a:t>
            </a:r>
            <a:endParaRPr kumimoji="0" lang="en-US" altLang="pt-BR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Ensures database data persists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Connects both services via internal Docker DNS</a:t>
            </a:r>
          </a:p>
        </p:txBody>
      </p:sp>
    </p:spTree>
    <p:extLst>
      <p:ext uri="{BB962C8B-B14F-4D97-AF65-F5344CB8AC3E}">
        <p14:creationId xmlns:p14="http://schemas.microsoft.com/office/powerpoint/2010/main" val="6475557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Practice 2 — Key Concepts Reinforced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EFC3F7-7BB1-172F-04CD-6CDD8A5E9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7464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F313B-74BD-40B1-A764-26F62291B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8F9102A-8740-84E5-CA14-6AEDD5035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4E5010-FA43-A7FE-71F4-51B367577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ECADE5-2801-BDD6-A1C4-56EC815E2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9DDFCB-DCD1-CC6B-191F-5545C6947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C22311-9877-E8F8-8F2A-ADF771DCE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49FBD-4566-D65A-53D2-46AA832C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11" y="294538"/>
            <a:ext cx="8454977" cy="103366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Practice 3 — Use the extra-docker-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compose.yml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AB620-666C-88E8-A6F6-D9FFAC61A195}"/>
              </a:ext>
            </a:extLst>
          </p:cNvPr>
          <p:cNvSpPr txBox="1"/>
          <p:nvPr/>
        </p:nvSpPr>
        <p:spPr>
          <a:xfrm>
            <a:off x="0" y="1622745"/>
            <a:ext cx="9143999" cy="4378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remove everything INCLUDING volume (data deleted)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compose down –v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create a </a:t>
            </a:r>
            <a:r>
              <a:rPr lang="en-US" sz="1600" dirty="0" err="1"/>
              <a:t>rsc</a:t>
            </a:r>
            <a:r>
              <a:rPr lang="en-US" sz="1600" dirty="0"/>
              <a:t> directory on the project root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 err="1"/>
              <a:t>mkdir</a:t>
            </a:r>
            <a:r>
              <a:rPr lang="en-US" sz="1600" dirty="0"/>
              <a:t> </a:t>
            </a:r>
            <a:r>
              <a:rPr lang="en-US" sz="1600" dirty="0" err="1"/>
              <a:t>rsc</a:t>
            </a: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download the </a:t>
            </a:r>
            <a:r>
              <a:rPr lang="en-US" sz="1600" dirty="0" err="1"/>
              <a:t>init.sql</a:t>
            </a:r>
            <a:r>
              <a:rPr lang="en-US" sz="1600" dirty="0"/>
              <a:t> file from the git repository (/</a:t>
            </a:r>
            <a:r>
              <a:rPr lang="en-US" sz="1600" dirty="0" err="1"/>
              <a:t>etc</a:t>
            </a:r>
            <a:r>
              <a:rPr lang="en-US" sz="1600" dirty="0"/>
              <a:t>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put inside the </a:t>
            </a:r>
            <a:r>
              <a:rPr lang="en-US" sz="1600" dirty="0" err="1"/>
              <a:t>rsc</a:t>
            </a:r>
            <a:r>
              <a:rPr lang="en-US" sz="1600" dirty="0"/>
              <a:t> directory that you have just created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copy the contents of the extra-docker-</a:t>
            </a:r>
            <a:r>
              <a:rPr lang="en-US" sz="1600" dirty="0" err="1"/>
              <a:t>compose.yml</a:t>
            </a:r>
            <a:r>
              <a:rPr lang="en-US" sz="1600" dirty="0"/>
              <a:t> and paste inside your project’s compose file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>
                <a:latin typeface="Consolas"/>
              </a:defRPr>
            </a:pPr>
            <a:r>
              <a:rPr lang="en-US" sz="1600" dirty="0"/>
              <a:t># start services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compose up -d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confirm containers are running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</a:t>
            </a:r>
            <a:r>
              <a:rPr lang="en-US" sz="1600" b="1" dirty="0" err="1">
                <a:solidFill>
                  <a:srgbClr val="92D050"/>
                </a:solidFill>
              </a:rPr>
              <a:t>ps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</a:t>
            </a:r>
            <a:r>
              <a:rPr lang="en-US" sz="1600" b="1" dirty="0"/>
              <a:t>open </a:t>
            </a:r>
            <a:r>
              <a:rPr lang="en-US" sz="1600" b="1" dirty="0" err="1"/>
              <a:t>Adminer</a:t>
            </a:r>
            <a:r>
              <a:rPr lang="en-US" sz="1600" b="1" dirty="0"/>
              <a:t> in your browser</a:t>
            </a:r>
            <a:br>
              <a:rPr lang="en-US" sz="1600" dirty="0"/>
            </a:br>
            <a:r>
              <a:rPr lang="en-US" sz="1600" dirty="0"/>
              <a:t># </a:t>
            </a:r>
            <a:r>
              <a:rPr lang="en-US" sz="1600" b="1" dirty="0"/>
              <a:t>http://localhost:8080</a:t>
            </a:r>
            <a:br>
              <a:rPr lang="en-US" sz="1600" dirty="0"/>
            </a:br>
            <a:r>
              <a:rPr lang="en-US" sz="1600" dirty="0"/>
              <a:t># </a:t>
            </a:r>
            <a:r>
              <a:rPr lang="en-US" sz="1600" b="1" dirty="0"/>
              <a:t>Server</a:t>
            </a:r>
            <a:r>
              <a:rPr lang="en-US" sz="1600" dirty="0"/>
              <a:t>: </a:t>
            </a:r>
            <a:r>
              <a:rPr lang="en-US" sz="1600" b="1" dirty="0" err="1">
                <a:solidFill>
                  <a:srgbClr val="00B0F0"/>
                </a:solidFill>
              </a:rPr>
              <a:t>db</a:t>
            </a:r>
            <a:r>
              <a:rPr lang="en-US" sz="1600" dirty="0"/>
              <a:t> | </a:t>
            </a:r>
            <a:r>
              <a:rPr lang="en-US" sz="1600" b="1" dirty="0"/>
              <a:t>User</a:t>
            </a:r>
            <a:r>
              <a:rPr lang="en-US" sz="1600" dirty="0"/>
              <a:t>: </a:t>
            </a:r>
            <a:r>
              <a:rPr lang="en-US" sz="1600" b="1" dirty="0" err="1">
                <a:solidFill>
                  <a:srgbClr val="00B0F0"/>
                </a:solidFill>
              </a:rPr>
              <a:t>labuser</a:t>
            </a:r>
            <a:r>
              <a:rPr lang="en-US" sz="1600" dirty="0"/>
              <a:t> | </a:t>
            </a:r>
            <a:r>
              <a:rPr lang="en-US" sz="1600" b="1" dirty="0"/>
              <a:t>Password</a:t>
            </a:r>
            <a:r>
              <a:rPr lang="en-US" sz="1600" dirty="0"/>
              <a:t>: </a:t>
            </a:r>
            <a:r>
              <a:rPr lang="en-US" sz="1600" b="1" dirty="0" err="1">
                <a:solidFill>
                  <a:srgbClr val="00B0F0"/>
                </a:solidFill>
              </a:rPr>
              <a:t>labpass</a:t>
            </a:r>
            <a:r>
              <a:rPr lang="en-US" sz="1600" dirty="0"/>
              <a:t> | </a:t>
            </a:r>
            <a:r>
              <a:rPr lang="en-US" sz="1600" b="1" dirty="0"/>
              <a:t>Database</a:t>
            </a:r>
            <a:r>
              <a:rPr lang="en-US" sz="1600" dirty="0"/>
              <a:t>: </a:t>
            </a:r>
            <a:r>
              <a:rPr lang="en-US" sz="1600" b="1" dirty="0" err="1">
                <a:solidFill>
                  <a:srgbClr val="00B0F0"/>
                </a:solidFill>
              </a:rPr>
              <a:t>labdb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stop (keeps volume)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compose down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# start again (data should persist)</a:t>
            </a:r>
            <a:br>
              <a:rPr lang="en-US" sz="1600" dirty="0"/>
            </a:br>
            <a:r>
              <a:rPr lang="en-US" sz="1600" b="1" dirty="0">
                <a:solidFill>
                  <a:srgbClr val="92D050"/>
                </a:solidFill>
              </a:rPr>
              <a:t>docker compose up -d</a:t>
            </a:r>
            <a:br>
              <a:rPr lang="en-US" sz="1600" dirty="0"/>
            </a:br>
            <a:br>
              <a:rPr lang="en-US" sz="1600" dirty="0"/>
            </a:br>
            <a:endParaRPr lang="en-US" sz="1600" b="1" dirty="0">
              <a:solidFill>
                <a:srgbClr val="92D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4098C-C89B-8EF6-8ED6-2457F8673439}"/>
              </a:ext>
            </a:extLst>
          </p:cNvPr>
          <p:cNvSpPr txBox="1"/>
          <p:nvPr/>
        </p:nvSpPr>
        <p:spPr>
          <a:xfrm>
            <a:off x="705277" y="6101797"/>
            <a:ext cx="79398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787878"/>
                </a:solidFill>
              </a:defRPr>
            </a:pPr>
            <a:r>
              <a:rPr lang="en-US" sz="2400" dirty="0"/>
              <a:t>Ports expose services to host • Volumes persist database state</a:t>
            </a:r>
          </a:p>
        </p:txBody>
      </p:sp>
    </p:spTree>
    <p:extLst>
      <p:ext uri="{BB962C8B-B14F-4D97-AF65-F5344CB8AC3E}">
        <p14:creationId xmlns:p14="http://schemas.microsoft.com/office/powerpoint/2010/main" val="28944649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pt-PT" sz="3500">
                <a:solidFill>
                  <a:srgbClr val="FFFFFF"/>
                </a:solidFill>
              </a:rPr>
              <a:t>Spoiler: Second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5154" y="10141"/>
            <a:ext cx="4958272" cy="6847855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Create Git repository – it can be the same one used in the First Assignment</a:t>
            </a:r>
          </a:p>
          <a:p>
            <a:pPr lvl="1"/>
            <a:r>
              <a:rPr lang="en-US" sz="1700" dirty="0"/>
              <a:t>Build Python container</a:t>
            </a:r>
          </a:p>
          <a:p>
            <a:pPr lvl="1"/>
            <a:r>
              <a:rPr lang="en-US" sz="1700" dirty="0"/>
              <a:t>Configure PostgreSQL container</a:t>
            </a:r>
          </a:p>
          <a:p>
            <a:pPr lvl="1"/>
            <a:r>
              <a:rPr lang="en-US" sz="1700" dirty="0"/>
              <a:t>Connect with Docker Compose</a:t>
            </a:r>
          </a:p>
          <a:p>
            <a:pPr lvl="1"/>
            <a:r>
              <a:rPr lang="en-US" sz="1700" dirty="0"/>
              <a:t>Persist data with volumes</a:t>
            </a:r>
          </a:p>
          <a:p>
            <a:pPr lvl="1"/>
            <a:endParaRPr lang="en-US" sz="1700" dirty="0"/>
          </a:p>
          <a:p>
            <a:pPr lvl="1"/>
            <a:r>
              <a:rPr lang="en-US" sz="1700" dirty="0"/>
              <a:t>More details will be available soon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Assignment 2 (Preview)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A5967B-AE55-1552-536D-79745559F1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093367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2245</Words>
  <Application>Microsoft Office PowerPoint</Application>
  <PresentationFormat>Apresentação na tela (4:3)</PresentationFormat>
  <Paragraphs>266</Paragraphs>
  <Slides>46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Fundamentals in Data Engineering</vt:lpstr>
      <vt:lpstr>Containers &amp; Microservices</vt:lpstr>
      <vt:lpstr>Historical Context: Early 2000s</vt:lpstr>
      <vt:lpstr>The Rise of Virtual Machines</vt:lpstr>
      <vt:lpstr>The Rise of Virtual Machines</vt:lpstr>
      <vt:lpstr>Limitations of Virtual Machines</vt:lpstr>
      <vt:lpstr>Containers A Paradigm Shift</vt:lpstr>
      <vt:lpstr>Containers: A Paradigm Shift</vt:lpstr>
      <vt:lpstr>VM vs Container Comparison</vt:lpstr>
      <vt:lpstr>What Is Docker?</vt:lpstr>
      <vt:lpstr>Core Docker Components</vt:lpstr>
      <vt:lpstr>Docker Images</vt:lpstr>
      <vt:lpstr>Containers in Data Engineering</vt:lpstr>
      <vt:lpstr>Dockerfile Example</vt:lpstr>
      <vt:lpstr>Multi-Service Architectures</vt:lpstr>
      <vt:lpstr>Docker Compose</vt:lpstr>
      <vt:lpstr>Docker Compose Example</vt:lpstr>
      <vt:lpstr>Data Persistence</vt:lpstr>
      <vt:lpstr>Data Persistence</vt:lpstr>
      <vt:lpstr>Data Persistence</vt:lpstr>
      <vt:lpstr>Data Persistence</vt:lpstr>
      <vt:lpstr>Container Networking</vt:lpstr>
      <vt:lpstr>Container Networking</vt:lpstr>
      <vt:lpstr>Container Networking</vt:lpstr>
      <vt:lpstr>Databases in Containers</vt:lpstr>
      <vt:lpstr>Container Security</vt:lpstr>
      <vt:lpstr>Orchestration at Scale</vt:lpstr>
      <vt:lpstr>Orchestration at Scale</vt:lpstr>
      <vt:lpstr>Kubernetes</vt:lpstr>
      <vt:lpstr>Docker and DevOps</vt:lpstr>
      <vt:lpstr>Docker in Modern Data Engineering</vt:lpstr>
      <vt:lpstr>Installation (Windows)</vt:lpstr>
      <vt:lpstr>Installation (WSL)</vt:lpstr>
      <vt:lpstr>Installation (MacOS)</vt:lpstr>
      <vt:lpstr>Verify Installation</vt:lpstr>
      <vt:lpstr>Practice 1 — Explore a Container (CLI Basics)</vt:lpstr>
      <vt:lpstr>Practice 1 — Commands</vt:lpstr>
      <vt:lpstr>Practice 1 — What to Observe</vt:lpstr>
      <vt:lpstr>Practice 2 — Docker Compose (Two Services)</vt:lpstr>
      <vt:lpstr>Practice 2 — docker-compose.yml</vt:lpstr>
      <vt:lpstr>Practice 2 — Run and Test</vt:lpstr>
      <vt:lpstr>Practice 2 — Run and Test</vt:lpstr>
      <vt:lpstr>Practice 2 — Key Concepts Reinforced</vt:lpstr>
      <vt:lpstr>Practice 3 — Use the extra-docker-compose.yml</vt:lpstr>
      <vt:lpstr>Spoiler: Second Assignment</vt:lpstr>
      <vt:lpstr>Assignment 2 (Preview)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TG</dc:creator>
  <cp:keywords/>
  <dc:description>generated using python-pptx</dc:description>
  <cp:lastModifiedBy>Thiago Paiva</cp:lastModifiedBy>
  <cp:revision>43</cp:revision>
  <dcterms:created xsi:type="dcterms:W3CDTF">2013-01-27T09:14:16Z</dcterms:created>
  <dcterms:modified xsi:type="dcterms:W3CDTF">2026-03-03T04:39:39Z</dcterms:modified>
  <cp:category/>
</cp:coreProperties>
</file>