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6" r:id="rId3"/>
    <p:sldId id="280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1A694-0DE1-4903-855C-E603DA62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9CB2D1-5F2E-F00E-162C-B23D5259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360120-D031-5793-E487-BE8F95AB0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4EA3EC-6935-7CB9-54AE-A815A91C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24BA51-8D9F-B8CE-61DD-04E2CE41F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8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gvp" TargetMode="External"/><Relationship Id="rId2" Type="http://schemas.openxmlformats.org/officeDocument/2006/relationships/hyperlink" Target="mailto:p7392@ulusofona.p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5314EC-3866-C16D-AABF-509E855E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t-PT" sz="4200">
                <a:solidFill>
                  <a:srgbClr val="FFFFFF"/>
                </a:solidFill>
              </a:rPr>
              <a:t>Fundamentals in Data Engineering</a:t>
            </a:r>
            <a:endParaRPr lang="pt-BR" sz="42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368529-A030-BD38-C8C9-50A22C8AE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PT" sz="2700" b="1"/>
              <a:t>Thiago de Paiva</a:t>
            </a:r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2"/>
              </a:rPr>
              <a:t>p7392@ulusofona.pt</a:t>
            </a:r>
            <a:endParaRPr lang="pt-PT" sz="2700" b="1"/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3"/>
              </a:rPr>
              <a:t>https://github.com/tgvp</a:t>
            </a:r>
            <a:endParaRPr lang="pt-BR" sz="2700" b="1"/>
          </a:p>
        </p:txBody>
      </p:sp>
    </p:spTree>
    <p:extLst>
      <p:ext uri="{BB962C8B-B14F-4D97-AF65-F5344CB8AC3E}">
        <p14:creationId xmlns:p14="http://schemas.microsoft.com/office/powerpoint/2010/main" val="278631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pt-PT" sz="3500" dirty="0">
                <a:solidFill>
                  <a:srgbClr val="FFFFFF"/>
                </a:solidFill>
              </a:rPr>
              <a:t>Data </a:t>
            </a:r>
            <a:r>
              <a:rPr lang="pt-PT" sz="3500" dirty="0" err="1">
                <a:solidFill>
                  <a:srgbClr val="FFFFFF"/>
                </a:solidFill>
              </a:rPr>
              <a:t>Engineering</a:t>
            </a:r>
            <a:br>
              <a:rPr lang="pt-PT" sz="3500" dirty="0">
                <a:solidFill>
                  <a:srgbClr val="FFFFFF"/>
                </a:solidFill>
              </a:rPr>
            </a:br>
            <a:r>
              <a:rPr lang="pt-PT" sz="3500" dirty="0" err="1">
                <a:solidFill>
                  <a:srgbClr val="FFFFFF"/>
                </a:solidFill>
              </a:rPr>
              <a:t>Workflow</a:t>
            </a:r>
            <a:endParaRPr lang="pt-PT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954" y="0"/>
            <a:ext cx="4967472" cy="684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Data Engineering Pipeline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0D8440D4-AC4D-5224-1498-ECD08A6FA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CE6A70D-AF85-4B7C-C2B9-C01C7C77C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5F78321-D2EF-67CC-6B78-00EB61505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F1FAFE-9CCB-C72F-2730-9247EECB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Final Project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A2A82F-F2D7-1291-64B7-53C8EF6B2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sz="21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006AEBD-E98B-9AE8-1995-8ACF11E038E2}"/>
              </a:ext>
            </a:extLst>
          </p:cNvPr>
          <p:cNvSpPr txBox="1"/>
          <p:nvPr/>
        </p:nvSpPr>
        <p:spPr>
          <a:xfrm>
            <a:off x="571500" y="1714500"/>
            <a:ext cx="5143500" cy="41857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Tw Cen MT" panose="020B0602020104020603" pitchFamily="34" charset="0"/>
              </a:rPr>
              <a:t>Dirty datasets in the repo: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raw/adult-income/dirty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raw/bank-marketing/dirty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raw/census-income-</a:t>
            </a:r>
            <a:r>
              <a:rPr lang="en-US" sz="1400" dirty="0" err="1">
                <a:latin typeface="Tw Cen MT" panose="020B0602020104020603" pitchFamily="34" charset="0"/>
              </a:rPr>
              <a:t>kdd</a:t>
            </a:r>
            <a:r>
              <a:rPr lang="en-US" sz="1400" dirty="0">
                <a:latin typeface="Tw Cen MT" panose="020B0602020104020603" pitchFamily="34" charset="0"/>
              </a:rPr>
              <a:t>/dirty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raw/</a:t>
            </a:r>
            <a:r>
              <a:rPr lang="en-US" sz="1400" dirty="0" err="1">
                <a:latin typeface="Tw Cen MT" panose="020B0602020104020603" pitchFamily="34" charset="0"/>
              </a:rPr>
              <a:t>covertype</a:t>
            </a:r>
            <a:r>
              <a:rPr lang="en-US" sz="1400" dirty="0">
                <a:latin typeface="Tw Cen MT" panose="020B0602020104020603" pitchFamily="34" charset="0"/>
              </a:rPr>
              <a:t>-large/dirty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raw/diabetes/dirty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raw/online-shoppers/dirty</a:t>
            </a:r>
          </a:p>
          <a:p>
            <a:endParaRPr lang="en-US" sz="1400" dirty="0">
              <a:latin typeface="Tw Cen MT" panose="020B0602020104020603" pitchFamily="34" charset="0"/>
            </a:endParaRPr>
          </a:p>
          <a:p>
            <a:r>
              <a:rPr lang="en-US" sz="1400" dirty="0">
                <a:latin typeface="Tw Cen MT" panose="020B0602020104020603" pitchFamily="34" charset="0"/>
              </a:rPr>
              <a:t>GitHub and workflow: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Create a new GitHub repository first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First commit: README with a brief project description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Add short notes in the README about what you did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Do not wait until the last day to push your work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Use Docker and orchestrate services with docker compose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Choose SQL or NoSQL; if NoSQL, use MongoDB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Clean the data as a data engineer using the best practices from class</a:t>
            </a:r>
          </a:p>
          <a:p>
            <a:r>
              <a:rPr lang="en-US" sz="1400" dirty="0">
                <a:latin typeface="Tw Cen MT" panose="020B0602020104020603" pitchFamily="34" charset="0"/>
              </a:rPr>
              <a:t>• Ingest using the patterns from Week 3 (SQL), Week 4 (MongoDB + Docker Compose), and Week 5 (</a:t>
            </a:r>
            <a:r>
              <a:rPr lang="en-US" sz="1400" dirty="0" err="1">
                <a:latin typeface="Tw Cen MT" panose="020B0602020104020603" pitchFamily="34" charset="0"/>
              </a:rPr>
              <a:t>PyMongo</a:t>
            </a:r>
            <a:r>
              <a:rPr lang="en-US" sz="1400" dirty="0">
                <a:latin typeface="Tw Cen MT" panose="020B0602020104020603" pitchFamily="34" charset="0"/>
              </a:rPr>
              <a:t>)</a:t>
            </a:r>
            <a:endParaRPr lang="pt-BR" sz="1400" dirty="0">
              <a:latin typeface="Tw Cen MT" panose="020B0602020104020603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C002EA-3188-699A-EE4E-AF9C11FF0D66}"/>
              </a:ext>
            </a:extLst>
          </p:cNvPr>
          <p:cNvSpPr txBox="1"/>
          <p:nvPr/>
        </p:nvSpPr>
        <p:spPr>
          <a:xfrm>
            <a:off x="5969000" y="1714500"/>
            <a:ext cx="2667000" cy="416267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150">
                <a:latin typeface="Tw Cen MT" panose="020B0602020104020603" pitchFamily="34" charset="0"/>
              </a:rPr>
              <a:t>Data dictionaries:</a:t>
            </a:r>
          </a:p>
          <a:p>
            <a:r>
              <a:rPr lang="pt-BR" sz="1150">
                <a:latin typeface="Tw Cen MT" panose="020B0602020104020603" pitchFamily="34" charset="0"/>
              </a:rPr>
              <a:t>• Adult: archive.ics.uci.edu/dataset/2/adult</a:t>
            </a:r>
          </a:p>
          <a:p>
            <a:r>
              <a:rPr lang="pt-BR" sz="1150">
                <a:latin typeface="Tw Cen MT" panose="020B0602020104020603" pitchFamily="34" charset="0"/>
              </a:rPr>
              <a:t>• Bank Marketing: archive.ics.uci.edu/dataset/222/bank+marketing</a:t>
            </a:r>
          </a:p>
          <a:p>
            <a:r>
              <a:rPr lang="pt-BR" sz="1150">
                <a:latin typeface="Tw Cen MT" panose="020B0602020104020603" pitchFamily="34" charset="0"/>
              </a:rPr>
              <a:t>• Census Income KDD: archive.ics.uci.edu/dataset/117/census+income+kdd</a:t>
            </a:r>
          </a:p>
          <a:p>
            <a:r>
              <a:rPr lang="pt-BR" sz="1150">
                <a:latin typeface="Tw Cen MT" panose="020B0602020104020603" pitchFamily="34" charset="0"/>
              </a:rPr>
              <a:t>• Covertype: archive.ics.uci.edu/dataset/31/covertype</a:t>
            </a:r>
          </a:p>
          <a:p>
            <a:r>
              <a:rPr lang="pt-BR" sz="1150">
                <a:latin typeface="Tw Cen MT" panose="020B0602020104020603" pitchFamily="34" charset="0"/>
              </a:rPr>
              <a:t>• Diabetes: archive.ics.uci.edu/ml/datasets/Pima+Indians+Diabetes</a:t>
            </a:r>
          </a:p>
          <a:p>
            <a:r>
              <a:rPr lang="pt-BR" sz="1150">
                <a:latin typeface="Tw Cen MT" panose="020B0602020104020603" pitchFamily="34" charset="0"/>
              </a:rPr>
              <a:t>• Online Shoppers: archive.ics.uci.edu/dataset/468/online+shoppers+purchasing+intention+dataset</a:t>
            </a:r>
          </a:p>
          <a:p>
            <a:endParaRPr lang="pt-BR" sz="1150">
              <a:latin typeface="Tw Cen MT" panose="020B0602020104020603" pitchFamily="34" charset="0"/>
            </a:endParaRPr>
          </a:p>
          <a:p>
            <a:r>
              <a:rPr lang="pt-BR" sz="1150">
                <a:latin typeface="Tw Cen MT" panose="020B0602020104020603" pitchFamily="34" charset="0"/>
              </a:rPr>
              <a:t>Submission:</a:t>
            </a:r>
          </a:p>
          <a:p>
            <a:r>
              <a:rPr lang="pt-BR" sz="1150">
                <a:latin typeface="Tw Cen MT" panose="020B0602020104020603" pitchFamily="34" charset="0"/>
              </a:rPr>
              <a:t>• Due date: 2 June 2026</a:t>
            </a:r>
          </a:p>
          <a:p>
            <a:r>
              <a:rPr lang="pt-BR" sz="1150">
                <a:latin typeface="Tw Cen MT" panose="020B0602020104020603" pitchFamily="34" charset="0"/>
              </a:rPr>
              <a:t>• Early defense next week if finished</a:t>
            </a:r>
          </a:p>
          <a:p>
            <a:r>
              <a:rPr lang="pt-BR" sz="1150">
                <a:latin typeface="Tw Cen MT" panose="020B0602020104020603" pitchFamily="34" charset="0"/>
              </a:rPr>
              <a:t>• Defense: short questions about how the work was done</a:t>
            </a:r>
          </a:p>
        </p:txBody>
      </p:sp>
    </p:spTree>
    <p:extLst>
      <p:ext uri="{BB962C8B-B14F-4D97-AF65-F5344CB8AC3E}">
        <p14:creationId xmlns:p14="http://schemas.microsoft.com/office/powerpoint/2010/main" val="354221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322</Words>
  <Application>Microsoft Office PowerPoint</Application>
  <PresentationFormat>Apresentação na tela (4:3)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Tw Cen MT</vt:lpstr>
      <vt:lpstr>Office Theme</vt:lpstr>
      <vt:lpstr>Fundamentals in Data Engineering</vt:lpstr>
      <vt:lpstr>Data Engineering Workflow</vt:lpstr>
      <vt:lpstr>Final Project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TG</dc:creator>
  <cp:keywords/>
  <dc:description>generated using python-pptx</dc:description>
  <cp:lastModifiedBy>Thiago Paiva</cp:lastModifiedBy>
  <cp:revision>108</cp:revision>
  <dcterms:created xsi:type="dcterms:W3CDTF">2013-01-27T09:14:16Z</dcterms:created>
  <dcterms:modified xsi:type="dcterms:W3CDTF">2026-05-19T05:22:56Z</dcterms:modified>
  <cp:category/>
</cp:coreProperties>
</file>